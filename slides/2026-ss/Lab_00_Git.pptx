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367"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 id="362" r:id="rId109"/>
    <p:sldId id="363" r:id="rId110"/>
    <p:sldId id="364" r:id="rId111"/>
    <p:sldId id="365" r:id="rId112"/>
    <p:sldId id="366" r:id="rId113"/>
  </p:sldIdLst>
  <p:sldSz cx="13004800" cy="9753600"/>
  <p:notesSz cx="13004800" cy="97536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2" d="100"/>
          <a:sy n="52" d="100"/>
        </p:scale>
        <p:origin x="1522" y="31"/>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59420" y="1751779"/>
            <a:ext cx="9885958" cy="1488439"/>
          </a:xfrm>
          <a:prstGeom prst="rect">
            <a:avLst/>
          </a:prstGeom>
        </p:spPr>
        <p:txBody>
          <a:bodyPr wrap="square" lIns="0" tIns="0" rIns="0" bIns="0">
            <a:spAutoFit/>
          </a:bodyPr>
          <a:lstStyle>
            <a:lvl1pPr>
              <a:defRPr sz="8000" b="0" i="0">
                <a:solidFill>
                  <a:schemeClr val="tx1"/>
                </a:solidFill>
                <a:latin typeface="Tahoma"/>
                <a:cs typeface="Tahoma"/>
              </a:defRPr>
            </a:lvl1pPr>
          </a:lstStyle>
          <a:p>
            <a:endParaRPr/>
          </a:p>
        </p:txBody>
      </p:sp>
      <p:sp>
        <p:nvSpPr>
          <p:cNvPr id="3" name="Holder 3"/>
          <p:cNvSpPr>
            <a:spLocks noGrp="1"/>
          </p:cNvSpPr>
          <p:nvPr>
            <p:ph type="subTitle" idx="4"/>
          </p:nvPr>
        </p:nvSpPr>
        <p:spPr>
          <a:xfrm>
            <a:off x="1950720" y="5462016"/>
            <a:ext cx="9103360" cy="2438400"/>
          </a:xfrm>
          <a:prstGeom prst="rect">
            <a:avLst/>
          </a:prstGeom>
        </p:spPr>
        <p:txBody>
          <a:bodyPr wrap="square" lIns="0" tIns="0" rIns="0" bIns="0">
            <a:spAutoFit/>
          </a:bodyPr>
          <a:lstStyle>
            <a:lvl1pPr>
              <a:defRPr sz="3100" b="0" i="0">
                <a:solidFill>
                  <a:srgbClr val="A7A7A7"/>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2/26/2026</a:t>
            </a:fld>
            <a:endParaRPr lang="en-US"/>
          </a:p>
        </p:txBody>
      </p:sp>
      <p:sp>
        <p:nvSpPr>
          <p:cNvPr id="6" name="Holder 6"/>
          <p:cNvSpPr>
            <a:spLocks noGrp="1"/>
          </p:cNvSpPr>
          <p:nvPr>
            <p:ph type="sldNum" sz="quarter" idx="7"/>
          </p:nvPr>
        </p:nvSpPr>
        <p:spPr/>
        <p:txBody>
          <a:bodyPr lIns="0" tIns="0" rIns="0" bIns="0"/>
          <a:lstStyle>
            <a:lvl1pPr>
              <a:defRPr sz="1800" b="0" i="0">
                <a:solidFill>
                  <a:schemeClr val="tx1"/>
                </a:solidFill>
                <a:latin typeface="Tahoma"/>
                <a:cs typeface="Tahoma"/>
              </a:defRPr>
            </a:lvl1pPr>
          </a:lstStyle>
          <a:p>
            <a:pPr marL="38100">
              <a:lnSpc>
                <a:spcPct val="100000"/>
              </a:lnSpc>
              <a:spcBef>
                <a:spcPts val="50"/>
              </a:spcBef>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8000" b="0" i="0">
                <a:solidFill>
                  <a:schemeClr val="tx1"/>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3100" b="0" i="0">
                <a:solidFill>
                  <a:srgbClr val="A7A7A7"/>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2/26/2026</a:t>
            </a:fld>
            <a:endParaRPr lang="en-US"/>
          </a:p>
        </p:txBody>
      </p:sp>
      <p:sp>
        <p:nvSpPr>
          <p:cNvPr id="6" name="Holder 6"/>
          <p:cNvSpPr>
            <a:spLocks noGrp="1"/>
          </p:cNvSpPr>
          <p:nvPr>
            <p:ph type="sldNum" sz="quarter" idx="7"/>
          </p:nvPr>
        </p:nvSpPr>
        <p:spPr/>
        <p:txBody>
          <a:bodyPr lIns="0" tIns="0" rIns="0" bIns="0"/>
          <a:lstStyle>
            <a:lvl1pPr>
              <a:defRPr sz="1800" b="0" i="0">
                <a:solidFill>
                  <a:schemeClr val="tx1"/>
                </a:solidFill>
                <a:latin typeface="Tahoma"/>
                <a:cs typeface="Tahoma"/>
              </a:defRPr>
            </a:lvl1pPr>
          </a:lstStyle>
          <a:p>
            <a:pPr marL="38100">
              <a:lnSpc>
                <a:spcPct val="100000"/>
              </a:lnSpc>
              <a:spcBef>
                <a:spcPts val="50"/>
              </a:spcBef>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8000" b="0" i="0">
                <a:solidFill>
                  <a:schemeClr val="tx1"/>
                </a:solidFill>
                <a:latin typeface="Tahoma"/>
                <a:cs typeface="Tahoma"/>
              </a:defRPr>
            </a:lvl1pPr>
          </a:lstStyle>
          <a:p>
            <a:endParaRPr/>
          </a:p>
        </p:txBody>
      </p:sp>
      <p:sp>
        <p:nvSpPr>
          <p:cNvPr id="3" name="Holder 3"/>
          <p:cNvSpPr>
            <a:spLocks noGrp="1"/>
          </p:cNvSpPr>
          <p:nvPr>
            <p:ph sz="half" idx="2"/>
          </p:nvPr>
        </p:nvSpPr>
        <p:spPr>
          <a:xfrm>
            <a:off x="650240" y="2243328"/>
            <a:ext cx="5657088" cy="643737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697472" y="2243328"/>
            <a:ext cx="5657088" cy="643737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2/26/2026</a:t>
            </a:fld>
            <a:endParaRPr lang="en-US"/>
          </a:p>
        </p:txBody>
      </p:sp>
      <p:sp>
        <p:nvSpPr>
          <p:cNvPr id="7" name="Holder 7"/>
          <p:cNvSpPr>
            <a:spLocks noGrp="1"/>
          </p:cNvSpPr>
          <p:nvPr>
            <p:ph type="sldNum" sz="quarter" idx="7"/>
          </p:nvPr>
        </p:nvSpPr>
        <p:spPr/>
        <p:txBody>
          <a:bodyPr lIns="0" tIns="0" rIns="0" bIns="0"/>
          <a:lstStyle>
            <a:lvl1pPr>
              <a:defRPr sz="1800" b="0" i="0">
                <a:solidFill>
                  <a:schemeClr val="tx1"/>
                </a:solidFill>
                <a:latin typeface="Tahoma"/>
                <a:cs typeface="Tahoma"/>
              </a:defRPr>
            </a:lvl1pPr>
          </a:lstStyle>
          <a:p>
            <a:pPr marL="38100">
              <a:lnSpc>
                <a:spcPct val="100000"/>
              </a:lnSpc>
              <a:spcBef>
                <a:spcPts val="50"/>
              </a:spcBef>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8000" b="0" i="0">
                <a:solidFill>
                  <a:schemeClr val="tx1"/>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2/26/2026</a:t>
            </a:fld>
            <a:endParaRPr lang="en-US"/>
          </a:p>
        </p:txBody>
      </p:sp>
      <p:sp>
        <p:nvSpPr>
          <p:cNvPr id="5" name="Holder 5"/>
          <p:cNvSpPr>
            <a:spLocks noGrp="1"/>
          </p:cNvSpPr>
          <p:nvPr>
            <p:ph type="sldNum" sz="quarter" idx="7"/>
          </p:nvPr>
        </p:nvSpPr>
        <p:spPr/>
        <p:txBody>
          <a:bodyPr lIns="0" tIns="0" rIns="0" bIns="0"/>
          <a:lstStyle>
            <a:lvl1pPr>
              <a:defRPr sz="1800" b="0" i="0">
                <a:solidFill>
                  <a:schemeClr val="tx1"/>
                </a:solidFill>
                <a:latin typeface="Tahoma"/>
                <a:cs typeface="Tahoma"/>
              </a:defRPr>
            </a:lvl1pPr>
          </a:lstStyle>
          <a:p>
            <a:pPr marL="38100">
              <a:lnSpc>
                <a:spcPct val="100000"/>
              </a:lnSpc>
              <a:spcBef>
                <a:spcPts val="50"/>
              </a:spcBef>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2/26/2026</a:t>
            </a:fld>
            <a:endParaRPr lang="en-US"/>
          </a:p>
        </p:txBody>
      </p:sp>
      <p:sp>
        <p:nvSpPr>
          <p:cNvPr id="4" name="Holder 4"/>
          <p:cNvSpPr>
            <a:spLocks noGrp="1"/>
          </p:cNvSpPr>
          <p:nvPr>
            <p:ph type="sldNum" sz="quarter" idx="7"/>
          </p:nvPr>
        </p:nvSpPr>
        <p:spPr/>
        <p:txBody>
          <a:bodyPr lIns="0" tIns="0" rIns="0" bIns="0"/>
          <a:lstStyle>
            <a:lvl1pPr>
              <a:defRPr sz="1800" b="0" i="0">
                <a:solidFill>
                  <a:schemeClr val="tx1"/>
                </a:solidFill>
                <a:latin typeface="Tahoma"/>
                <a:cs typeface="Tahoma"/>
              </a:defRPr>
            </a:lvl1pPr>
          </a:lstStyle>
          <a:p>
            <a:pPr marL="38100">
              <a:lnSpc>
                <a:spcPct val="100000"/>
              </a:lnSpc>
              <a:spcBef>
                <a:spcPts val="50"/>
              </a:spcBef>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6711" y="377320"/>
            <a:ext cx="12231376" cy="2220083"/>
          </a:xfrm>
          <a:prstGeom prst="rect">
            <a:avLst/>
          </a:prstGeom>
        </p:spPr>
        <p:txBody>
          <a:bodyPr wrap="square" lIns="0" tIns="0" rIns="0" bIns="0">
            <a:spAutoFit/>
          </a:bodyPr>
          <a:lstStyle>
            <a:lvl1pPr>
              <a:defRPr sz="8000" b="0" i="0">
                <a:solidFill>
                  <a:schemeClr val="tx1"/>
                </a:solidFill>
                <a:latin typeface="Tahoma"/>
                <a:cs typeface="Tahoma"/>
              </a:defRPr>
            </a:lvl1pPr>
          </a:lstStyle>
          <a:p>
            <a:endParaRPr/>
          </a:p>
        </p:txBody>
      </p:sp>
      <p:sp>
        <p:nvSpPr>
          <p:cNvPr id="3" name="Holder 3"/>
          <p:cNvSpPr>
            <a:spLocks noGrp="1"/>
          </p:cNvSpPr>
          <p:nvPr>
            <p:ph type="body" idx="1"/>
          </p:nvPr>
        </p:nvSpPr>
        <p:spPr>
          <a:xfrm>
            <a:off x="987425" y="2622677"/>
            <a:ext cx="6607175" cy="6060440"/>
          </a:xfrm>
          <a:prstGeom prst="rect">
            <a:avLst/>
          </a:prstGeom>
        </p:spPr>
        <p:txBody>
          <a:bodyPr wrap="square" lIns="0" tIns="0" rIns="0" bIns="0">
            <a:spAutoFit/>
          </a:bodyPr>
          <a:lstStyle>
            <a:lvl1pPr>
              <a:defRPr sz="3100" b="0" i="0">
                <a:solidFill>
                  <a:srgbClr val="A7A7A7"/>
                </a:solidFill>
                <a:latin typeface="Tahoma"/>
                <a:cs typeface="Tahoma"/>
              </a:defRPr>
            </a:lvl1pPr>
          </a:lstStyle>
          <a:p>
            <a:endParaRPr/>
          </a:p>
        </p:txBody>
      </p:sp>
      <p:sp>
        <p:nvSpPr>
          <p:cNvPr id="4" name="Holder 4"/>
          <p:cNvSpPr>
            <a:spLocks noGrp="1"/>
          </p:cNvSpPr>
          <p:nvPr>
            <p:ph type="ftr" sz="quarter" idx="5"/>
          </p:nvPr>
        </p:nvSpPr>
        <p:spPr>
          <a:xfrm>
            <a:off x="4421632" y="9070848"/>
            <a:ext cx="4161536" cy="48768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50240" y="9070848"/>
            <a:ext cx="2991104" cy="48768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2/26/2026</a:t>
            </a:fld>
            <a:endParaRPr lang="en-US"/>
          </a:p>
        </p:txBody>
      </p:sp>
      <p:sp>
        <p:nvSpPr>
          <p:cNvPr id="6" name="Holder 6"/>
          <p:cNvSpPr>
            <a:spLocks noGrp="1"/>
          </p:cNvSpPr>
          <p:nvPr>
            <p:ph type="sldNum" sz="quarter" idx="7"/>
          </p:nvPr>
        </p:nvSpPr>
        <p:spPr>
          <a:xfrm>
            <a:off x="6330813" y="9283869"/>
            <a:ext cx="570119" cy="313690"/>
          </a:xfrm>
          <a:prstGeom prst="rect">
            <a:avLst/>
          </a:prstGeom>
        </p:spPr>
        <p:txBody>
          <a:bodyPr wrap="square" lIns="0" tIns="0" rIns="0" bIns="0">
            <a:spAutoFit/>
          </a:bodyPr>
          <a:lstStyle>
            <a:lvl1pPr>
              <a:defRPr sz="1800" b="0" i="0">
                <a:solidFill>
                  <a:schemeClr val="tx1"/>
                </a:solidFill>
                <a:latin typeface="Tahoma"/>
                <a:cs typeface="Tahoma"/>
              </a:defRPr>
            </a:lvl1pPr>
          </a:lstStyle>
          <a:p>
            <a:pPr marL="38100">
              <a:lnSpc>
                <a:spcPct val="100000"/>
              </a:lnSpc>
              <a:spcBef>
                <a:spcPts val="50"/>
              </a:spcBef>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hyperlink" Target="mailto:ssta2026@datalab.cs.nthu.edu.tw"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jp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jpg"/><Relationship Id="rId1" Type="http://schemas.openxmlformats.org/officeDocument/2006/relationships/slideLayout" Target="../slideLayouts/slideLayout5.xml"/><Relationship Id="rId4" Type="http://schemas.openxmlformats.org/officeDocument/2006/relationships/image" Target="../media/image33.jpg"/></Relationships>
</file>

<file path=ppt/slides/_rels/slide42.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png"/><Relationship Id="rId1" Type="http://schemas.openxmlformats.org/officeDocument/2006/relationships/slideLayout" Target="../slideLayouts/slideLayout5.xml"/><Relationship Id="rId4" Type="http://schemas.openxmlformats.org/officeDocument/2006/relationships/image" Target="../media/image37.jpg"/></Relationships>
</file>

<file path=ppt/slides/_rels/slide44.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image" Target="../media/image38.jp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40.jpg"/><Relationship Id="rId1" Type="http://schemas.openxmlformats.org/officeDocument/2006/relationships/slideLayout" Target="../slideLayouts/slideLayout5.xml"/><Relationship Id="rId4" Type="http://schemas.openxmlformats.org/officeDocument/2006/relationships/image" Target="../media/image42.jpg"/></Relationships>
</file>

<file path=ppt/slides/_rels/slide46.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image" Target="../media/image43.jp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image" Target="../media/image46.jp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image" Target="../media/image48.jp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5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5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0.png"/><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5.png"/></Relationships>
</file>

<file path=ppt/slides/_rels/slide57.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4.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1.png"/><Relationship Id="rId4" Type="http://schemas.openxmlformats.org/officeDocument/2006/relationships/image" Target="../media/image5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6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6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image" Target="../media/image62.png"/></Relationships>
</file>

<file path=ppt/slides/_rels/slide6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0.png"/><Relationship Id="rId1" Type="http://schemas.openxmlformats.org/officeDocument/2006/relationships/slideLayout" Target="../slideLayouts/slideLayout5.xml"/><Relationship Id="rId6" Type="http://schemas.openxmlformats.org/officeDocument/2006/relationships/image" Target="../media/image66.png"/><Relationship Id="rId5" Type="http://schemas.openxmlformats.org/officeDocument/2006/relationships/image" Target="../media/image63.png"/><Relationship Id="rId4" Type="http://schemas.openxmlformats.org/officeDocument/2006/relationships/image" Target="../media/image6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7.jpg"/><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hyperlink" Target="mailto:ssta2026@datalab.cs.nthu.edu.tw" TargetMode="Externa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8.jpg"/><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image" Target="../media/image69.jpg"/><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image" Target="../media/image70.jp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1.jpg"/><Relationship Id="rId2" Type="http://schemas.openxmlformats.org/officeDocument/2006/relationships/hyperlink" Target="https://shwu10.cs.nthu.edu.tw/courses/software-studio/2026-spring" TargetMode="Externa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jpg"/><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jpg"/><Relationship Id="rId1" Type="http://schemas.openxmlformats.org/officeDocument/2006/relationships/slideLayout" Target="../slideLayouts/slideLayout5.xml"/><Relationship Id="rId4" Type="http://schemas.openxmlformats.org/officeDocument/2006/relationships/image" Target="../media/image76.png"/></Relationships>
</file>

<file path=ppt/slides/_rels/slide8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jpg"/><Relationship Id="rId1" Type="http://schemas.openxmlformats.org/officeDocument/2006/relationships/slideLayout" Target="../slideLayouts/slideLayout5.xml"/><Relationship Id="rId4" Type="http://schemas.openxmlformats.org/officeDocument/2006/relationships/image" Target="../media/image79.png"/></Relationships>
</file>

<file path=ppt/slides/_rels/slide8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jpg"/><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jpg"/><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5.jpg"/><Relationship Id="rId2" Type="http://schemas.openxmlformats.org/officeDocument/2006/relationships/image" Target="../media/image84.jpg"/><Relationship Id="rId1" Type="http://schemas.openxmlformats.org/officeDocument/2006/relationships/slideLayout" Target="../slideLayouts/slideLayout5.xml"/><Relationship Id="rId5" Type="http://schemas.openxmlformats.org/officeDocument/2006/relationships/image" Target="../media/image87.png"/><Relationship Id="rId4" Type="http://schemas.openxmlformats.org/officeDocument/2006/relationships/image" Target="../media/image86.png"/></Relationships>
</file>

<file path=ppt/slides/_rels/slide85.xml.rels><?xml version="1.0" encoding="UTF-8" standalone="yes"?>
<Relationships xmlns="http://schemas.openxmlformats.org/package/2006/relationships"><Relationship Id="rId3" Type="http://schemas.openxmlformats.org/officeDocument/2006/relationships/image" Target="../media/image89.jpg"/><Relationship Id="rId2" Type="http://schemas.openxmlformats.org/officeDocument/2006/relationships/image" Target="../media/image88.jpg"/><Relationship Id="rId1" Type="http://schemas.openxmlformats.org/officeDocument/2006/relationships/slideLayout" Target="../slideLayouts/slideLayout4.xml"/><Relationship Id="rId4" Type="http://schemas.openxmlformats.org/officeDocument/2006/relationships/image" Target="../media/image90.jpg"/></Relationships>
</file>

<file path=ppt/slides/_rels/slide86.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jpg"/><Relationship Id="rId1" Type="http://schemas.openxmlformats.org/officeDocument/2006/relationships/slideLayout" Target="../slideLayouts/slideLayout5.xml"/><Relationship Id="rId5" Type="http://schemas.openxmlformats.org/officeDocument/2006/relationships/image" Target="../media/image94.png"/><Relationship Id="rId4" Type="http://schemas.openxmlformats.org/officeDocument/2006/relationships/image" Target="../media/image93.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jpg"/><Relationship Id="rId1" Type="http://schemas.openxmlformats.org/officeDocument/2006/relationships/slideLayout" Target="../slideLayouts/slideLayout5.xml"/><Relationship Id="rId5" Type="http://schemas.openxmlformats.org/officeDocument/2006/relationships/image" Target="../media/image98.png"/><Relationship Id="rId4" Type="http://schemas.openxmlformats.org/officeDocument/2006/relationships/image" Target="../media/image97.png"/></Relationships>
</file>

<file path=ppt/slides/_rels/slide8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jpg"/><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02.jpg"/><Relationship Id="rId2" Type="http://schemas.openxmlformats.org/officeDocument/2006/relationships/image" Target="../media/image101.jpg"/><Relationship Id="rId1" Type="http://schemas.openxmlformats.org/officeDocument/2006/relationships/slideLayout" Target="../slideLayouts/slideLayout5.xml"/><Relationship Id="rId4" Type="http://schemas.openxmlformats.org/officeDocument/2006/relationships/image" Target="../media/image103.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jpg"/><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5.xml"/><Relationship Id="rId4" Type="http://schemas.openxmlformats.org/officeDocument/2006/relationships/image" Target="../media/image110.jpg"/></Relationships>
</file>

<file path=ppt/slides/_rels/slide96.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08.png"/><Relationship Id="rId1" Type="http://schemas.openxmlformats.org/officeDocument/2006/relationships/slideLayout" Target="../slideLayouts/slideLayout5.xml"/><Relationship Id="rId4" Type="http://schemas.openxmlformats.org/officeDocument/2006/relationships/image" Target="../media/image110.jpg"/></Relationships>
</file>

<file path=ppt/slides/_rels/slide97.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08.png"/><Relationship Id="rId1" Type="http://schemas.openxmlformats.org/officeDocument/2006/relationships/slideLayout" Target="../slideLayouts/slideLayout5.xml"/><Relationship Id="rId4" Type="http://schemas.openxmlformats.org/officeDocument/2006/relationships/image" Target="../media/image110.jpg"/></Relationships>
</file>

<file path=ppt/slides/_rels/slide98.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jpg"/><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2" Type="http://schemas.openxmlformats.org/officeDocument/2006/relationships/image" Target="../media/image117.jpg"/><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2" Type="http://schemas.openxmlformats.org/officeDocument/2006/relationships/image" Target="../media/image118.jpg"/><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2" Type="http://schemas.openxmlformats.org/officeDocument/2006/relationships/image" Target="../media/image119.jpg"/><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2" Type="http://schemas.openxmlformats.org/officeDocument/2006/relationships/image" Target="../media/image120.jpg"/><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21.jpg"/><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2" Type="http://schemas.openxmlformats.org/officeDocument/2006/relationships/image" Target="../media/image122.jpg"/><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2" Type="http://schemas.openxmlformats.org/officeDocument/2006/relationships/image" Target="../media/image123.jpg"/><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2" Type="http://schemas.openxmlformats.org/officeDocument/2006/relationships/image" Target="../media/image124.jpg"/><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2" Type="http://schemas.openxmlformats.org/officeDocument/2006/relationships/image" Target="../media/image125.jpg"/><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3" Type="http://schemas.openxmlformats.org/officeDocument/2006/relationships/hyperlink" Target="http://git-scm.com/book/" TargetMode="External"/><Relationship Id="rId2" Type="http://schemas.openxmlformats.org/officeDocument/2006/relationships/hyperlink" Target="http://pcottle.github.io/learnGitBranching/" TargetMode="External"/><Relationship Id="rId1" Type="http://schemas.openxmlformats.org/officeDocument/2006/relationships/slideLayout" Target="../slideLayouts/slideLayout2.xml"/><Relationship Id="rId4" Type="http://schemas.openxmlformats.org/officeDocument/2006/relationships/hyperlink" Target="http://www.slideshare.net/littlebtc/git-5528339" TargetMode="Externa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665466" y="2714879"/>
            <a:ext cx="5885180" cy="2631440"/>
          </a:xfrm>
          <a:prstGeom prst="rect">
            <a:avLst/>
          </a:prstGeom>
        </p:spPr>
        <p:txBody>
          <a:bodyPr vert="horz" wrap="square" lIns="0" tIns="12700" rIns="0" bIns="0" rtlCol="0">
            <a:spAutoFit/>
          </a:bodyPr>
          <a:lstStyle/>
          <a:p>
            <a:pPr marL="158750" marR="151765" indent="1671955">
              <a:lnSpc>
                <a:spcPct val="100000"/>
              </a:lnSpc>
              <a:spcBef>
                <a:spcPts val="100"/>
              </a:spcBef>
            </a:pPr>
            <a:r>
              <a:rPr sz="5700" spc="204" dirty="0">
                <a:latin typeface="Tahoma"/>
                <a:cs typeface="Tahoma"/>
              </a:rPr>
              <a:t>Lab</a:t>
            </a:r>
            <a:r>
              <a:rPr sz="5700" spc="-210" dirty="0">
                <a:latin typeface="Tahoma"/>
                <a:cs typeface="Tahoma"/>
              </a:rPr>
              <a:t> </a:t>
            </a:r>
            <a:r>
              <a:rPr sz="5700" spc="-25" dirty="0">
                <a:latin typeface="Tahoma"/>
                <a:cs typeface="Tahoma"/>
              </a:rPr>
              <a:t>00</a:t>
            </a:r>
            <a:r>
              <a:rPr sz="5700" spc="145" dirty="0">
                <a:latin typeface="Tahoma"/>
                <a:cs typeface="Tahoma"/>
              </a:rPr>
              <a:t> How</a:t>
            </a:r>
            <a:r>
              <a:rPr sz="5700" spc="-220" dirty="0">
                <a:latin typeface="Tahoma"/>
                <a:cs typeface="Tahoma"/>
              </a:rPr>
              <a:t> </a:t>
            </a:r>
            <a:r>
              <a:rPr sz="5700" dirty="0">
                <a:latin typeface="Tahoma"/>
                <a:cs typeface="Tahoma"/>
              </a:rPr>
              <a:t>to</a:t>
            </a:r>
            <a:r>
              <a:rPr sz="5700" spc="-210" dirty="0">
                <a:latin typeface="Tahoma"/>
                <a:cs typeface="Tahoma"/>
              </a:rPr>
              <a:t> </a:t>
            </a:r>
            <a:r>
              <a:rPr sz="5700" spc="45" dirty="0">
                <a:latin typeface="Tahoma"/>
                <a:cs typeface="Tahoma"/>
              </a:rPr>
              <a:t>Survive</a:t>
            </a:r>
            <a:r>
              <a:rPr sz="5700" spc="-215" dirty="0">
                <a:latin typeface="Tahoma"/>
                <a:cs typeface="Tahoma"/>
              </a:rPr>
              <a:t> </a:t>
            </a:r>
            <a:r>
              <a:rPr sz="5700" spc="-320" dirty="0">
                <a:latin typeface="Tahoma"/>
                <a:cs typeface="Tahoma"/>
              </a:rPr>
              <a:t>&amp;</a:t>
            </a:r>
            <a:endParaRPr sz="5700">
              <a:latin typeface="Tahoma"/>
              <a:cs typeface="Tahoma"/>
            </a:endParaRPr>
          </a:p>
          <a:p>
            <a:pPr marL="12700">
              <a:lnSpc>
                <a:spcPct val="100000"/>
              </a:lnSpc>
            </a:pPr>
            <a:r>
              <a:rPr sz="5700" spc="-20" dirty="0">
                <a:latin typeface="Tahoma"/>
                <a:cs typeface="Tahoma"/>
              </a:rPr>
              <a:t>Introduction</a:t>
            </a:r>
            <a:r>
              <a:rPr sz="5700" spc="-310" dirty="0">
                <a:latin typeface="Tahoma"/>
                <a:cs typeface="Tahoma"/>
              </a:rPr>
              <a:t> </a:t>
            </a:r>
            <a:r>
              <a:rPr sz="5700" dirty="0">
                <a:latin typeface="Tahoma"/>
                <a:cs typeface="Tahoma"/>
              </a:rPr>
              <a:t>to</a:t>
            </a:r>
            <a:r>
              <a:rPr sz="5700" spc="-305" dirty="0">
                <a:latin typeface="Tahoma"/>
                <a:cs typeface="Tahoma"/>
              </a:rPr>
              <a:t> </a:t>
            </a:r>
            <a:r>
              <a:rPr sz="5700" spc="80" dirty="0">
                <a:latin typeface="Tahoma"/>
                <a:cs typeface="Tahoma"/>
              </a:rPr>
              <a:t>Git</a:t>
            </a:r>
            <a:endParaRPr sz="5700">
              <a:latin typeface="Tahoma"/>
              <a:cs typeface="Tahoma"/>
            </a:endParaRPr>
          </a:p>
        </p:txBody>
      </p:sp>
      <p:sp>
        <p:nvSpPr>
          <p:cNvPr id="3" name="object 3"/>
          <p:cNvSpPr txBox="1"/>
          <p:nvPr/>
        </p:nvSpPr>
        <p:spPr>
          <a:xfrm>
            <a:off x="4768998" y="6715802"/>
            <a:ext cx="3679190" cy="1000760"/>
          </a:xfrm>
          <a:prstGeom prst="rect">
            <a:avLst/>
          </a:prstGeom>
        </p:spPr>
        <p:txBody>
          <a:bodyPr vert="horz" wrap="square" lIns="0" tIns="12700" rIns="0" bIns="0" rtlCol="0">
            <a:spAutoFit/>
          </a:bodyPr>
          <a:lstStyle/>
          <a:p>
            <a:pPr marL="12700" marR="5080" indent="373380">
              <a:lnSpc>
                <a:spcPct val="100000"/>
              </a:lnSpc>
              <a:spcBef>
                <a:spcPts val="100"/>
              </a:spcBef>
            </a:pPr>
            <a:r>
              <a:rPr sz="3200" dirty="0">
                <a:solidFill>
                  <a:srgbClr val="53585F"/>
                </a:solidFill>
                <a:latin typeface="Tahoma"/>
                <a:cs typeface="Tahoma"/>
              </a:rPr>
              <a:t>Software</a:t>
            </a:r>
            <a:r>
              <a:rPr sz="3200" spc="55" dirty="0">
                <a:solidFill>
                  <a:srgbClr val="53585F"/>
                </a:solidFill>
                <a:latin typeface="Tahoma"/>
                <a:cs typeface="Tahoma"/>
              </a:rPr>
              <a:t> </a:t>
            </a:r>
            <a:r>
              <a:rPr sz="3200" spc="40" dirty="0">
                <a:solidFill>
                  <a:srgbClr val="53585F"/>
                </a:solidFill>
                <a:latin typeface="Tahoma"/>
                <a:cs typeface="Tahoma"/>
              </a:rPr>
              <a:t>Studio </a:t>
            </a:r>
            <a:r>
              <a:rPr sz="3200" dirty="0">
                <a:solidFill>
                  <a:srgbClr val="53585F"/>
                </a:solidFill>
                <a:latin typeface="Tahoma"/>
                <a:cs typeface="Tahoma"/>
              </a:rPr>
              <a:t>DataLab,</a:t>
            </a:r>
            <a:r>
              <a:rPr sz="3200" spc="-10" dirty="0">
                <a:solidFill>
                  <a:srgbClr val="53585F"/>
                </a:solidFill>
                <a:latin typeface="Tahoma"/>
                <a:cs typeface="Tahoma"/>
              </a:rPr>
              <a:t> </a:t>
            </a:r>
            <a:r>
              <a:rPr sz="3200" spc="180" dirty="0">
                <a:solidFill>
                  <a:srgbClr val="53585F"/>
                </a:solidFill>
                <a:latin typeface="Tahoma"/>
                <a:cs typeface="Tahoma"/>
              </a:rPr>
              <a:t>CS,</a:t>
            </a:r>
            <a:r>
              <a:rPr sz="3200" spc="-5" dirty="0">
                <a:solidFill>
                  <a:srgbClr val="53585F"/>
                </a:solidFill>
                <a:latin typeface="Tahoma"/>
                <a:cs typeface="Tahoma"/>
              </a:rPr>
              <a:t> </a:t>
            </a:r>
            <a:r>
              <a:rPr sz="3200" spc="75" dirty="0">
                <a:solidFill>
                  <a:srgbClr val="53585F"/>
                </a:solidFill>
                <a:latin typeface="Tahoma"/>
                <a:cs typeface="Tahoma"/>
              </a:rPr>
              <a:t>NTHU</a:t>
            </a:r>
            <a:endParaRPr sz="3200">
              <a:latin typeface="Tahoma"/>
              <a:cs typeface="Tahoma"/>
            </a:endParaRPr>
          </a:p>
        </p:txBody>
      </p:sp>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a:t>
            </a:fld>
            <a:endParaRPr spc="-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96439" rIns="0" bIns="0" rtlCol="0">
            <a:spAutoFit/>
          </a:bodyPr>
          <a:lstStyle/>
          <a:p>
            <a:pPr marL="1610360">
              <a:lnSpc>
                <a:spcPct val="100000"/>
              </a:lnSpc>
              <a:spcBef>
                <a:spcPts val="100"/>
              </a:spcBef>
            </a:pPr>
            <a:r>
              <a:rPr spc="-690" dirty="0"/>
              <a:t>T</a:t>
            </a:r>
            <a:r>
              <a:rPr spc="95" dirty="0"/>
              <a:t>eachin</a:t>
            </a:r>
            <a:r>
              <a:rPr spc="100" dirty="0"/>
              <a:t>g</a:t>
            </a:r>
            <a:r>
              <a:rPr spc="-395" dirty="0"/>
              <a:t> </a:t>
            </a:r>
            <a:r>
              <a:rPr spc="160" dirty="0"/>
              <a:t>Assistants</a:t>
            </a:r>
          </a:p>
        </p:txBody>
      </p:sp>
      <p:pic>
        <p:nvPicPr>
          <p:cNvPr id="3" name="object 3"/>
          <p:cNvPicPr/>
          <p:nvPr/>
        </p:nvPicPr>
        <p:blipFill>
          <a:blip r:embed="rId2" cstate="print"/>
          <a:stretch>
            <a:fillRect/>
          </a:stretch>
        </p:blipFill>
        <p:spPr>
          <a:xfrm>
            <a:off x="848300" y="3217149"/>
            <a:ext cx="11139406" cy="4673349"/>
          </a:xfrm>
          <a:prstGeom prst="rect">
            <a:avLst/>
          </a:prstGeom>
        </p:spPr>
      </p:pic>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2</a:t>
            </a:fld>
            <a:endParaRPr spc="-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3</a:t>
            </a:fld>
            <a:endParaRPr spc="-25" dirty="0"/>
          </a:p>
        </p:txBody>
      </p:sp>
      <p:sp>
        <p:nvSpPr>
          <p:cNvPr id="2" name="object 2"/>
          <p:cNvSpPr txBox="1">
            <a:spLocks noGrp="1"/>
          </p:cNvSpPr>
          <p:nvPr>
            <p:ph type="title"/>
          </p:nvPr>
        </p:nvSpPr>
        <p:spPr>
          <a:xfrm>
            <a:off x="2686025" y="861059"/>
            <a:ext cx="7624445" cy="1244600"/>
          </a:xfrm>
          <a:prstGeom prst="rect">
            <a:avLst/>
          </a:prstGeom>
        </p:spPr>
        <p:txBody>
          <a:bodyPr vert="horz" wrap="square" lIns="0" tIns="12700" rIns="0" bIns="0" rtlCol="0">
            <a:spAutoFit/>
          </a:bodyPr>
          <a:lstStyle/>
          <a:p>
            <a:pPr marL="12700">
              <a:lnSpc>
                <a:spcPct val="100000"/>
              </a:lnSpc>
              <a:spcBef>
                <a:spcPts val="100"/>
              </a:spcBef>
            </a:pPr>
            <a:r>
              <a:rPr spc="200" dirty="0"/>
              <a:t>How</a:t>
            </a:r>
            <a:r>
              <a:rPr spc="-310" dirty="0"/>
              <a:t> </a:t>
            </a:r>
            <a:r>
              <a:rPr dirty="0"/>
              <a:t>to</a:t>
            </a:r>
            <a:r>
              <a:rPr spc="-300" dirty="0"/>
              <a:t> </a:t>
            </a:r>
            <a:r>
              <a:rPr spc="140" dirty="0"/>
              <a:t>Find</a:t>
            </a:r>
            <a:r>
              <a:rPr spc="-305" dirty="0"/>
              <a:t> </a:t>
            </a:r>
            <a:r>
              <a:rPr spc="470" dirty="0"/>
              <a:t>Us?</a:t>
            </a:r>
          </a:p>
        </p:txBody>
      </p:sp>
      <p:sp>
        <p:nvSpPr>
          <p:cNvPr id="3" name="object 3"/>
          <p:cNvSpPr txBox="1"/>
          <p:nvPr/>
        </p:nvSpPr>
        <p:spPr>
          <a:xfrm>
            <a:off x="987425" y="2429636"/>
            <a:ext cx="8289925" cy="4460240"/>
          </a:xfrm>
          <a:prstGeom prst="rect">
            <a:avLst/>
          </a:prstGeom>
        </p:spPr>
        <p:txBody>
          <a:bodyPr vert="horz" wrap="square" lIns="0" tIns="203200" rIns="0" bIns="0" rtlCol="0">
            <a:spAutoFit/>
          </a:bodyPr>
          <a:lstStyle/>
          <a:p>
            <a:pPr marL="456565" indent="-443865">
              <a:lnSpc>
                <a:spcPct val="100000"/>
              </a:lnSpc>
              <a:spcBef>
                <a:spcPts val="1600"/>
              </a:spcBef>
              <a:buSzPct val="70833"/>
              <a:buChar char="•"/>
              <a:tabLst>
                <a:tab pos="456565" algn="l"/>
              </a:tabLst>
            </a:pPr>
            <a:r>
              <a:rPr sz="3600" dirty="0">
                <a:latin typeface="Tahoma"/>
                <a:cs typeface="Tahoma"/>
              </a:rPr>
              <a:t>Office</a:t>
            </a:r>
            <a:r>
              <a:rPr sz="3600" spc="25" dirty="0">
                <a:latin typeface="Tahoma"/>
                <a:cs typeface="Tahoma"/>
              </a:rPr>
              <a:t> </a:t>
            </a:r>
            <a:r>
              <a:rPr sz="3600" dirty="0">
                <a:latin typeface="Tahoma"/>
                <a:cs typeface="Tahoma"/>
              </a:rPr>
              <a:t>Hour</a:t>
            </a:r>
            <a:r>
              <a:rPr sz="3600" spc="25" dirty="0">
                <a:latin typeface="Tahoma"/>
                <a:cs typeface="Tahoma"/>
              </a:rPr>
              <a:t> </a:t>
            </a:r>
            <a:r>
              <a:rPr sz="3600" spc="-10" dirty="0">
                <a:latin typeface="Tahoma"/>
                <a:cs typeface="Tahoma"/>
              </a:rPr>
              <a:t>(TAs)</a:t>
            </a:r>
            <a:endParaRPr sz="3600">
              <a:latin typeface="Tahoma"/>
              <a:cs typeface="Tahoma"/>
            </a:endParaRPr>
          </a:p>
          <a:p>
            <a:pPr marL="416559">
              <a:lnSpc>
                <a:spcPct val="100000"/>
              </a:lnSpc>
              <a:spcBef>
                <a:spcPts val="1500"/>
              </a:spcBef>
              <a:tabLst>
                <a:tab pos="901065" algn="l"/>
              </a:tabLst>
            </a:pPr>
            <a:r>
              <a:rPr sz="2550" spc="10" dirty="0">
                <a:latin typeface="Tahoma"/>
                <a:cs typeface="Tahoma"/>
              </a:rPr>
              <a:t>-</a:t>
            </a:r>
            <a:r>
              <a:rPr sz="2550" dirty="0">
                <a:latin typeface="Tahoma"/>
                <a:cs typeface="Tahoma"/>
              </a:rPr>
              <a:t>	</a:t>
            </a:r>
            <a:r>
              <a:rPr sz="3600" spc="-10" dirty="0">
                <a:latin typeface="Tahoma"/>
                <a:cs typeface="Tahoma"/>
              </a:rPr>
              <a:t>Thu.</a:t>
            </a:r>
            <a:r>
              <a:rPr sz="3600" spc="-160" dirty="0">
                <a:latin typeface="Tahoma"/>
                <a:cs typeface="Tahoma"/>
              </a:rPr>
              <a:t> </a:t>
            </a:r>
            <a:r>
              <a:rPr sz="3600" spc="-10" dirty="0">
                <a:latin typeface="Tahoma"/>
                <a:cs typeface="Tahoma"/>
              </a:rPr>
              <a:t>10:10am-</a:t>
            </a:r>
            <a:r>
              <a:rPr sz="3600" dirty="0">
                <a:latin typeface="Tahoma"/>
                <a:cs typeface="Tahoma"/>
              </a:rPr>
              <a:t>12:00pm</a:t>
            </a:r>
            <a:r>
              <a:rPr sz="3600" spc="-150" dirty="0">
                <a:latin typeface="Tahoma"/>
                <a:cs typeface="Tahoma"/>
              </a:rPr>
              <a:t> </a:t>
            </a:r>
            <a:r>
              <a:rPr sz="3600" dirty="0">
                <a:latin typeface="Tahoma"/>
                <a:cs typeface="Tahoma"/>
              </a:rPr>
              <a:t>at</a:t>
            </a:r>
            <a:r>
              <a:rPr sz="3600" spc="-155" dirty="0">
                <a:latin typeface="Tahoma"/>
                <a:cs typeface="Tahoma"/>
              </a:rPr>
              <a:t> </a:t>
            </a:r>
            <a:r>
              <a:rPr sz="3600" dirty="0">
                <a:latin typeface="Tahoma"/>
                <a:cs typeface="Tahoma"/>
              </a:rPr>
              <a:t>Delta</a:t>
            </a:r>
            <a:r>
              <a:rPr sz="3600" spc="-150" dirty="0">
                <a:latin typeface="Tahoma"/>
                <a:cs typeface="Tahoma"/>
              </a:rPr>
              <a:t> </a:t>
            </a:r>
            <a:r>
              <a:rPr sz="3600" spc="-25" dirty="0">
                <a:latin typeface="Tahoma"/>
                <a:cs typeface="Tahoma"/>
              </a:rPr>
              <a:t>724</a:t>
            </a:r>
            <a:endParaRPr sz="3600">
              <a:latin typeface="Tahoma"/>
              <a:cs typeface="Tahoma"/>
            </a:endParaRPr>
          </a:p>
          <a:p>
            <a:pPr marL="456565" indent="-443865">
              <a:lnSpc>
                <a:spcPct val="100000"/>
              </a:lnSpc>
              <a:spcBef>
                <a:spcPts val="1500"/>
              </a:spcBef>
              <a:buSzPct val="70833"/>
              <a:buChar char="•"/>
              <a:tabLst>
                <a:tab pos="456565" algn="l"/>
              </a:tabLst>
            </a:pPr>
            <a:r>
              <a:rPr sz="3600" spc="-10" dirty="0">
                <a:latin typeface="Tahoma"/>
                <a:cs typeface="Tahoma"/>
              </a:rPr>
              <a:t>Email</a:t>
            </a:r>
            <a:endParaRPr sz="3600">
              <a:latin typeface="Tahoma"/>
              <a:cs typeface="Tahoma"/>
            </a:endParaRPr>
          </a:p>
          <a:p>
            <a:pPr marL="505459">
              <a:lnSpc>
                <a:spcPct val="100000"/>
              </a:lnSpc>
              <a:spcBef>
                <a:spcPts val="1500"/>
              </a:spcBef>
              <a:tabLst>
                <a:tab pos="1040765" algn="l"/>
              </a:tabLst>
            </a:pPr>
            <a:r>
              <a:rPr sz="2550" spc="10" dirty="0">
                <a:latin typeface="Tahoma"/>
                <a:cs typeface="Tahoma"/>
              </a:rPr>
              <a:t>‐</a:t>
            </a:r>
            <a:r>
              <a:rPr sz="2550" dirty="0">
                <a:latin typeface="Tahoma"/>
                <a:cs typeface="Tahoma"/>
              </a:rPr>
              <a:t>	</a:t>
            </a:r>
            <a:r>
              <a:rPr sz="3600" spc="-10" dirty="0">
                <a:latin typeface="Tahoma"/>
                <a:cs typeface="Tahoma"/>
                <a:hlinkClick r:id="rId2"/>
              </a:rPr>
              <a:t>ssta2026@datalab.cs.nthu.edu.tw</a:t>
            </a:r>
            <a:endParaRPr sz="3600">
              <a:latin typeface="Tahoma"/>
              <a:cs typeface="Tahoma"/>
            </a:endParaRPr>
          </a:p>
          <a:p>
            <a:pPr marL="456565" indent="-443865">
              <a:lnSpc>
                <a:spcPct val="100000"/>
              </a:lnSpc>
              <a:spcBef>
                <a:spcPts val="1500"/>
              </a:spcBef>
              <a:buSzPct val="70833"/>
              <a:buChar char="•"/>
              <a:tabLst>
                <a:tab pos="456565" algn="l"/>
              </a:tabLst>
            </a:pPr>
            <a:r>
              <a:rPr sz="3600" dirty="0">
                <a:latin typeface="Tahoma"/>
                <a:cs typeface="Tahoma"/>
              </a:rPr>
              <a:t>Online</a:t>
            </a:r>
            <a:r>
              <a:rPr sz="3600" spc="-55" dirty="0">
                <a:latin typeface="Tahoma"/>
                <a:cs typeface="Tahoma"/>
              </a:rPr>
              <a:t> </a:t>
            </a:r>
            <a:r>
              <a:rPr sz="3600" spc="-10" dirty="0">
                <a:latin typeface="Tahoma"/>
                <a:cs typeface="Tahoma"/>
              </a:rPr>
              <a:t>Forum</a:t>
            </a:r>
            <a:endParaRPr sz="3600">
              <a:latin typeface="Tahoma"/>
              <a:cs typeface="Tahoma"/>
            </a:endParaRPr>
          </a:p>
          <a:p>
            <a:pPr marL="416559">
              <a:lnSpc>
                <a:spcPct val="100000"/>
              </a:lnSpc>
              <a:spcBef>
                <a:spcPts val="1500"/>
              </a:spcBef>
              <a:tabLst>
                <a:tab pos="901065" algn="l"/>
              </a:tabLst>
            </a:pPr>
            <a:r>
              <a:rPr sz="2550" spc="10" dirty="0">
                <a:latin typeface="Tahoma"/>
                <a:cs typeface="Tahoma"/>
              </a:rPr>
              <a:t>-</a:t>
            </a:r>
            <a:r>
              <a:rPr sz="2550" dirty="0">
                <a:latin typeface="Tahoma"/>
                <a:cs typeface="Tahoma"/>
              </a:rPr>
              <a:t>	</a:t>
            </a:r>
            <a:r>
              <a:rPr sz="3600" spc="85" dirty="0">
                <a:latin typeface="Tahoma"/>
                <a:cs typeface="Tahoma"/>
              </a:rPr>
              <a:t>eeclass</a:t>
            </a:r>
            <a:endParaRPr sz="3600">
              <a:latin typeface="Tahoma"/>
              <a:cs typeface="Tahom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39930" y="2352775"/>
            <a:ext cx="8506460" cy="1244600"/>
          </a:xfrm>
          <a:prstGeom prst="rect">
            <a:avLst/>
          </a:prstGeom>
        </p:spPr>
        <p:txBody>
          <a:bodyPr vert="horz" wrap="square" lIns="0" tIns="12700" rIns="0" bIns="0" rtlCol="0">
            <a:spAutoFit/>
          </a:bodyPr>
          <a:lstStyle/>
          <a:p>
            <a:pPr marL="12700">
              <a:lnSpc>
                <a:spcPct val="100000"/>
              </a:lnSpc>
              <a:spcBef>
                <a:spcPts val="100"/>
              </a:spcBef>
            </a:pPr>
            <a:r>
              <a:rPr spc="-560" dirty="0"/>
              <a:t>If</a:t>
            </a:r>
            <a:r>
              <a:rPr spc="-245" dirty="0"/>
              <a:t> </a:t>
            </a:r>
            <a:r>
              <a:rPr spc="-930" dirty="0"/>
              <a:t>I</a:t>
            </a:r>
            <a:r>
              <a:rPr spc="-240" dirty="0"/>
              <a:t> </a:t>
            </a:r>
            <a:r>
              <a:rPr dirty="0"/>
              <a:t>have</a:t>
            </a:r>
            <a:r>
              <a:rPr spc="-229" dirty="0"/>
              <a:t> </a:t>
            </a:r>
            <a:r>
              <a:rPr spc="140" dirty="0"/>
              <a:t>Question?</a:t>
            </a:r>
          </a:p>
        </p:txBody>
      </p:sp>
      <p:pic>
        <p:nvPicPr>
          <p:cNvPr id="3" name="object 3"/>
          <p:cNvPicPr/>
          <p:nvPr/>
        </p:nvPicPr>
        <p:blipFill>
          <a:blip r:embed="rId2" cstate="print"/>
          <a:stretch>
            <a:fillRect/>
          </a:stretch>
        </p:blipFill>
        <p:spPr>
          <a:xfrm>
            <a:off x="1306899" y="5705303"/>
            <a:ext cx="5541061" cy="1936559"/>
          </a:xfrm>
          <a:prstGeom prst="rect">
            <a:avLst/>
          </a:prstGeom>
        </p:spPr>
      </p:pic>
      <p:pic>
        <p:nvPicPr>
          <p:cNvPr id="4" name="object 4"/>
          <p:cNvPicPr/>
          <p:nvPr/>
        </p:nvPicPr>
        <p:blipFill>
          <a:blip r:embed="rId3" cstate="print"/>
          <a:stretch>
            <a:fillRect/>
          </a:stretch>
        </p:blipFill>
        <p:spPr>
          <a:xfrm>
            <a:off x="8223480" y="4895441"/>
            <a:ext cx="2931866" cy="2932986"/>
          </a:xfrm>
          <a:prstGeom prst="rect">
            <a:avLst/>
          </a:prstGeom>
        </p:spPr>
      </p:pic>
      <p:sp>
        <p:nvSpPr>
          <p:cNvPr id="5" name="object 5"/>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4</a:t>
            </a:fld>
            <a:endParaRPr spc="-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96439" rIns="0" bIns="0" rtlCol="0">
            <a:spAutoFit/>
          </a:bodyPr>
          <a:lstStyle/>
          <a:p>
            <a:pPr marL="1871980">
              <a:lnSpc>
                <a:spcPct val="100000"/>
              </a:lnSpc>
              <a:spcBef>
                <a:spcPts val="100"/>
              </a:spcBef>
            </a:pPr>
            <a:r>
              <a:rPr spc="-560" dirty="0"/>
              <a:t>If</a:t>
            </a:r>
            <a:r>
              <a:rPr spc="-245" dirty="0"/>
              <a:t> </a:t>
            </a:r>
            <a:r>
              <a:rPr spc="-930" dirty="0"/>
              <a:t>I</a:t>
            </a:r>
            <a:r>
              <a:rPr spc="-240" dirty="0"/>
              <a:t> </a:t>
            </a:r>
            <a:r>
              <a:rPr dirty="0"/>
              <a:t>have</a:t>
            </a:r>
            <a:r>
              <a:rPr spc="-229" dirty="0"/>
              <a:t> </a:t>
            </a:r>
            <a:r>
              <a:rPr spc="140" dirty="0"/>
              <a:t>Question?</a:t>
            </a:r>
          </a:p>
        </p:txBody>
      </p:sp>
      <p:sp>
        <p:nvSpPr>
          <p:cNvPr id="3" name="object 3"/>
          <p:cNvSpPr txBox="1"/>
          <p:nvPr/>
        </p:nvSpPr>
        <p:spPr>
          <a:xfrm>
            <a:off x="987425" y="2620136"/>
            <a:ext cx="9872980" cy="4368800"/>
          </a:xfrm>
          <a:prstGeom prst="rect">
            <a:avLst/>
          </a:prstGeom>
        </p:spPr>
        <p:txBody>
          <a:bodyPr vert="horz" wrap="square" lIns="0" tIns="12700" rIns="0" bIns="0" rtlCol="0">
            <a:spAutoFit/>
          </a:bodyPr>
          <a:lstStyle/>
          <a:p>
            <a:pPr marL="456565" indent="-443865">
              <a:lnSpc>
                <a:spcPct val="100000"/>
              </a:lnSpc>
              <a:spcBef>
                <a:spcPts val="100"/>
              </a:spcBef>
              <a:buSzPct val="75000"/>
              <a:buChar char="•"/>
              <a:tabLst>
                <a:tab pos="456565" algn="l"/>
              </a:tabLst>
            </a:pPr>
            <a:r>
              <a:rPr sz="3600" spc="70" dirty="0">
                <a:latin typeface="Tahoma"/>
                <a:cs typeface="Tahoma"/>
              </a:rPr>
              <a:t>Always</a:t>
            </a:r>
            <a:r>
              <a:rPr sz="3600" spc="-114" dirty="0">
                <a:latin typeface="Tahoma"/>
                <a:cs typeface="Tahoma"/>
              </a:rPr>
              <a:t> </a:t>
            </a:r>
            <a:r>
              <a:rPr sz="3600" spc="85" dirty="0">
                <a:solidFill>
                  <a:srgbClr val="FF0000"/>
                </a:solidFill>
                <a:latin typeface="Tahoma"/>
                <a:cs typeface="Tahoma"/>
              </a:rPr>
              <a:t>Google</a:t>
            </a:r>
            <a:r>
              <a:rPr sz="3600" spc="-120" dirty="0">
                <a:solidFill>
                  <a:srgbClr val="FF0000"/>
                </a:solidFill>
                <a:latin typeface="Tahoma"/>
                <a:cs typeface="Tahoma"/>
              </a:rPr>
              <a:t> </a:t>
            </a:r>
            <a:r>
              <a:rPr sz="3600" dirty="0">
                <a:solidFill>
                  <a:srgbClr val="FF0000"/>
                </a:solidFill>
                <a:latin typeface="Tahoma"/>
                <a:cs typeface="Tahoma"/>
              </a:rPr>
              <a:t>or</a:t>
            </a:r>
            <a:r>
              <a:rPr sz="3600" spc="-114" dirty="0">
                <a:solidFill>
                  <a:srgbClr val="FF0000"/>
                </a:solidFill>
                <a:latin typeface="Tahoma"/>
                <a:cs typeface="Tahoma"/>
              </a:rPr>
              <a:t> </a:t>
            </a:r>
            <a:r>
              <a:rPr sz="3600" spc="80" dirty="0">
                <a:solidFill>
                  <a:srgbClr val="FF0000"/>
                </a:solidFill>
                <a:latin typeface="Tahoma"/>
                <a:cs typeface="Tahoma"/>
              </a:rPr>
              <a:t>ask</a:t>
            </a:r>
            <a:r>
              <a:rPr sz="3600" spc="-120" dirty="0">
                <a:solidFill>
                  <a:srgbClr val="FF0000"/>
                </a:solidFill>
                <a:latin typeface="Tahoma"/>
                <a:cs typeface="Tahoma"/>
              </a:rPr>
              <a:t> </a:t>
            </a:r>
            <a:r>
              <a:rPr sz="3600" spc="65" dirty="0">
                <a:solidFill>
                  <a:srgbClr val="FF0000"/>
                </a:solidFill>
                <a:latin typeface="Tahoma"/>
                <a:cs typeface="Tahoma"/>
              </a:rPr>
              <a:t>Chatgpt</a:t>
            </a:r>
            <a:r>
              <a:rPr sz="3600" spc="-120" dirty="0">
                <a:solidFill>
                  <a:srgbClr val="FF0000"/>
                </a:solidFill>
                <a:latin typeface="Tahoma"/>
                <a:cs typeface="Tahoma"/>
              </a:rPr>
              <a:t> </a:t>
            </a:r>
            <a:r>
              <a:rPr sz="3600" spc="-10" dirty="0">
                <a:solidFill>
                  <a:srgbClr val="FF0000"/>
                </a:solidFill>
                <a:latin typeface="Tahoma"/>
                <a:cs typeface="Tahoma"/>
              </a:rPr>
              <a:t>first</a:t>
            </a:r>
            <a:r>
              <a:rPr sz="3600" spc="-10" dirty="0">
                <a:latin typeface="Tahoma"/>
                <a:cs typeface="Tahoma"/>
              </a:rPr>
              <a:t>!</a:t>
            </a:r>
            <a:endParaRPr sz="3600">
              <a:latin typeface="Tahoma"/>
              <a:cs typeface="Tahoma"/>
            </a:endParaRPr>
          </a:p>
          <a:p>
            <a:pPr marL="901700" marR="645160" lvl="1" indent="-444500">
              <a:lnSpc>
                <a:spcPct val="100000"/>
              </a:lnSpc>
              <a:spcBef>
                <a:spcPts val="4200"/>
              </a:spcBef>
              <a:buSzPct val="75000"/>
              <a:buChar char="•"/>
              <a:tabLst>
                <a:tab pos="901700" algn="l"/>
              </a:tabLst>
            </a:pPr>
            <a:r>
              <a:rPr sz="3600" dirty="0">
                <a:latin typeface="Tahoma"/>
                <a:cs typeface="Tahoma"/>
              </a:rPr>
              <a:t>Learn</a:t>
            </a:r>
            <a:r>
              <a:rPr sz="3600" spc="-85" dirty="0">
                <a:latin typeface="Tahoma"/>
                <a:cs typeface="Tahoma"/>
              </a:rPr>
              <a:t> </a:t>
            </a:r>
            <a:r>
              <a:rPr sz="3600" dirty="0">
                <a:latin typeface="Tahoma"/>
                <a:cs typeface="Tahoma"/>
              </a:rPr>
              <a:t>how</a:t>
            </a:r>
            <a:r>
              <a:rPr sz="3600" spc="-90" dirty="0">
                <a:latin typeface="Tahoma"/>
                <a:cs typeface="Tahoma"/>
              </a:rPr>
              <a:t> </a:t>
            </a:r>
            <a:r>
              <a:rPr sz="3600" dirty="0">
                <a:latin typeface="Tahoma"/>
                <a:cs typeface="Tahoma"/>
              </a:rPr>
              <a:t>to</a:t>
            </a:r>
            <a:r>
              <a:rPr sz="3600" spc="-85" dirty="0">
                <a:latin typeface="Tahoma"/>
                <a:cs typeface="Tahoma"/>
              </a:rPr>
              <a:t> </a:t>
            </a:r>
            <a:r>
              <a:rPr sz="3600" dirty="0">
                <a:latin typeface="Tahoma"/>
                <a:cs typeface="Tahoma"/>
              </a:rPr>
              <a:t>google</a:t>
            </a:r>
            <a:r>
              <a:rPr sz="3600" spc="-80" dirty="0">
                <a:latin typeface="Tahoma"/>
                <a:cs typeface="Tahoma"/>
              </a:rPr>
              <a:t> </a:t>
            </a:r>
            <a:r>
              <a:rPr sz="3600" spc="55" dirty="0">
                <a:latin typeface="Tahoma"/>
                <a:cs typeface="Tahoma"/>
              </a:rPr>
              <a:t>and</a:t>
            </a:r>
            <a:r>
              <a:rPr sz="3600" spc="-90" dirty="0">
                <a:latin typeface="Tahoma"/>
                <a:cs typeface="Tahoma"/>
              </a:rPr>
              <a:t> </a:t>
            </a:r>
            <a:r>
              <a:rPr sz="3600" dirty="0">
                <a:latin typeface="Tahoma"/>
                <a:cs typeface="Tahoma"/>
              </a:rPr>
              <a:t>generative</a:t>
            </a:r>
            <a:r>
              <a:rPr sz="3600" spc="-85" dirty="0">
                <a:latin typeface="Tahoma"/>
                <a:cs typeface="Tahoma"/>
              </a:rPr>
              <a:t> </a:t>
            </a:r>
            <a:r>
              <a:rPr sz="3600" spc="-105" dirty="0">
                <a:latin typeface="Tahoma"/>
                <a:cs typeface="Tahoma"/>
              </a:rPr>
              <a:t>AI</a:t>
            </a:r>
            <a:r>
              <a:rPr sz="3600" spc="-85" dirty="0">
                <a:latin typeface="Tahoma"/>
                <a:cs typeface="Tahoma"/>
              </a:rPr>
              <a:t> </a:t>
            </a:r>
            <a:r>
              <a:rPr sz="3600" spc="45" dirty="0">
                <a:latin typeface="Tahoma"/>
                <a:cs typeface="Tahoma"/>
              </a:rPr>
              <a:t>is </a:t>
            </a:r>
            <a:r>
              <a:rPr sz="3600" spc="-10" dirty="0">
                <a:latin typeface="Tahoma"/>
                <a:cs typeface="Tahoma"/>
              </a:rPr>
              <a:t>important.</a:t>
            </a:r>
            <a:endParaRPr sz="3600">
              <a:latin typeface="Tahoma"/>
              <a:cs typeface="Tahoma"/>
            </a:endParaRPr>
          </a:p>
          <a:p>
            <a:pPr marL="456565" indent="-443865">
              <a:lnSpc>
                <a:spcPct val="100000"/>
              </a:lnSpc>
              <a:spcBef>
                <a:spcPts val="4200"/>
              </a:spcBef>
              <a:buSzPct val="75000"/>
              <a:buChar char="•"/>
              <a:tabLst>
                <a:tab pos="456565" algn="l"/>
              </a:tabLst>
            </a:pPr>
            <a:r>
              <a:rPr sz="3600" spc="-254" dirty="0">
                <a:latin typeface="Tahoma"/>
                <a:cs typeface="Tahoma"/>
              </a:rPr>
              <a:t>If</a:t>
            </a:r>
            <a:r>
              <a:rPr sz="3600" spc="-135" dirty="0">
                <a:latin typeface="Tahoma"/>
                <a:cs typeface="Tahoma"/>
              </a:rPr>
              <a:t> </a:t>
            </a:r>
            <a:r>
              <a:rPr sz="3600" dirty="0">
                <a:latin typeface="Tahoma"/>
                <a:cs typeface="Tahoma"/>
              </a:rPr>
              <a:t>you</a:t>
            </a:r>
            <a:r>
              <a:rPr sz="3600" spc="-125" dirty="0">
                <a:latin typeface="Tahoma"/>
                <a:cs typeface="Tahoma"/>
              </a:rPr>
              <a:t> </a:t>
            </a:r>
            <a:r>
              <a:rPr sz="3600" spc="-10" dirty="0">
                <a:latin typeface="Tahoma"/>
                <a:cs typeface="Tahoma"/>
              </a:rPr>
              <a:t>try</a:t>
            </a:r>
            <a:r>
              <a:rPr sz="3600" spc="-125" dirty="0">
                <a:latin typeface="Tahoma"/>
                <a:cs typeface="Tahoma"/>
              </a:rPr>
              <a:t> </a:t>
            </a:r>
            <a:r>
              <a:rPr sz="3600" dirty="0">
                <a:latin typeface="Tahoma"/>
                <a:cs typeface="Tahoma"/>
              </a:rPr>
              <a:t>your</a:t>
            </a:r>
            <a:r>
              <a:rPr sz="3600" spc="-125" dirty="0">
                <a:latin typeface="Tahoma"/>
                <a:cs typeface="Tahoma"/>
              </a:rPr>
              <a:t> </a:t>
            </a:r>
            <a:r>
              <a:rPr sz="3600" spc="60" dirty="0">
                <a:latin typeface="Tahoma"/>
                <a:cs typeface="Tahoma"/>
              </a:rPr>
              <a:t>best</a:t>
            </a:r>
            <a:r>
              <a:rPr sz="3600" spc="-135" dirty="0">
                <a:latin typeface="Tahoma"/>
                <a:cs typeface="Tahoma"/>
              </a:rPr>
              <a:t> </a:t>
            </a:r>
            <a:r>
              <a:rPr sz="3600" dirty="0">
                <a:latin typeface="Tahoma"/>
                <a:cs typeface="Tahoma"/>
              </a:rPr>
              <a:t>but</a:t>
            </a:r>
            <a:r>
              <a:rPr sz="3600" spc="-130" dirty="0">
                <a:latin typeface="Tahoma"/>
                <a:cs typeface="Tahoma"/>
              </a:rPr>
              <a:t> </a:t>
            </a:r>
            <a:r>
              <a:rPr sz="3600" dirty="0">
                <a:latin typeface="Tahoma"/>
                <a:cs typeface="Tahoma"/>
              </a:rPr>
              <a:t>still</a:t>
            </a:r>
            <a:r>
              <a:rPr sz="3600" spc="-125" dirty="0">
                <a:latin typeface="Tahoma"/>
                <a:cs typeface="Tahoma"/>
              </a:rPr>
              <a:t> </a:t>
            </a:r>
            <a:r>
              <a:rPr sz="3600" spc="85" dirty="0">
                <a:latin typeface="Tahoma"/>
                <a:cs typeface="Tahoma"/>
              </a:rPr>
              <a:t>can’t</a:t>
            </a:r>
            <a:r>
              <a:rPr sz="3600" spc="-130" dirty="0">
                <a:latin typeface="Tahoma"/>
                <a:cs typeface="Tahoma"/>
              </a:rPr>
              <a:t> </a:t>
            </a:r>
            <a:r>
              <a:rPr sz="3600" spc="95" dirty="0">
                <a:latin typeface="Tahoma"/>
                <a:cs typeface="Tahoma"/>
              </a:rPr>
              <a:t>catch</a:t>
            </a:r>
            <a:r>
              <a:rPr sz="3600" spc="-130" dirty="0">
                <a:latin typeface="Tahoma"/>
                <a:cs typeface="Tahoma"/>
              </a:rPr>
              <a:t> </a:t>
            </a:r>
            <a:r>
              <a:rPr sz="3600" spc="-25" dirty="0">
                <a:latin typeface="Tahoma"/>
                <a:cs typeface="Tahoma"/>
              </a:rPr>
              <a:t>it.</a:t>
            </a:r>
            <a:endParaRPr sz="3600">
              <a:latin typeface="Tahoma"/>
              <a:cs typeface="Tahoma"/>
            </a:endParaRPr>
          </a:p>
          <a:p>
            <a:pPr marL="901065" lvl="1" indent="-444500">
              <a:lnSpc>
                <a:spcPct val="100000"/>
              </a:lnSpc>
              <a:spcBef>
                <a:spcPts val="4200"/>
              </a:spcBef>
              <a:buSzPct val="75000"/>
              <a:buChar char="•"/>
              <a:tabLst>
                <a:tab pos="901065" algn="l"/>
              </a:tabLst>
            </a:pPr>
            <a:r>
              <a:rPr sz="3600" dirty="0">
                <a:latin typeface="Tahoma"/>
                <a:cs typeface="Tahoma"/>
              </a:rPr>
              <a:t>Feel</a:t>
            </a:r>
            <a:r>
              <a:rPr sz="3600" spc="-120" dirty="0">
                <a:latin typeface="Tahoma"/>
                <a:cs typeface="Tahoma"/>
              </a:rPr>
              <a:t> </a:t>
            </a:r>
            <a:r>
              <a:rPr sz="3600" spc="-35" dirty="0">
                <a:latin typeface="Tahoma"/>
                <a:cs typeface="Tahoma"/>
              </a:rPr>
              <a:t>free</a:t>
            </a:r>
            <a:r>
              <a:rPr sz="3600" spc="-120" dirty="0">
                <a:latin typeface="Tahoma"/>
                <a:cs typeface="Tahoma"/>
              </a:rPr>
              <a:t> </a:t>
            </a:r>
            <a:r>
              <a:rPr sz="3600" dirty="0">
                <a:latin typeface="Tahoma"/>
                <a:cs typeface="Tahoma"/>
              </a:rPr>
              <a:t>to</a:t>
            </a:r>
            <a:r>
              <a:rPr sz="3600" spc="-114" dirty="0">
                <a:latin typeface="Tahoma"/>
                <a:cs typeface="Tahoma"/>
              </a:rPr>
              <a:t> </a:t>
            </a:r>
            <a:r>
              <a:rPr sz="3600" spc="80" dirty="0">
                <a:latin typeface="Tahoma"/>
                <a:cs typeface="Tahoma"/>
              </a:rPr>
              <a:t>ask</a:t>
            </a:r>
            <a:r>
              <a:rPr sz="3600" spc="-120" dirty="0">
                <a:latin typeface="Tahoma"/>
                <a:cs typeface="Tahoma"/>
              </a:rPr>
              <a:t> </a:t>
            </a:r>
            <a:r>
              <a:rPr sz="3600" spc="70" dirty="0">
                <a:latin typeface="Tahoma"/>
                <a:cs typeface="Tahoma"/>
              </a:rPr>
              <a:t>us</a:t>
            </a:r>
            <a:r>
              <a:rPr sz="3600" spc="-120" dirty="0">
                <a:latin typeface="Tahoma"/>
                <a:cs typeface="Tahoma"/>
              </a:rPr>
              <a:t> </a:t>
            </a:r>
            <a:r>
              <a:rPr sz="3600" dirty="0">
                <a:latin typeface="Tahoma"/>
                <a:cs typeface="Tahoma"/>
              </a:rPr>
              <a:t>on</a:t>
            </a:r>
            <a:r>
              <a:rPr sz="3600" spc="-114" dirty="0">
                <a:latin typeface="Tahoma"/>
                <a:cs typeface="Tahoma"/>
              </a:rPr>
              <a:t> </a:t>
            </a:r>
            <a:r>
              <a:rPr sz="3600" spc="95" dirty="0">
                <a:latin typeface="Tahoma"/>
                <a:cs typeface="Tahoma"/>
              </a:rPr>
              <a:t>eeclass</a:t>
            </a:r>
            <a:r>
              <a:rPr sz="3600" spc="-120" dirty="0">
                <a:latin typeface="Tahoma"/>
                <a:cs typeface="Tahoma"/>
              </a:rPr>
              <a:t> </a:t>
            </a:r>
            <a:r>
              <a:rPr sz="3600" dirty="0">
                <a:latin typeface="Tahoma"/>
                <a:cs typeface="Tahoma"/>
              </a:rPr>
              <a:t>or</a:t>
            </a:r>
            <a:r>
              <a:rPr sz="3600" spc="-114" dirty="0">
                <a:latin typeface="Tahoma"/>
                <a:cs typeface="Tahoma"/>
              </a:rPr>
              <a:t> </a:t>
            </a:r>
            <a:r>
              <a:rPr sz="3600" dirty="0">
                <a:latin typeface="Tahoma"/>
                <a:cs typeface="Tahoma"/>
              </a:rPr>
              <a:t>office</a:t>
            </a:r>
            <a:r>
              <a:rPr sz="3600" spc="-120" dirty="0">
                <a:latin typeface="Tahoma"/>
                <a:cs typeface="Tahoma"/>
              </a:rPr>
              <a:t> </a:t>
            </a:r>
            <a:r>
              <a:rPr sz="3600" spc="-10" dirty="0">
                <a:latin typeface="Tahoma"/>
                <a:cs typeface="Tahoma"/>
              </a:rPr>
              <a:t>hour.</a:t>
            </a:r>
            <a:endParaRPr sz="3600">
              <a:latin typeface="Tahoma"/>
              <a:cs typeface="Tahoma"/>
            </a:endParaRPr>
          </a:p>
        </p:txBody>
      </p:sp>
      <p:pic>
        <p:nvPicPr>
          <p:cNvPr id="4" name="object 4"/>
          <p:cNvPicPr/>
          <p:nvPr/>
        </p:nvPicPr>
        <p:blipFill>
          <a:blip r:embed="rId2" cstate="print"/>
          <a:stretch>
            <a:fillRect/>
          </a:stretch>
        </p:blipFill>
        <p:spPr>
          <a:xfrm>
            <a:off x="7840132" y="5793316"/>
            <a:ext cx="5164667" cy="3960283"/>
          </a:xfrm>
          <a:prstGeom prst="rect">
            <a:avLst/>
          </a:prstGeom>
        </p:spPr>
      </p:pic>
      <p:sp>
        <p:nvSpPr>
          <p:cNvPr id="5" name="object 5"/>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5</a:t>
            </a:fld>
            <a:endParaRPr spc="-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6</a:t>
            </a:fld>
            <a:endParaRPr spc="-25" dirty="0"/>
          </a:p>
        </p:txBody>
      </p:sp>
      <p:sp>
        <p:nvSpPr>
          <p:cNvPr id="2" name="object 2"/>
          <p:cNvSpPr txBox="1">
            <a:spLocks noGrp="1"/>
          </p:cNvSpPr>
          <p:nvPr>
            <p:ph type="title"/>
          </p:nvPr>
        </p:nvSpPr>
        <p:spPr>
          <a:prstGeom prst="rect">
            <a:avLst/>
          </a:prstGeom>
        </p:spPr>
        <p:txBody>
          <a:bodyPr vert="horz" wrap="square" lIns="0" tIns="496439" rIns="0" bIns="0" rtlCol="0">
            <a:spAutoFit/>
          </a:bodyPr>
          <a:lstStyle/>
          <a:p>
            <a:pPr marL="2378075">
              <a:lnSpc>
                <a:spcPct val="100000"/>
              </a:lnSpc>
              <a:spcBef>
                <a:spcPts val="100"/>
              </a:spcBef>
            </a:pPr>
            <a:r>
              <a:rPr spc="-630" dirty="0"/>
              <a:t>T</a:t>
            </a:r>
            <a:r>
              <a:rPr spc="150" dirty="0"/>
              <a:t>oday</a:t>
            </a:r>
            <a:r>
              <a:rPr spc="-135" dirty="0"/>
              <a:t>’</a:t>
            </a:r>
            <a:r>
              <a:rPr spc="160" dirty="0"/>
              <a:t>s</a:t>
            </a:r>
            <a:r>
              <a:rPr spc="-65" dirty="0"/>
              <a:t> </a:t>
            </a:r>
            <a:r>
              <a:rPr spc="65" dirty="0"/>
              <a:t>exercise</a:t>
            </a:r>
          </a:p>
        </p:txBody>
      </p:sp>
      <p:sp>
        <p:nvSpPr>
          <p:cNvPr id="3" name="object 3"/>
          <p:cNvSpPr txBox="1"/>
          <p:nvPr/>
        </p:nvSpPr>
        <p:spPr>
          <a:xfrm>
            <a:off x="1130300" y="2620136"/>
            <a:ext cx="9745345" cy="4368800"/>
          </a:xfrm>
          <a:prstGeom prst="rect">
            <a:avLst/>
          </a:prstGeom>
        </p:spPr>
        <p:txBody>
          <a:bodyPr vert="horz" wrap="square" lIns="0" tIns="12700" rIns="0" bIns="0" rtlCol="0">
            <a:spAutoFit/>
          </a:bodyPr>
          <a:lstStyle/>
          <a:p>
            <a:pPr marL="326390" indent="-313690">
              <a:lnSpc>
                <a:spcPct val="100000"/>
              </a:lnSpc>
              <a:spcBef>
                <a:spcPts val="100"/>
              </a:spcBef>
              <a:buSzPct val="37500"/>
              <a:buChar char="•"/>
              <a:tabLst>
                <a:tab pos="326390" algn="l"/>
              </a:tabLst>
            </a:pPr>
            <a:r>
              <a:rPr sz="3600" spc="-45" dirty="0">
                <a:latin typeface="Tahoma"/>
                <a:cs typeface="Tahoma"/>
              </a:rPr>
              <a:t>Install</a:t>
            </a:r>
            <a:r>
              <a:rPr sz="3600" spc="-155" dirty="0">
                <a:latin typeface="Tahoma"/>
                <a:cs typeface="Tahoma"/>
              </a:rPr>
              <a:t> </a:t>
            </a:r>
            <a:r>
              <a:rPr sz="3600" spc="70" dirty="0">
                <a:latin typeface="Tahoma"/>
                <a:cs typeface="Tahoma"/>
              </a:rPr>
              <a:t>Git</a:t>
            </a:r>
            <a:r>
              <a:rPr sz="3600" spc="-155" dirty="0">
                <a:latin typeface="Tahoma"/>
                <a:cs typeface="Tahoma"/>
              </a:rPr>
              <a:t> </a:t>
            </a:r>
            <a:r>
              <a:rPr sz="3600" spc="80" dirty="0">
                <a:latin typeface="Tahoma"/>
                <a:cs typeface="Tahoma"/>
              </a:rPr>
              <a:t>command</a:t>
            </a:r>
            <a:r>
              <a:rPr sz="3600" spc="-155" dirty="0">
                <a:latin typeface="Tahoma"/>
                <a:cs typeface="Tahoma"/>
              </a:rPr>
              <a:t> </a:t>
            </a:r>
            <a:r>
              <a:rPr sz="3600" dirty="0">
                <a:latin typeface="Tahoma"/>
                <a:cs typeface="Tahoma"/>
              </a:rPr>
              <a:t>line</a:t>
            </a:r>
            <a:r>
              <a:rPr sz="3600" spc="-150" dirty="0">
                <a:latin typeface="Tahoma"/>
                <a:cs typeface="Tahoma"/>
              </a:rPr>
              <a:t> </a:t>
            </a:r>
            <a:r>
              <a:rPr sz="3600" dirty="0">
                <a:latin typeface="Tahoma"/>
                <a:cs typeface="Tahoma"/>
              </a:rPr>
              <a:t>tool</a:t>
            </a:r>
            <a:r>
              <a:rPr sz="3600" spc="-150" dirty="0">
                <a:latin typeface="Tahoma"/>
                <a:cs typeface="Tahoma"/>
              </a:rPr>
              <a:t> </a:t>
            </a:r>
            <a:r>
              <a:rPr sz="3600" dirty="0">
                <a:latin typeface="Tahoma"/>
                <a:cs typeface="Tahoma"/>
              </a:rPr>
              <a:t>in</a:t>
            </a:r>
            <a:r>
              <a:rPr sz="3600" spc="-150" dirty="0">
                <a:latin typeface="Tahoma"/>
                <a:cs typeface="Tahoma"/>
              </a:rPr>
              <a:t> </a:t>
            </a:r>
            <a:r>
              <a:rPr sz="3600" dirty="0">
                <a:latin typeface="Tahoma"/>
                <a:cs typeface="Tahoma"/>
              </a:rPr>
              <a:t>your</a:t>
            </a:r>
            <a:r>
              <a:rPr sz="3600" spc="-155" dirty="0">
                <a:latin typeface="Tahoma"/>
                <a:cs typeface="Tahoma"/>
              </a:rPr>
              <a:t> </a:t>
            </a:r>
            <a:r>
              <a:rPr sz="3600" spc="-10" dirty="0">
                <a:latin typeface="Tahoma"/>
                <a:cs typeface="Tahoma"/>
              </a:rPr>
              <a:t>computer</a:t>
            </a:r>
            <a:endParaRPr sz="3600">
              <a:latin typeface="Tahoma"/>
              <a:cs typeface="Tahoma"/>
            </a:endParaRPr>
          </a:p>
          <a:p>
            <a:pPr marL="784225" marR="581660" lvl="1" indent="-314325">
              <a:lnSpc>
                <a:spcPct val="100000"/>
              </a:lnSpc>
              <a:spcBef>
                <a:spcPts val="4200"/>
              </a:spcBef>
              <a:buSzPct val="37500"/>
              <a:buChar char="•"/>
              <a:tabLst>
                <a:tab pos="784225" algn="l"/>
              </a:tabLst>
            </a:pPr>
            <a:r>
              <a:rPr sz="3600" dirty="0">
                <a:latin typeface="Tahoma"/>
                <a:cs typeface="Tahoma"/>
              </a:rPr>
              <a:t>Follow</a:t>
            </a:r>
            <a:r>
              <a:rPr sz="3600" spc="50" dirty="0">
                <a:latin typeface="Tahoma"/>
                <a:cs typeface="Tahoma"/>
              </a:rPr>
              <a:t> </a:t>
            </a:r>
            <a:r>
              <a:rPr sz="3600" dirty="0">
                <a:latin typeface="Tahoma"/>
                <a:cs typeface="Tahoma"/>
              </a:rPr>
              <a:t>appendix</a:t>
            </a:r>
            <a:r>
              <a:rPr sz="3600" spc="55" dirty="0">
                <a:latin typeface="Tahoma"/>
                <a:cs typeface="Tahoma"/>
              </a:rPr>
              <a:t> </a:t>
            </a:r>
            <a:r>
              <a:rPr sz="3600" spc="65" dirty="0">
                <a:latin typeface="Tahoma"/>
                <a:cs typeface="Tahoma"/>
              </a:rPr>
              <a:t>“Git</a:t>
            </a:r>
            <a:r>
              <a:rPr sz="3600" spc="50" dirty="0">
                <a:latin typeface="Tahoma"/>
                <a:cs typeface="Tahoma"/>
              </a:rPr>
              <a:t> </a:t>
            </a:r>
            <a:r>
              <a:rPr sz="3600" spc="60" dirty="0">
                <a:latin typeface="Tahoma"/>
                <a:cs typeface="Tahoma"/>
              </a:rPr>
              <a:t>Command-</a:t>
            </a:r>
            <a:r>
              <a:rPr sz="3600" dirty="0">
                <a:latin typeface="Tahoma"/>
                <a:cs typeface="Tahoma"/>
              </a:rPr>
              <a:t>line</a:t>
            </a:r>
            <a:r>
              <a:rPr sz="3600" spc="60" dirty="0">
                <a:latin typeface="Tahoma"/>
                <a:cs typeface="Tahoma"/>
              </a:rPr>
              <a:t> </a:t>
            </a:r>
            <a:r>
              <a:rPr sz="3600" spc="-20" dirty="0">
                <a:latin typeface="Tahoma"/>
                <a:cs typeface="Tahoma"/>
              </a:rPr>
              <a:t>Tool </a:t>
            </a:r>
            <a:r>
              <a:rPr sz="3600" spc="-10" dirty="0">
                <a:latin typeface="Tahoma"/>
                <a:cs typeface="Tahoma"/>
              </a:rPr>
              <a:t>Installation”.</a:t>
            </a:r>
            <a:endParaRPr sz="3600">
              <a:latin typeface="Tahoma"/>
              <a:cs typeface="Tahoma"/>
            </a:endParaRPr>
          </a:p>
          <a:p>
            <a:pPr marL="326390" indent="-313690">
              <a:lnSpc>
                <a:spcPct val="100000"/>
              </a:lnSpc>
              <a:spcBef>
                <a:spcPts val="4200"/>
              </a:spcBef>
              <a:buSzPct val="37500"/>
              <a:buChar char="•"/>
              <a:tabLst>
                <a:tab pos="326390" algn="l"/>
              </a:tabLst>
            </a:pPr>
            <a:r>
              <a:rPr sz="3600" spc="-165" dirty="0">
                <a:latin typeface="Tahoma"/>
                <a:cs typeface="Tahoma"/>
              </a:rPr>
              <a:t>Try</a:t>
            </a:r>
            <a:r>
              <a:rPr sz="3600" spc="-100" dirty="0">
                <a:latin typeface="Tahoma"/>
                <a:cs typeface="Tahoma"/>
              </a:rPr>
              <a:t> </a:t>
            </a:r>
            <a:r>
              <a:rPr sz="3600" dirty="0">
                <a:latin typeface="Tahoma"/>
                <a:cs typeface="Tahoma"/>
              </a:rPr>
              <a:t>to</a:t>
            </a:r>
            <a:r>
              <a:rPr sz="3600" spc="-95" dirty="0">
                <a:latin typeface="Tahoma"/>
                <a:cs typeface="Tahoma"/>
              </a:rPr>
              <a:t> </a:t>
            </a:r>
            <a:r>
              <a:rPr sz="3600" dirty="0">
                <a:latin typeface="Tahoma"/>
                <a:cs typeface="Tahoma"/>
              </a:rPr>
              <a:t>submit</a:t>
            </a:r>
            <a:r>
              <a:rPr sz="3600" spc="-100" dirty="0">
                <a:latin typeface="Tahoma"/>
                <a:cs typeface="Tahoma"/>
              </a:rPr>
              <a:t> </a:t>
            </a:r>
            <a:r>
              <a:rPr sz="3600" dirty="0">
                <a:latin typeface="Tahoma"/>
                <a:cs typeface="Tahoma"/>
              </a:rPr>
              <a:t>in</a:t>
            </a:r>
            <a:r>
              <a:rPr sz="3600" spc="-95" dirty="0">
                <a:latin typeface="Tahoma"/>
                <a:cs typeface="Tahoma"/>
              </a:rPr>
              <a:t> </a:t>
            </a:r>
            <a:r>
              <a:rPr sz="3600" spc="60" dirty="0">
                <a:latin typeface="Tahoma"/>
                <a:cs typeface="Tahoma"/>
              </a:rPr>
              <a:t>GitLab.</a:t>
            </a:r>
            <a:endParaRPr sz="3600">
              <a:latin typeface="Tahoma"/>
              <a:cs typeface="Tahoma"/>
            </a:endParaRPr>
          </a:p>
          <a:p>
            <a:pPr marL="326390" indent="-313690">
              <a:lnSpc>
                <a:spcPct val="100000"/>
              </a:lnSpc>
              <a:spcBef>
                <a:spcPts val="4200"/>
              </a:spcBef>
              <a:buSzPct val="37500"/>
              <a:buChar char="•"/>
              <a:tabLst>
                <a:tab pos="326390" algn="l"/>
              </a:tabLst>
            </a:pPr>
            <a:r>
              <a:rPr sz="3600" spc="80" dirty="0">
                <a:latin typeface="Tahoma"/>
                <a:cs typeface="Tahoma"/>
              </a:rPr>
              <a:t>Set</a:t>
            </a:r>
            <a:r>
              <a:rPr sz="3600" spc="-130" dirty="0">
                <a:latin typeface="Tahoma"/>
                <a:cs typeface="Tahoma"/>
              </a:rPr>
              <a:t> </a:t>
            </a:r>
            <a:r>
              <a:rPr sz="3600" spc="55" dirty="0">
                <a:latin typeface="Tahoma"/>
                <a:cs typeface="Tahoma"/>
              </a:rPr>
              <a:t>up</a:t>
            </a:r>
            <a:r>
              <a:rPr sz="3600" spc="-125" dirty="0">
                <a:latin typeface="Tahoma"/>
                <a:cs typeface="Tahoma"/>
              </a:rPr>
              <a:t> </a:t>
            </a:r>
            <a:r>
              <a:rPr sz="3600" spc="-60" dirty="0">
                <a:latin typeface="Tahoma"/>
                <a:cs typeface="Tahoma"/>
              </a:rPr>
              <a:t>flutter</a:t>
            </a:r>
            <a:r>
              <a:rPr sz="3600" spc="-120" dirty="0">
                <a:latin typeface="Tahoma"/>
                <a:cs typeface="Tahoma"/>
              </a:rPr>
              <a:t> </a:t>
            </a:r>
            <a:r>
              <a:rPr sz="3600" spc="-20" dirty="0">
                <a:latin typeface="Tahoma"/>
                <a:cs typeface="Tahoma"/>
              </a:rPr>
              <a:t>environment</a:t>
            </a:r>
            <a:r>
              <a:rPr sz="3600" spc="-130" dirty="0">
                <a:latin typeface="Tahoma"/>
                <a:cs typeface="Tahoma"/>
              </a:rPr>
              <a:t> </a:t>
            </a:r>
            <a:r>
              <a:rPr sz="3600" spc="-330" dirty="0">
                <a:latin typeface="Tahoma"/>
                <a:cs typeface="Tahoma"/>
              </a:rPr>
              <a:t>(If</a:t>
            </a:r>
            <a:r>
              <a:rPr sz="3600" spc="-125" dirty="0">
                <a:latin typeface="Tahoma"/>
                <a:cs typeface="Tahoma"/>
              </a:rPr>
              <a:t> </a:t>
            </a:r>
            <a:r>
              <a:rPr sz="3600" dirty="0">
                <a:latin typeface="Tahoma"/>
                <a:cs typeface="Tahoma"/>
              </a:rPr>
              <a:t>we</a:t>
            </a:r>
            <a:r>
              <a:rPr sz="3600" spc="-120" dirty="0">
                <a:latin typeface="Tahoma"/>
                <a:cs typeface="Tahoma"/>
              </a:rPr>
              <a:t> </a:t>
            </a:r>
            <a:r>
              <a:rPr sz="3600" dirty="0">
                <a:latin typeface="Tahoma"/>
                <a:cs typeface="Tahoma"/>
              </a:rPr>
              <a:t>have</a:t>
            </a:r>
            <a:r>
              <a:rPr sz="3600" spc="-125" dirty="0">
                <a:latin typeface="Tahoma"/>
                <a:cs typeface="Tahoma"/>
              </a:rPr>
              <a:t> </a:t>
            </a:r>
            <a:r>
              <a:rPr sz="3600" spc="-10" dirty="0">
                <a:latin typeface="Tahoma"/>
                <a:cs typeface="Tahoma"/>
              </a:rPr>
              <a:t>time)</a:t>
            </a:r>
            <a:endParaRPr sz="3600">
              <a:latin typeface="Tahoma"/>
              <a:cs typeface="Tahom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7</a:t>
            </a:fld>
            <a:endParaRPr spc="-25" dirty="0"/>
          </a:p>
        </p:txBody>
      </p:sp>
      <p:sp>
        <p:nvSpPr>
          <p:cNvPr id="2" name="object 2"/>
          <p:cNvSpPr txBox="1">
            <a:spLocks noGrp="1"/>
          </p:cNvSpPr>
          <p:nvPr>
            <p:ph type="title"/>
          </p:nvPr>
        </p:nvSpPr>
        <p:spPr>
          <a:prstGeom prst="rect">
            <a:avLst/>
          </a:prstGeom>
        </p:spPr>
        <p:txBody>
          <a:bodyPr vert="horz" wrap="square" lIns="0" tIns="496439" rIns="0" bIns="0" rtlCol="0">
            <a:spAutoFit/>
          </a:bodyPr>
          <a:lstStyle/>
          <a:p>
            <a:pPr marL="4505960">
              <a:lnSpc>
                <a:spcPct val="100000"/>
              </a:lnSpc>
              <a:spcBef>
                <a:spcPts val="100"/>
              </a:spcBef>
            </a:pPr>
            <a:r>
              <a:rPr spc="-10" dirty="0"/>
              <a:t>Outline</a:t>
            </a:r>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403225" indent="-390525">
              <a:lnSpc>
                <a:spcPct val="100000"/>
              </a:lnSpc>
              <a:spcBef>
                <a:spcPts val="100"/>
              </a:spcBef>
              <a:buSzPct val="74193"/>
              <a:buChar char="•"/>
              <a:tabLst>
                <a:tab pos="403225" algn="l"/>
              </a:tabLst>
            </a:pPr>
            <a:r>
              <a:rPr dirty="0">
                <a:solidFill>
                  <a:srgbClr val="000000"/>
                </a:solidFill>
              </a:rPr>
              <a:t>General</a:t>
            </a:r>
            <a:r>
              <a:rPr spc="50" dirty="0">
                <a:solidFill>
                  <a:srgbClr val="000000"/>
                </a:solidFill>
              </a:rPr>
              <a:t> </a:t>
            </a:r>
            <a:r>
              <a:rPr spc="-20" dirty="0">
                <a:solidFill>
                  <a:srgbClr val="000000"/>
                </a:solidFill>
              </a:rPr>
              <a:t>Rule</a:t>
            </a:r>
          </a:p>
          <a:p>
            <a:pPr marL="403225" indent="-390525">
              <a:lnSpc>
                <a:spcPct val="100000"/>
              </a:lnSpc>
              <a:spcBef>
                <a:spcPts val="3600"/>
              </a:spcBef>
              <a:buSzPct val="74193"/>
              <a:buChar char="•"/>
              <a:tabLst>
                <a:tab pos="403225" algn="l"/>
              </a:tabLst>
            </a:pPr>
            <a:r>
              <a:rPr spc="-20" dirty="0">
                <a:solidFill>
                  <a:srgbClr val="000000"/>
                </a:solidFill>
              </a:rPr>
              <a:t>Introduction</a:t>
            </a:r>
            <a:r>
              <a:rPr spc="-135" dirty="0">
                <a:solidFill>
                  <a:srgbClr val="000000"/>
                </a:solidFill>
              </a:rPr>
              <a:t> </a:t>
            </a:r>
            <a:r>
              <a:rPr dirty="0">
                <a:solidFill>
                  <a:srgbClr val="000000"/>
                </a:solidFill>
              </a:rPr>
              <a:t>to</a:t>
            </a:r>
            <a:r>
              <a:rPr spc="-130" dirty="0">
                <a:solidFill>
                  <a:srgbClr val="000000"/>
                </a:solidFill>
              </a:rPr>
              <a:t> </a:t>
            </a:r>
            <a:r>
              <a:rPr spc="30" dirty="0">
                <a:solidFill>
                  <a:srgbClr val="000000"/>
                </a:solidFill>
              </a:rPr>
              <a:t>Git</a:t>
            </a:r>
          </a:p>
          <a:p>
            <a:pPr marL="403225" indent="-390525">
              <a:lnSpc>
                <a:spcPct val="100000"/>
              </a:lnSpc>
              <a:spcBef>
                <a:spcPts val="3600"/>
              </a:spcBef>
              <a:buClr>
                <a:srgbClr val="000000"/>
              </a:buClr>
              <a:buSzPct val="74193"/>
              <a:buChar char="•"/>
              <a:tabLst>
                <a:tab pos="403225" algn="l"/>
              </a:tabLst>
            </a:pPr>
            <a:r>
              <a:rPr dirty="0">
                <a:solidFill>
                  <a:srgbClr val="0C0C0C"/>
                </a:solidFill>
              </a:rPr>
              <a:t>Version</a:t>
            </a:r>
            <a:r>
              <a:rPr spc="-85" dirty="0">
                <a:solidFill>
                  <a:srgbClr val="0C0C0C"/>
                </a:solidFill>
              </a:rPr>
              <a:t> </a:t>
            </a:r>
            <a:r>
              <a:rPr spc="-10" dirty="0">
                <a:solidFill>
                  <a:srgbClr val="0C0C0C"/>
                </a:solidFill>
              </a:rPr>
              <a:t>control</a:t>
            </a:r>
          </a:p>
          <a:p>
            <a:pPr marL="403225" indent="-390525">
              <a:lnSpc>
                <a:spcPct val="100000"/>
              </a:lnSpc>
              <a:spcBef>
                <a:spcPts val="3600"/>
              </a:spcBef>
              <a:buClr>
                <a:srgbClr val="000000"/>
              </a:buClr>
              <a:buSzPct val="74193"/>
              <a:buChar char="•"/>
              <a:tabLst>
                <a:tab pos="403225" algn="l"/>
              </a:tabLst>
            </a:pPr>
            <a:r>
              <a:rPr spc="60" dirty="0">
                <a:solidFill>
                  <a:srgbClr val="0C0C0C"/>
                </a:solidFill>
              </a:rPr>
              <a:t>Branch</a:t>
            </a:r>
            <a:r>
              <a:rPr spc="-40" dirty="0">
                <a:solidFill>
                  <a:srgbClr val="0C0C0C"/>
                </a:solidFill>
              </a:rPr>
              <a:t> </a:t>
            </a:r>
            <a:r>
              <a:rPr dirty="0">
                <a:solidFill>
                  <a:srgbClr val="0C0C0C"/>
                </a:solidFill>
              </a:rPr>
              <a:t>and</a:t>
            </a:r>
            <a:r>
              <a:rPr spc="-35" dirty="0">
                <a:solidFill>
                  <a:srgbClr val="0C0C0C"/>
                </a:solidFill>
              </a:rPr>
              <a:t> </a:t>
            </a:r>
            <a:r>
              <a:rPr spc="-10" dirty="0">
                <a:solidFill>
                  <a:srgbClr val="0C0C0C"/>
                </a:solidFill>
              </a:rPr>
              <a:t>merge</a:t>
            </a:r>
          </a:p>
          <a:p>
            <a:pPr marL="403225" indent="-390525">
              <a:lnSpc>
                <a:spcPct val="100000"/>
              </a:lnSpc>
              <a:spcBef>
                <a:spcPts val="3600"/>
              </a:spcBef>
              <a:buSzPct val="74193"/>
              <a:buChar char="•"/>
              <a:tabLst>
                <a:tab pos="403225" algn="l"/>
              </a:tabLst>
            </a:pPr>
            <a:r>
              <a:rPr spc="75" dirty="0">
                <a:solidFill>
                  <a:srgbClr val="000000"/>
                </a:solidFill>
              </a:rPr>
              <a:t>How</a:t>
            </a:r>
            <a:r>
              <a:rPr spc="-100" dirty="0">
                <a:solidFill>
                  <a:srgbClr val="000000"/>
                </a:solidFill>
              </a:rPr>
              <a:t> </a:t>
            </a:r>
            <a:r>
              <a:rPr dirty="0">
                <a:solidFill>
                  <a:srgbClr val="000000"/>
                </a:solidFill>
              </a:rPr>
              <a:t>to</a:t>
            </a:r>
            <a:r>
              <a:rPr spc="-95" dirty="0">
                <a:solidFill>
                  <a:srgbClr val="000000"/>
                </a:solidFill>
              </a:rPr>
              <a:t> </a:t>
            </a:r>
            <a:r>
              <a:rPr dirty="0">
                <a:solidFill>
                  <a:srgbClr val="000000"/>
                </a:solidFill>
              </a:rPr>
              <a:t>Submit</a:t>
            </a:r>
            <a:r>
              <a:rPr spc="-95" dirty="0">
                <a:solidFill>
                  <a:srgbClr val="000000"/>
                </a:solidFill>
              </a:rPr>
              <a:t> </a:t>
            </a:r>
            <a:r>
              <a:rPr dirty="0">
                <a:solidFill>
                  <a:srgbClr val="000000"/>
                </a:solidFill>
              </a:rPr>
              <a:t>Your</a:t>
            </a:r>
            <a:r>
              <a:rPr spc="-100" dirty="0">
                <a:solidFill>
                  <a:srgbClr val="000000"/>
                </a:solidFill>
              </a:rPr>
              <a:t> </a:t>
            </a:r>
            <a:r>
              <a:rPr spc="150" dirty="0">
                <a:solidFill>
                  <a:srgbClr val="000000"/>
                </a:solidFill>
              </a:rPr>
              <a:t>Code</a:t>
            </a:r>
            <a:r>
              <a:rPr spc="-95" dirty="0">
                <a:solidFill>
                  <a:srgbClr val="000000"/>
                </a:solidFill>
              </a:rPr>
              <a:t> </a:t>
            </a:r>
            <a:r>
              <a:rPr dirty="0">
                <a:solidFill>
                  <a:srgbClr val="000000"/>
                </a:solidFill>
              </a:rPr>
              <a:t>to</a:t>
            </a:r>
            <a:r>
              <a:rPr spc="-95" dirty="0">
                <a:solidFill>
                  <a:srgbClr val="000000"/>
                </a:solidFill>
              </a:rPr>
              <a:t> </a:t>
            </a:r>
            <a:r>
              <a:rPr spc="-10" dirty="0">
                <a:solidFill>
                  <a:srgbClr val="000000"/>
                </a:solidFill>
              </a:rPr>
              <a:t>Gitlab</a:t>
            </a:r>
          </a:p>
          <a:p>
            <a:pPr marL="403225" indent="-390525">
              <a:lnSpc>
                <a:spcPct val="100000"/>
              </a:lnSpc>
              <a:spcBef>
                <a:spcPts val="3600"/>
              </a:spcBef>
              <a:buSzPct val="74193"/>
              <a:buChar char="•"/>
              <a:tabLst>
                <a:tab pos="403225" algn="l"/>
              </a:tabLst>
            </a:pPr>
            <a:r>
              <a:rPr dirty="0">
                <a:solidFill>
                  <a:srgbClr val="000000"/>
                </a:solidFill>
              </a:rPr>
              <a:t>Tools</a:t>
            </a:r>
            <a:r>
              <a:rPr spc="-130" dirty="0">
                <a:solidFill>
                  <a:srgbClr val="000000"/>
                </a:solidFill>
              </a:rPr>
              <a:t> </a:t>
            </a:r>
            <a:r>
              <a:rPr spc="-155" dirty="0">
                <a:solidFill>
                  <a:srgbClr val="000000"/>
                </a:solidFill>
              </a:rPr>
              <a:t>&amp;</a:t>
            </a:r>
            <a:r>
              <a:rPr spc="-114" dirty="0">
                <a:solidFill>
                  <a:srgbClr val="000000"/>
                </a:solidFill>
              </a:rPr>
              <a:t> </a:t>
            </a:r>
            <a:r>
              <a:rPr spc="-10" dirty="0">
                <a:solidFill>
                  <a:srgbClr val="000000"/>
                </a:solidFill>
              </a:rPr>
              <a:t>References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8</a:t>
            </a:fld>
            <a:endParaRPr spc="-25" dirty="0"/>
          </a:p>
        </p:txBody>
      </p:sp>
      <p:sp>
        <p:nvSpPr>
          <p:cNvPr id="2" name="object 2"/>
          <p:cNvSpPr txBox="1">
            <a:spLocks noGrp="1"/>
          </p:cNvSpPr>
          <p:nvPr>
            <p:ph type="title"/>
          </p:nvPr>
        </p:nvSpPr>
        <p:spPr>
          <a:prstGeom prst="rect">
            <a:avLst/>
          </a:prstGeom>
        </p:spPr>
        <p:txBody>
          <a:bodyPr vert="horz" wrap="square" lIns="0" tIns="496439" rIns="0" bIns="0" rtlCol="0">
            <a:spAutoFit/>
          </a:bodyPr>
          <a:lstStyle/>
          <a:p>
            <a:pPr marL="4505960">
              <a:lnSpc>
                <a:spcPct val="100000"/>
              </a:lnSpc>
              <a:spcBef>
                <a:spcPts val="100"/>
              </a:spcBef>
            </a:pPr>
            <a:r>
              <a:rPr spc="-10" dirty="0"/>
              <a:t>Outline</a:t>
            </a:r>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403225" indent="-390525">
              <a:lnSpc>
                <a:spcPct val="100000"/>
              </a:lnSpc>
              <a:spcBef>
                <a:spcPts val="100"/>
              </a:spcBef>
              <a:buSzPct val="74193"/>
              <a:buChar char="•"/>
              <a:tabLst>
                <a:tab pos="403225" algn="l"/>
              </a:tabLst>
            </a:pPr>
            <a:r>
              <a:rPr dirty="0">
                <a:solidFill>
                  <a:srgbClr val="000000"/>
                </a:solidFill>
              </a:rPr>
              <a:t>General</a:t>
            </a:r>
            <a:r>
              <a:rPr spc="50" dirty="0">
                <a:solidFill>
                  <a:srgbClr val="000000"/>
                </a:solidFill>
              </a:rPr>
              <a:t> </a:t>
            </a:r>
            <a:r>
              <a:rPr spc="-20" dirty="0">
                <a:solidFill>
                  <a:srgbClr val="000000"/>
                </a:solidFill>
              </a:rPr>
              <a:t>Rule</a:t>
            </a:r>
          </a:p>
          <a:p>
            <a:pPr marL="403225" indent="-390525">
              <a:lnSpc>
                <a:spcPct val="100000"/>
              </a:lnSpc>
              <a:spcBef>
                <a:spcPts val="3600"/>
              </a:spcBef>
              <a:buClr>
                <a:srgbClr val="000000"/>
              </a:buClr>
              <a:buSzPct val="74193"/>
              <a:buChar char="•"/>
              <a:tabLst>
                <a:tab pos="403225" algn="l"/>
              </a:tabLst>
            </a:pPr>
            <a:r>
              <a:rPr spc="-20" dirty="0"/>
              <a:t>Introduction</a:t>
            </a:r>
            <a:r>
              <a:rPr spc="-135" dirty="0"/>
              <a:t> </a:t>
            </a:r>
            <a:r>
              <a:rPr dirty="0"/>
              <a:t>to</a:t>
            </a:r>
            <a:r>
              <a:rPr spc="-130" dirty="0"/>
              <a:t> </a:t>
            </a:r>
            <a:r>
              <a:rPr spc="30" dirty="0"/>
              <a:t>Git</a:t>
            </a:r>
          </a:p>
          <a:p>
            <a:pPr marL="403225" indent="-390525">
              <a:lnSpc>
                <a:spcPct val="100000"/>
              </a:lnSpc>
              <a:spcBef>
                <a:spcPts val="3600"/>
              </a:spcBef>
              <a:buClr>
                <a:srgbClr val="000000"/>
              </a:buClr>
              <a:buSzPct val="74193"/>
              <a:buChar char="•"/>
              <a:tabLst>
                <a:tab pos="403225" algn="l"/>
              </a:tabLst>
            </a:pPr>
            <a:r>
              <a:rPr dirty="0"/>
              <a:t>Version</a:t>
            </a:r>
            <a:r>
              <a:rPr spc="-85" dirty="0"/>
              <a:t> </a:t>
            </a:r>
            <a:r>
              <a:rPr spc="-10" dirty="0"/>
              <a:t>control</a:t>
            </a:r>
          </a:p>
          <a:p>
            <a:pPr marL="403225" indent="-390525">
              <a:lnSpc>
                <a:spcPct val="100000"/>
              </a:lnSpc>
              <a:spcBef>
                <a:spcPts val="3600"/>
              </a:spcBef>
              <a:buClr>
                <a:srgbClr val="000000"/>
              </a:buClr>
              <a:buSzPct val="74193"/>
              <a:buChar char="•"/>
              <a:tabLst>
                <a:tab pos="403225" algn="l"/>
              </a:tabLst>
            </a:pPr>
            <a:r>
              <a:rPr spc="60" dirty="0"/>
              <a:t>Branch</a:t>
            </a:r>
            <a:r>
              <a:rPr spc="-40" dirty="0"/>
              <a:t> </a:t>
            </a:r>
            <a:r>
              <a:rPr dirty="0"/>
              <a:t>and</a:t>
            </a:r>
            <a:r>
              <a:rPr spc="-35" dirty="0"/>
              <a:t> </a:t>
            </a:r>
            <a:r>
              <a:rPr spc="-10" dirty="0"/>
              <a:t>merge</a:t>
            </a:r>
          </a:p>
          <a:p>
            <a:pPr marL="403225" indent="-390525">
              <a:lnSpc>
                <a:spcPct val="100000"/>
              </a:lnSpc>
              <a:spcBef>
                <a:spcPts val="3600"/>
              </a:spcBef>
              <a:buClr>
                <a:srgbClr val="000000"/>
              </a:buClr>
              <a:buSzPct val="74193"/>
              <a:buChar char="•"/>
              <a:tabLst>
                <a:tab pos="403225" algn="l"/>
              </a:tabLst>
            </a:pPr>
            <a:r>
              <a:rPr spc="75" dirty="0"/>
              <a:t>How</a:t>
            </a:r>
            <a:r>
              <a:rPr spc="-100" dirty="0"/>
              <a:t> </a:t>
            </a:r>
            <a:r>
              <a:rPr dirty="0"/>
              <a:t>to</a:t>
            </a:r>
            <a:r>
              <a:rPr spc="-95" dirty="0"/>
              <a:t> </a:t>
            </a:r>
            <a:r>
              <a:rPr dirty="0"/>
              <a:t>Submit</a:t>
            </a:r>
            <a:r>
              <a:rPr spc="-95" dirty="0"/>
              <a:t> </a:t>
            </a:r>
            <a:r>
              <a:rPr dirty="0"/>
              <a:t>Your</a:t>
            </a:r>
            <a:r>
              <a:rPr spc="-100" dirty="0"/>
              <a:t> </a:t>
            </a:r>
            <a:r>
              <a:rPr spc="150" dirty="0"/>
              <a:t>Code</a:t>
            </a:r>
            <a:r>
              <a:rPr spc="-95" dirty="0"/>
              <a:t> </a:t>
            </a:r>
            <a:r>
              <a:rPr dirty="0"/>
              <a:t>to</a:t>
            </a:r>
            <a:r>
              <a:rPr spc="-95" dirty="0"/>
              <a:t> </a:t>
            </a:r>
            <a:r>
              <a:rPr spc="-10" dirty="0"/>
              <a:t>Gitlab</a:t>
            </a:r>
          </a:p>
          <a:p>
            <a:pPr marL="403225" indent="-390525">
              <a:lnSpc>
                <a:spcPct val="100000"/>
              </a:lnSpc>
              <a:spcBef>
                <a:spcPts val="3600"/>
              </a:spcBef>
              <a:buClr>
                <a:srgbClr val="000000"/>
              </a:buClr>
              <a:buSzPct val="74193"/>
              <a:buChar char="•"/>
              <a:tabLst>
                <a:tab pos="403225" algn="l"/>
              </a:tabLst>
            </a:pPr>
            <a:r>
              <a:rPr dirty="0"/>
              <a:t>Tools</a:t>
            </a:r>
            <a:r>
              <a:rPr spc="-130" dirty="0"/>
              <a:t> </a:t>
            </a:r>
            <a:r>
              <a:rPr spc="-155" dirty="0"/>
              <a:t>&amp;</a:t>
            </a:r>
            <a:r>
              <a:rPr spc="-114" dirty="0"/>
              <a:t> </a:t>
            </a:r>
            <a:r>
              <a:rPr spc="-10" dirty="0"/>
              <a:t>References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9</a:t>
            </a:fld>
            <a:endParaRPr spc="-25" dirty="0"/>
          </a:p>
        </p:txBody>
      </p:sp>
      <p:sp>
        <p:nvSpPr>
          <p:cNvPr id="2" name="object 2"/>
          <p:cNvSpPr txBox="1">
            <a:spLocks noGrp="1"/>
          </p:cNvSpPr>
          <p:nvPr>
            <p:ph type="title"/>
          </p:nvPr>
        </p:nvSpPr>
        <p:spPr>
          <a:prstGeom prst="rect">
            <a:avLst/>
          </a:prstGeom>
        </p:spPr>
        <p:txBody>
          <a:bodyPr vert="horz" wrap="square" lIns="0" tIns="496439" rIns="0" bIns="0" rtlCol="0">
            <a:spAutoFit/>
          </a:bodyPr>
          <a:lstStyle/>
          <a:p>
            <a:pPr marL="1940560">
              <a:lnSpc>
                <a:spcPct val="100000"/>
              </a:lnSpc>
              <a:spcBef>
                <a:spcPts val="100"/>
              </a:spcBef>
            </a:pPr>
            <a:r>
              <a:rPr dirty="0"/>
              <a:t>The</a:t>
            </a:r>
            <a:r>
              <a:rPr spc="-340" dirty="0"/>
              <a:t> </a:t>
            </a:r>
            <a:r>
              <a:rPr spc="180" dirty="0"/>
              <a:t>Policy</a:t>
            </a:r>
            <a:r>
              <a:rPr spc="-335" dirty="0"/>
              <a:t> </a:t>
            </a:r>
            <a:r>
              <a:rPr dirty="0"/>
              <a:t>of</a:t>
            </a:r>
            <a:r>
              <a:rPr spc="-345" dirty="0"/>
              <a:t> </a:t>
            </a:r>
            <a:r>
              <a:rPr spc="300" dirty="0"/>
              <a:t>Labs</a:t>
            </a:r>
          </a:p>
        </p:txBody>
      </p:sp>
      <p:sp>
        <p:nvSpPr>
          <p:cNvPr id="3" name="object 3"/>
          <p:cNvSpPr txBox="1"/>
          <p:nvPr/>
        </p:nvSpPr>
        <p:spPr>
          <a:xfrm>
            <a:off x="987090" y="2620136"/>
            <a:ext cx="11154110" cy="6537687"/>
          </a:xfrm>
          <a:prstGeom prst="rect">
            <a:avLst/>
          </a:prstGeom>
        </p:spPr>
        <p:txBody>
          <a:bodyPr vert="horz" wrap="square" lIns="0" tIns="12700" rIns="0" bIns="0" rtlCol="0">
            <a:spAutoFit/>
          </a:bodyPr>
          <a:lstStyle/>
          <a:p>
            <a:pPr marL="457200" indent="-444500">
              <a:lnSpc>
                <a:spcPct val="100000"/>
              </a:lnSpc>
              <a:spcBef>
                <a:spcPts val="100"/>
              </a:spcBef>
              <a:buSzPct val="75000"/>
              <a:buChar char="•"/>
              <a:tabLst>
                <a:tab pos="457200" algn="l"/>
              </a:tabLst>
            </a:pPr>
            <a:r>
              <a:rPr lang="en-US" sz="3600" b="1" u="heavy" spc="-85" dirty="0">
                <a:uFill>
                  <a:solidFill>
                    <a:srgbClr val="000000"/>
                  </a:solidFill>
                </a:uFill>
                <a:latin typeface="Tahoma"/>
                <a:cs typeface="Tahoma"/>
              </a:rPr>
              <a:t>All</a:t>
            </a:r>
            <a:r>
              <a:rPr lang="en-US" sz="3600" b="1" u="heavy" spc="-180" dirty="0">
                <a:uFill>
                  <a:solidFill>
                    <a:srgbClr val="000000"/>
                  </a:solidFill>
                </a:uFill>
                <a:latin typeface="Tahoma"/>
                <a:cs typeface="Tahoma"/>
              </a:rPr>
              <a:t> </a:t>
            </a:r>
            <a:r>
              <a:rPr lang="en-US" sz="3600" b="1" u="heavy" spc="-25" dirty="0">
                <a:uFill>
                  <a:solidFill>
                    <a:srgbClr val="000000"/>
                  </a:solidFill>
                </a:uFill>
                <a:latin typeface="Tahoma"/>
                <a:cs typeface="Tahoma"/>
              </a:rPr>
              <a:t>labs</a:t>
            </a:r>
            <a:r>
              <a:rPr lang="en-US" sz="3600" b="1" u="heavy" spc="-229" dirty="0">
                <a:uFill>
                  <a:solidFill>
                    <a:srgbClr val="000000"/>
                  </a:solidFill>
                </a:uFill>
                <a:latin typeface="Tahoma"/>
                <a:cs typeface="Tahoma"/>
              </a:rPr>
              <a:t> </a:t>
            </a:r>
            <a:r>
              <a:rPr lang="en-US" sz="3600" b="1" u="heavy" spc="-75" dirty="0">
                <a:uFill>
                  <a:solidFill>
                    <a:srgbClr val="000000"/>
                  </a:solidFill>
                </a:uFill>
                <a:latin typeface="Tahoma"/>
                <a:cs typeface="Tahoma"/>
              </a:rPr>
              <a:t>need</a:t>
            </a:r>
            <a:r>
              <a:rPr lang="en-US" sz="3600" b="1" u="heavy" spc="-170" dirty="0">
                <a:uFill>
                  <a:solidFill>
                    <a:srgbClr val="000000"/>
                  </a:solidFill>
                </a:uFill>
                <a:latin typeface="Tahoma"/>
                <a:cs typeface="Tahoma"/>
              </a:rPr>
              <a:t> </a:t>
            </a:r>
            <a:r>
              <a:rPr lang="en-US" sz="3600" b="1" u="heavy" spc="-105" dirty="0">
                <a:uFill>
                  <a:solidFill>
                    <a:srgbClr val="000000"/>
                  </a:solidFill>
                </a:uFill>
                <a:latin typeface="Tahoma"/>
                <a:cs typeface="Tahoma"/>
              </a:rPr>
              <a:t>to</a:t>
            </a:r>
            <a:r>
              <a:rPr lang="en-US" sz="3600" b="1" u="heavy" spc="-160" dirty="0">
                <a:uFill>
                  <a:solidFill>
                    <a:srgbClr val="000000"/>
                  </a:solidFill>
                </a:uFill>
                <a:latin typeface="Tahoma"/>
                <a:cs typeface="Tahoma"/>
              </a:rPr>
              <a:t> </a:t>
            </a:r>
            <a:r>
              <a:rPr lang="en-US" sz="3600" b="1" u="heavy" dirty="0">
                <a:uFill>
                  <a:solidFill>
                    <a:srgbClr val="000000"/>
                  </a:solidFill>
                </a:uFill>
                <a:latin typeface="Tahoma"/>
                <a:cs typeface="Tahoma"/>
              </a:rPr>
              <a:t>be</a:t>
            </a:r>
            <a:r>
              <a:rPr lang="en-US" sz="3600" b="1" u="heavy" spc="-165" dirty="0">
                <a:uFill>
                  <a:solidFill>
                    <a:srgbClr val="000000"/>
                  </a:solidFill>
                </a:uFill>
                <a:latin typeface="Tahoma"/>
                <a:cs typeface="Tahoma"/>
              </a:rPr>
              <a:t> </a:t>
            </a:r>
            <a:r>
              <a:rPr lang="en-US" sz="3600" b="1" u="heavy" spc="-130" dirty="0">
                <a:uFill>
                  <a:solidFill>
                    <a:srgbClr val="000000"/>
                  </a:solidFill>
                </a:uFill>
                <a:latin typeface="Tahoma"/>
                <a:cs typeface="Tahoma"/>
              </a:rPr>
              <a:t>submitted</a:t>
            </a:r>
            <a:r>
              <a:rPr lang="en-US" sz="3600" b="1" u="heavy" spc="-135" dirty="0">
                <a:uFill>
                  <a:solidFill>
                    <a:srgbClr val="000000"/>
                  </a:solidFill>
                </a:uFill>
                <a:latin typeface="Tahoma"/>
                <a:cs typeface="Tahoma"/>
              </a:rPr>
              <a:t> </a:t>
            </a:r>
            <a:r>
              <a:rPr lang="en-US" sz="3600" b="1" u="heavy" spc="-105" dirty="0">
                <a:uFill>
                  <a:solidFill>
                    <a:srgbClr val="000000"/>
                  </a:solidFill>
                </a:uFill>
                <a:latin typeface="Tahoma"/>
                <a:cs typeface="Tahoma"/>
              </a:rPr>
              <a:t>to</a:t>
            </a:r>
            <a:r>
              <a:rPr lang="en-US" sz="3600" b="1" u="heavy" spc="-155" dirty="0">
                <a:uFill>
                  <a:solidFill>
                    <a:srgbClr val="000000"/>
                  </a:solidFill>
                </a:uFill>
                <a:latin typeface="Tahoma"/>
                <a:cs typeface="Tahoma"/>
              </a:rPr>
              <a:t> </a:t>
            </a:r>
            <a:r>
              <a:rPr lang="en-US" sz="3600" b="1" u="heavy" spc="-10" dirty="0">
                <a:uFill>
                  <a:solidFill>
                    <a:srgbClr val="000000"/>
                  </a:solidFill>
                </a:uFill>
                <a:latin typeface="Tahoma"/>
                <a:cs typeface="Tahoma"/>
              </a:rPr>
              <a:t>GitLab.</a:t>
            </a:r>
            <a:endParaRPr lang="en-US" sz="3600" dirty="0">
              <a:latin typeface="Tahoma"/>
              <a:cs typeface="Tahoma"/>
            </a:endParaRPr>
          </a:p>
          <a:p>
            <a:pPr marL="457200" indent="-444500">
              <a:lnSpc>
                <a:spcPct val="100000"/>
              </a:lnSpc>
              <a:spcBef>
                <a:spcPts val="3000"/>
              </a:spcBef>
              <a:buSzPct val="75000"/>
              <a:buChar char="•"/>
              <a:tabLst>
                <a:tab pos="457200" algn="l"/>
              </a:tabLst>
            </a:pPr>
            <a:r>
              <a:rPr lang="en-US" sz="3600" dirty="0">
                <a:latin typeface="Tahoma"/>
                <a:cs typeface="Tahoma"/>
              </a:rPr>
              <a:t>Late</a:t>
            </a:r>
            <a:r>
              <a:rPr lang="en-US" sz="3600" spc="-135" dirty="0">
                <a:latin typeface="Tahoma"/>
                <a:cs typeface="Tahoma"/>
              </a:rPr>
              <a:t> </a:t>
            </a:r>
            <a:r>
              <a:rPr lang="en-US" sz="3600" spc="65" dirty="0">
                <a:latin typeface="Tahoma"/>
                <a:cs typeface="Tahoma"/>
              </a:rPr>
              <a:t>submission</a:t>
            </a:r>
            <a:r>
              <a:rPr lang="en-US" sz="3600" spc="-135" dirty="0">
                <a:latin typeface="Tahoma"/>
                <a:cs typeface="Tahoma"/>
              </a:rPr>
              <a:t> </a:t>
            </a:r>
            <a:r>
              <a:rPr lang="en-US" sz="3600" dirty="0">
                <a:latin typeface="Tahoma"/>
                <a:cs typeface="Tahoma"/>
              </a:rPr>
              <a:t>will</a:t>
            </a:r>
            <a:r>
              <a:rPr lang="en-US" sz="3600" spc="-105" dirty="0">
                <a:latin typeface="Tahoma"/>
                <a:cs typeface="Tahoma"/>
              </a:rPr>
              <a:t> </a:t>
            </a:r>
            <a:r>
              <a:rPr lang="en-US" sz="3600" b="1" spc="-145" dirty="0">
                <a:solidFill>
                  <a:srgbClr val="FF2712"/>
                </a:solidFill>
                <a:latin typeface="Tahoma"/>
                <a:cs typeface="Tahoma"/>
              </a:rPr>
              <a:t>not</a:t>
            </a:r>
            <a:r>
              <a:rPr lang="en-US" sz="3600" b="1" spc="-65" dirty="0">
                <a:solidFill>
                  <a:srgbClr val="FF2712"/>
                </a:solidFill>
                <a:latin typeface="Tahoma"/>
                <a:cs typeface="Tahoma"/>
              </a:rPr>
              <a:t> </a:t>
            </a:r>
            <a:r>
              <a:rPr lang="en-US" sz="3600" spc="75" dirty="0">
                <a:latin typeface="Tahoma"/>
                <a:cs typeface="Tahoma"/>
              </a:rPr>
              <a:t>be</a:t>
            </a:r>
            <a:r>
              <a:rPr lang="en-US" sz="3600" spc="-130" dirty="0">
                <a:latin typeface="Tahoma"/>
                <a:cs typeface="Tahoma"/>
              </a:rPr>
              <a:t> </a:t>
            </a:r>
            <a:r>
              <a:rPr lang="en-US" sz="3600" spc="50" dirty="0">
                <a:latin typeface="Tahoma"/>
                <a:cs typeface="Tahoma"/>
              </a:rPr>
              <a:t>accepted.</a:t>
            </a:r>
          </a:p>
          <a:p>
            <a:pPr marL="457200" indent="-444500">
              <a:lnSpc>
                <a:spcPct val="100000"/>
              </a:lnSpc>
              <a:spcBef>
                <a:spcPts val="3000"/>
              </a:spcBef>
              <a:buSzPct val="75000"/>
              <a:buChar char="•"/>
              <a:tabLst>
                <a:tab pos="457200" algn="l"/>
              </a:tabLst>
            </a:pPr>
            <a:r>
              <a:rPr lang="en-US" sz="3600" spc="50" dirty="0">
                <a:latin typeface="Tahoma"/>
                <a:cs typeface="Tahoma"/>
              </a:rPr>
              <a:t>Only whitelist website allowed (announce at the bottom of the lab page)</a:t>
            </a:r>
          </a:p>
          <a:p>
            <a:pPr marL="901700" lvl="1" indent="-406400">
              <a:lnSpc>
                <a:spcPct val="100000"/>
              </a:lnSpc>
              <a:spcBef>
                <a:spcPts val="1500"/>
              </a:spcBef>
              <a:buSzPct val="75000"/>
              <a:buChar char="-"/>
              <a:tabLst>
                <a:tab pos="901700" algn="l"/>
              </a:tabLst>
            </a:pPr>
            <a:r>
              <a:rPr lang="en-US" sz="3600" dirty="0">
                <a:latin typeface="Tahoma"/>
                <a:cs typeface="Tahoma"/>
              </a:rPr>
              <a:t>If we find you open the website not in the whitelist, you will get </a:t>
            </a:r>
            <a:r>
              <a:rPr lang="en-US" sz="3600" b="1" dirty="0">
                <a:solidFill>
                  <a:srgbClr val="FF0000"/>
                </a:solidFill>
                <a:latin typeface="Tahoma"/>
                <a:cs typeface="Tahoma"/>
              </a:rPr>
              <a:t>0 point </a:t>
            </a:r>
            <a:r>
              <a:rPr lang="en-US" sz="3600" dirty="0">
                <a:latin typeface="Tahoma"/>
                <a:cs typeface="Tahoma"/>
              </a:rPr>
              <a:t>for that lab</a:t>
            </a:r>
          </a:p>
          <a:p>
            <a:pPr marL="457200" indent="-444500">
              <a:lnSpc>
                <a:spcPct val="100000"/>
              </a:lnSpc>
              <a:spcBef>
                <a:spcPts val="3000"/>
              </a:spcBef>
              <a:buSzPct val="75000"/>
              <a:buChar char="•"/>
              <a:tabLst>
                <a:tab pos="457200" algn="l"/>
              </a:tabLst>
            </a:pPr>
            <a:r>
              <a:rPr lang="en-US" sz="3600" dirty="0">
                <a:latin typeface="Tahoma"/>
                <a:cs typeface="Tahoma"/>
              </a:rPr>
              <a:t>Plagiarism</a:t>
            </a:r>
            <a:r>
              <a:rPr lang="en-US" sz="3600" spc="-40" dirty="0">
                <a:latin typeface="Tahoma"/>
                <a:cs typeface="Tahoma"/>
              </a:rPr>
              <a:t> </a:t>
            </a:r>
            <a:r>
              <a:rPr lang="en-US" sz="3600" dirty="0">
                <a:latin typeface="Tahoma"/>
                <a:cs typeface="Tahoma"/>
              </a:rPr>
              <a:t>will</a:t>
            </a:r>
            <a:r>
              <a:rPr lang="en-US" sz="3600" spc="-40" dirty="0">
                <a:latin typeface="Tahoma"/>
                <a:cs typeface="Tahoma"/>
              </a:rPr>
              <a:t> </a:t>
            </a:r>
            <a:r>
              <a:rPr lang="en-US" sz="3600" dirty="0">
                <a:latin typeface="Tahoma"/>
                <a:cs typeface="Tahoma"/>
              </a:rPr>
              <a:t>not</a:t>
            </a:r>
            <a:r>
              <a:rPr lang="en-US" sz="3600" spc="-45" dirty="0">
                <a:latin typeface="Tahoma"/>
                <a:cs typeface="Tahoma"/>
              </a:rPr>
              <a:t> </a:t>
            </a:r>
            <a:r>
              <a:rPr lang="en-US" sz="3600" spc="75" dirty="0">
                <a:latin typeface="Tahoma"/>
                <a:cs typeface="Tahoma"/>
              </a:rPr>
              <a:t>be</a:t>
            </a:r>
            <a:r>
              <a:rPr lang="en-US" sz="3600" spc="-40" dirty="0">
                <a:latin typeface="Tahoma"/>
                <a:cs typeface="Tahoma"/>
              </a:rPr>
              <a:t> </a:t>
            </a:r>
            <a:r>
              <a:rPr lang="en-US" sz="3600" spc="-10" dirty="0">
                <a:latin typeface="Tahoma"/>
                <a:cs typeface="Tahoma"/>
              </a:rPr>
              <a:t>tolerated.</a:t>
            </a:r>
            <a:endParaRPr lang="en-US" sz="3600" dirty="0">
              <a:latin typeface="Tahoma"/>
              <a:cs typeface="Tahoma"/>
            </a:endParaRPr>
          </a:p>
          <a:p>
            <a:pPr marL="901700" lvl="1" indent="-406400">
              <a:lnSpc>
                <a:spcPct val="100000"/>
              </a:lnSpc>
              <a:spcBef>
                <a:spcPts val="1500"/>
              </a:spcBef>
              <a:buSzPct val="75000"/>
              <a:buChar char="-"/>
              <a:tabLst>
                <a:tab pos="901700" algn="l"/>
              </a:tabLst>
            </a:pPr>
            <a:r>
              <a:rPr lang="en-US" sz="3600" spc="-254" dirty="0">
                <a:latin typeface="Tahoma"/>
                <a:cs typeface="Tahoma"/>
              </a:rPr>
              <a:t>If</a:t>
            </a:r>
            <a:r>
              <a:rPr lang="en-US" sz="3600" spc="-114" dirty="0">
                <a:latin typeface="Tahoma"/>
                <a:cs typeface="Tahoma"/>
              </a:rPr>
              <a:t> </a:t>
            </a:r>
            <a:r>
              <a:rPr lang="en-US" sz="3600" dirty="0">
                <a:latin typeface="Tahoma"/>
                <a:cs typeface="Tahoma"/>
              </a:rPr>
              <a:t>we</a:t>
            </a:r>
            <a:r>
              <a:rPr lang="en-US" sz="3600" spc="-105" dirty="0">
                <a:latin typeface="Tahoma"/>
                <a:cs typeface="Tahoma"/>
              </a:rPr>
              <a:t> </a:t>
            </a:r>
            <a:r>
              <a:rPr lang="en-US" sz="3600" dirty="0">
                <a:latin typeface="Tahoma"/>
                <a:cs typeface="Tahoma"/>
              </a:rPr>
              <a:t>find</a:t>
            </a:r>
            <a:r>
              <a:rPr lang="en-US" sz="3600" spc="-114" dirty="0">
                <a:latin typeface="Tahoma"/>
                <a:cs typeface="Tahoma"/>
              </a:rPr>
              <a:t> </a:t>
            </a:r>
            <a:r>
              <a:rPr lang="en-US" sz="3600" dirty="0">
                <a:latin typeface="Tahoma"/>
                <a:cs typeface="Tahoma"/>
              </a:rPr>
              <a:t>you</a:t>
            </a:r>
            <a:r>
              <a:rPr lang="en-US" sz="3600" spc="-105" dirty="0">
                <a:latin typeface="Tahoma"/>
                <a:cs typeface="Tahoma"/>
              </a:rPr>
              <a:t> </a:t>
            </a:r>
            <a:r>
              <a:rPr lang="en-US" sz="3600" spc="125" dirty="0">
                <a:latin typeface="Tahoma"/>
                <a:cs typeface="Tahoma"/>
              </a:rPr>
              <a:t>copy</a:t>
            </a:r>
            <a:r>
              <a:rPr lang="en-US" sz="3600" spc="-105" dirty="0">
                <a:latin typeface="Tahoma"/>
                <a:cs typeface="Tahoma"/>
              </a:rPr>
              <a:t> </a:t>
            </a:r>
            <a:r>
              <a:rPr lang="en-US" sz="3600" spc="70" dirty="0">
                <a:latin typeface="Tahoma"/>
                <a:cs typeface="Tahoma"/>
              </a:rPr>
              <a:t>someone’s</a:t>
            </a:r>
            <a:r>
              <a:rPr lang="en-US" sz="3600" spc="-110" dirty="0">
                <a:latin typeface="Tahoma"/>
                <a:cs typeface="Tahoma"/>
              </a:rPr>
              <a:t> </a:t>
            </a:r>
            <a:r>
              <a:rPr lang="en-US" sz="3600" spc="80" dirty="0">
                <a:latin typeface="Tahoma"/>
                <a:cs typeface="Tahoma"/>
              </a:rPr>
              <a:t>code,</a:t>
            </a:r>
            <a:r>
              <a:rPr lang="en-US" sz="3600" spc="-110" dirty="0">
                <a:latin typeface="Tahoma"/>
                <a:cs typeface="Tahoma"/>
              </a:rPr>
              <a:t> </a:t>
            </a:r>
            <a:r>
              <a:rPr lang="en-US" sz="3600" dirty="0">
                <a:latin typeface="Tahoma"/>
                <a:cs typeface="Tahoma"/>
              </a:rPr>
              <a:t>you</a:t>
            </a:r>
            <a:r>
              <a:rPr lang="en-US" sz="3600" spc="-105" dirty="0">
                <a:latin typeface="Tahoma"/>
                <a:cs typeface="Tahoma"/>
              </a:rPr>
              <a:t> </a:t>
            </a:r>
            <a:r>
              <a:rPr lang="en-US" sz="3600" dirty="0">
                <a:latin typeface="Tahoma"/>
                <a:cs typeface="Tahoma"/>
              </a:rPr>
              <a:t>will</a:t>
            </a:r>
            <a:r>
              <a:rPr lang="en-US" sz="3600" spc="-110" dirty="0">
                <a:latin typeface="Tahoma"/>
                <a:cs typeface="Tahoma"/>
              </a:rPr>
              <a:t> </a:t>
            </a:r>
            <a:r>
              <a:rPr lang="en-US" sz="3600" spc="-25" dirty="0">
                <a:latin typeface="Tahoma"/>
                <a:cs typeface="Tahoma"/>
              </a:rPr>
              <a:t>get</a:t>
            </a:r>
            <a:endParaRPr lang="en-US" sz="3600" dirty="0">
              <a:latin typeface="Tahoma"/>
              <a:cs typeface="Tahoma"/>
            </a:endParaRPr>
          </a:p>
          <a:p>
            <a:pPr marL="901700">
              <a:lnSpc>
                <a:spcPct val="100000"/>
              </a:lnSpc>
            </a:pPr>
            <a:r>
              <a:rPr lang="en-US" sz="3600" b="1" spc="-300" dirty="0">
                <a:solidFill>
                  <a:srgbClr val="FF2712"/>
                </a:solidFill>
                <a:latin typeface="Tahoma"/>
                <a:cs typeface="Tahoma"/>
              </a:rPr>
              <a:t>0</a:t>
            </a:r>
            <a:r>
              <a:rPr lang="en-US" sz="3600" b="1" spc="-60" dirty="0">
                <a:solidFill>
                  <a:srgbClr val="FF2712"/>
                </a:solidFill>
                <a:latin typeface="Tahoma"/>
                <a:cs typeface="Tahoma"/>
              </a:rPr>
              <a:t> </a:t>
            </a:r>
            <a:r>
              <a:rPr lang="en-US" sz="3600" b="1" spc="-120" dirty="0">
                <a:solidFill>
                  <a:srgbClr val="FF2712"/>
                </a:solidFill>
                <a:latin typeface="Tahoma"/>
                <a:cs typeface="Tahoma"/>
              </a:rPr>
              <a:t>point</a:t>
            </a:r>
            <a:r>
              <a:rPr lang="en-US" sz="3600" b="1" spc="-145" dirty="0">
                <a:solidFill>
                  <a:srgbClr val="FF2712"/>
                </a:solidFill>
                <a:latin typeface="Tahoma"/>
                <a:cs typeface="Tahoma"/>
              </a:rPr>
              <a:t> </a:t>
            </a:r>
            <a:r>
              <a:rPr lang="en-US" sz="3600" dirty="0">
                <a:latin typeface="Tahoma"/>
                <a:cs typeface="Tahoma"/>
              </a:rPr>
              <a:t>for</a:t>
            </a:r>
            <a:r>
              <a:rPr lang="en-US" sz="3600" spc="-270" dirty="0">
                <a:latin typeface="Tahoma"/>
                <a:cs typeface="Tahoma"/>
              </a:rPr>
              <a:t> </a:t>
            </a:r>
            <a:r>
              <a:rPr lang="en-US" sz="3600" dirty="0">
                <a:latin typeface="Tahoma"/>
                <a:cs typeface="Tahoma"/>
              </a:rPr>
              <a:t>that</a:t>
            </a:r>
            <a:r>
              <a:rPr lang="en-US" sz="3600" spc="-210" dirty="0">
                <a:latin typeface="Tahoma"/>
                <a:cs typeface="Tahoma"/>
              </a:rPr>
              <a:t> </a:t>
            </a:r>
            <a:r>
              <a:rPr lang="en-US" sz="3600" spc="-20" dirty="0">
                <a:latin typeface="Tahoma"/>
                <a:cs typeface="Tahoma"/>
              </a:rPr>
              <a:t>lab.</a:t>
            </a:r>
            <a:endParaRPr lang="en-US" sz="3600" dirty="0">
              <a:latin typeface="Tahoma"/>
              <a:cs typeface="Tahom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592EC-04E4-31A8-D212-E2034CC3DB4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1A9FC2D-8172-6558-FB39-43CD2CC210A8}"/>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10</a:t>
            </a:fld>
            <a:endParaRPr spc="-25" dirty="0"/>
          </a:p>
        </p:txBody>
      </p:sp>
      <p:sp>
        <p:nvSpPr>
          <p:cNvPr id="2" name="object 2">
            <a:extLst>
              <a:ext uri="{FF2B5EF4-FFF2-40B4-BE49-F238E27FC236}">
                <a16:creationId xmlns:a16="http://schemas.microsoft.com/office/drawing/2014/main" id="{617A6890-0DBC-C39A-7AA3-5E77B047F172}"/>
              </a:ext>
            </a:extLst>
          </p:cNvPr>
          <p:cNvSpPr txBox="1">
            <a:spLocks noGrp="1"/>
          </p:cNvSpPr>
          <p:nvPr>
            <p:ph type="title"/>
          </p:nvPr>
        </p:nvSpPr>
        <p:spPr>
          <a:prstGeom prst="rect">
            <a:avLst/>
          </a:prstGeom>
        </p:spPr>
        <p:txBody>
          <a:bodyPr vert="horz" wrap="square" lIns="0" tIns="496439" rIns="0" bIns="0" rtlCol="0">
            <a:spAutoFit/>
          </a:bodyPr>
          <a:lstStyle/>
          <a:p>
            <a:pPr marL="1940560">
              <a:lnSpc>
                <a:spcPct val="100000"/>
              </a:lnSpc>
              <a:spcBef>
                <a:spcPts val="100"/>
              </a:spcBef>
            </a:pPr>
            <a:r>
              <a:rPr dirty="0"/>
              <a:t>The</a:t>
            </a:r>
            <a:r>
              <a:rPr spc="-340" dirty="0"/>
              <a:t> </a:t>
            </a:r>
            <a:r>
              <a:rPr spc="180" dirty="0"/>
              <a:t>Policy</a:t>
            </a:r>
            <a:r>
              <a:rPr spc="-335" dirty="0"/>
              <a:t> </a:t>
            </a:r>
            <a:r>
              <a:rPr dirty="0"/>
              <a:t>of</a:t>
            </a:r>
            <a:r>
              <a:rPr spc="-345" dirty="0"/>
              <a:t> </a:t>
            </a:r>
            <a:r>
              <a:rPr spc="300" dirty="0"/>
              <a:t>Labs</a:t>
            </a:r>
          </a:p>
        </p:txBody>
      </p:sp>
      <p:sp>
        <p:nvSpPr>
          <p:cNvPr id="3" name="object 3">
            <a:extLst>
              <a:ext uri="{FF2B5EF4-FFF2-40B4-BE49-F238E27FC236}">
                <a16:creationId xmlns:a16="http://schemas.microsoft.com/office/drawing/2014/main" id="{8F8C6D45-3B7C-6F5F-A32D-23526857D74E}"/>
              </a:ext>
            </a:extLst>
          </p:cNvPr>
          <p:cNvSpPr txBox="1"/>
          <p:nvPr/>
        </p:nvSpPr>
        <p:spPr>
          <a:xfrm>
            <a:off x="987090" y="2620136"/>
            <a:ext cx="11154110" cy="2059538"/>
          </a:xfrm>
          <a:prstGeom prst="rect">
            <a:avLst/>
          </a:prstGeom>
        </p:spPr>
        <p:txBody>
          <a:bodyPr vert="horz" wrap="square" lIns="0" tIns="12700" rIns="0" bIns="0" rtlCol="0">
            <a:spAutoFit/>
          </a:bodyPr>
          <a:lstStyle/>
          <a:p>
            <a:pPr marL="457200" indent="-444500">
              <a:lnSpc>
                <a:spcPct val="100000"/>
              </a:lnSpc>
              <a:spcBef>
                <a:spcPts val="3000"/>
              </a:spcBef>
              <a:buSzPct val="75000"/>
              <a:buChar char="•"/>
              <a:tabLst>
                <a:tab pos="457200" algn="l"/>
              </a:tabLst>
            </a:pPr>
            <a:r>
              <a:rPr lang="en-US" sz="3600" spc="-10" dirty="0">
                <a:latin typeface="Tahoma"/>
                <a:cs typeface="Tahoma"/>
              </a:rPr>
              <a:t>Grading</a:t>
            </a:r>
            <a:endParaRPr lang="en-US" sz="3600" dirty="0">
              <a:latin typeface="Tahoma"/>
              <a:cs typeface="Tahoma"/>
            </a:endParaRPr>
          </a:p>
          <a:p>
            <a:pPr marL="901700" lvl="1" indent="-406400">
              <a:lnSpc>
                <a:spcPct val="100000"/>
              </a:lnSpc>
              <a:spcBef>
                <a:spcPts val="1500"/>
              </a:spcBef>
              <a:buSzPct val="75000"/>
              <a:buChar char="-"/>
              <a:tabLst>
                <a:tab pos="901700" algn="l"/>
              </a:tabLst>
            </a:pPr>
            <a:r>
              <a:rPr lang="en-US" sz="3600" spc="80" dirty="0">
                <a:latin typeface="Tahoma"/>
                <a:cs typeface="Tahoma"/>
              </a:rPr>
              <a:t>Submission</a:t>
            </a:r>
            <a:r>
              <a:rPr lang="en-US" sz="3600" spc="-65" dirty="0">
                <a:latin typeface="Tahoma"/>
                <a:cs typeface="Tahoma"/>
              </a:rPr>
              <a:t> </a:t>
            </a:r>
            <a:r>
              <a:rPr lang="en-US" sz="3600" dirty="0">
                <a:latin typeface="Tahoma"/>
                <a:cs typeface="Tahoma"/>
              </a:rPr>
              <a:t>before</a:t>
            </a:r>
            <a:r>
              <a:rPr lang="en-US" sz="3600" spc="-60" dirty="0">
                <a:latin typeface="Tahoma"/>
                <a:cs typeface="Tahoma"/>
              </a:rPr>
              <a:t> </a:t>
            </a:r>
            <a:r>
              <a:rPr lang="en-US" sz="3600" dirty="0">
                <a:latin typeface="Tahoma"/>
                <a:cs typeface="Tahoma"/>
              </a:rPr>
              <a:t>lab</a:t>
            </a:r>
            <a:r>
              <a:rPr lang="en-US" sz="3600" spc="-70" dirty="0">
                <a:latin typeface="Tahoma"/>
                <a:cs typeface="Tahoma"/>
              </a:rPr>
              <a:t> </a:t>
            </a:r>
            <a:r>
              <a:rPr lang="en-US" sz="3600" spc="75" dirty="0">
                <a:latin typeface="Tahoma"/>
                <a:cs typeface="Tahoma"/>
              </a:rPr>
              <a:t>ends</a:t>
            </a:r>
            <a:r>
              <a:rPr lang="en-US" sz="3600" spc="-60" dirty="0">
                <a:latin typeface="Tahoma"/>
                <a:cs typeface="Tahoma"/>
              </a:rPr>
              <a:t> </a:t>
            </a:r>
            <a:r>
              <a:rPr lang="en-US" sz="3600" spc="50" dirty="0">
                <a:latin typeface="Tahoma"/>
                <a:cs typeface="Tahoma"/>
              </a:rPr>
              <a:t>gets</a:t>
            </a:r>
            <a:r>
              <a:rPr lang="en-US" sz="3600" spc="-65" dirty="0">
                <a:latin typeface="Tahoma"/>
                <a:cs typeface="Tahoma"/>
              </a:rPr>
              <a:t> </a:t>
            </a:r>
            <a:r>
              <a:rPr lang="en-US" sz="3600" dirty="0">
                <a:latin typeface="Tahoma"/>
                <a:cs typeface="Tahoma"/>
              </a:rPr>
              <a:t>100%</a:t>
            </a:r>
            <a:r>
              <a:rPr lang="en-US" sz="3600" spc="-60" dirty="0">
                <a:latin typeface="Tahoma"/>
                <a:cs typeface="Tahoma"/>
              </a:rPr>
              <a:t> </a:t>
            </a:r>
            <a:r>
              <a:rPr lang="en-US" sz="3600" spc="60" dirty="0">
                <a:latin typeface="Tahoma"/>
                <a:cs typeface="Tahoma"/>
              </a:rPr>
              <a:t>score</a:t>
            </a:r>
            <a:endParaRPr lang="en-US" sz="3600" dirty="0">
              <a:latin typeface="Tahoma"/>
              <a:cs typeface="Tahoma"/>
            </a:endParaRPr>
          </a:p>
          <a:p>
            <a:pPr marL="901700" lvl="1" indent="-406400">
              <a:lnSpc>
                <a:spcPct val="100000"/>
              </a:lnSpc>
              <a:spcBef>
                <a:spcPts val="1500"/>
              </a:spcBef>
              <a:buSzPct val="75000"/>
              <a:buChar char="-"/>
              <a:tabLst>
                <a:tab pos="901700" algn="l"/>
              </a:tabLst>
            </a:pPr>
            <a:r>
              <a:rPr lang="en-US" sz="3600" spc="80" dirty="0">
                <a:latin typeface="Tahoma"/>
                <a:cs typeface="Tahoma"/>
              </a:rPr>
              <a:t>Submission</a:t>
            </a:r>
            <a:r>
              <a:rPr lang="en-US" sz="3600" spc="-85" dirty="0">
                <a:latin typeface="Tahoma"/>
                <a:cs typeface="Tahoma"/>
              </a:rPr>
              <a:t> </a:t>
            </a:r>
            <a:r>
              <a:rPr lang="en-US" sz="3600" dirty="0">
                <a:latin typeface="Tahoma"/>
                <a:cs typeface="Tahoma"/>
              </a:rPr>
              <a:t>before</a:t>
            </a:r>
            <a:r>
              <a:rPr lang="en-US" sz="3600" spc="-70" dirty="0">
                <a:latin typeface="Tahoma"/>
                <a:cs typeface="Tahoma"/>
              </a:rPr>
              <a:t> </a:t>
            </a:r>
            <a:r>
              <a:rPr lang="en-US" sz="3600" b="1" spc="-260" dirty="0">
                <a:solidFill>
                  <a:srgbClr val="FF2712"/>
                </a:solidFill>
                <a:latin typeface="Tahoma"/>
                <a:cs typeface="Tahoma"/>
              </a:rPr>
              <a:t>11:59pm</a:t>
            </a:r>
            <a:r>
              <a:rPr lang="en-US" sz="3600" b="1" spc="5" dirty="0">
                <a:solidFill>
                  <a:srgbClr val="FF2712"/>
                </a:solidFill>
                <a:latin typeface="Tahoma"/>
                <a:cs typeface="Tahoma"/>
              </a:rPr>
              <a:t> </a:t>
            </a:r>
            <a:r>
              <a:rPr lang="en-US" sz="3600" spc="50" dirty="0">
                <a:latin typeface="Tahoma"/>
                <a:cs typeface="Tahoma"/>
              </a:rPr>
              <a:t>gets</a:t>
            </a:r>
            <a:r>
              <a:rPr lang="en-US" sz="3600" spc="-80" dirty="0">
                <a:latin typeface="Tahoma"/>
                <a:cs typeface="Tahoma"/>
              </a:rPr>
              <a:t> </a:t>
            </a:r>
            <a:r>
              <a:rPr lang="en-US" sz="3600" dirty="0">
                <a:latin typeface="Tahoma"/>
                <a:cs typeface="Tahoma"/>
              </a:rPr>
              <a:t>60%</a:t>
            </a:r>
            <a:r>
              <a:rPr lang="en-US" sz="3600" spc="-80" dirty="0">
                <a:latin typeface="Tahoma"/>
                <a:cs typeface="Tahoma"/>
              </a:rPr>
              <a:t> </a:t>
            </a:r>
            <a:r>
              <a:rPr lang="en-US" sz="3600" spc="60" dirty="0">
                <a:latin typeface="Tahoma"/>
                <a:cs typeface="Tahoma"/>
              </a:rPr>
              <a:t>score</a:t>
            </a:r>
            <a:endParaRPr lang="en-US" sz="3600" dirty="0">
              <a:latin typeface="Tahoma"/>
              <a:cs typeface="Tahoma"/>
            </a:endParaRPr>
          </a:p>
        </p:txBody>
      </p:sp>
    </p:spTree>
    <p:extLst>
      <p:ext uri="{BB962C8B-B14F-4D97-AF65-F5344CB8AC3E}">
        <p14:creationId xmlns:p14="http://schemas.microsoft.com/office/powerpoint/2010/main" val="264856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11</a:t>
            </a:fld>
            <a:endParaRPr spc="-25" dirty="0"/>
          </a:p>
        </p:txBody>
      </p:sp>
      <p:sp>
        <p:nvSpPr>
          <p:cNvPr id="2" name="object 2"/>
          <p:cNvSpPr txBox="1">
            <a:spLocks noGrp="1"/>
          </p:cNvSpPr>
          <p:nvPr>
            <p:ph type="title"/>
          </p:nvPr>
        </p:nvSpPr>
        <p:spPr>
          <a:prstGeom prst="rect">
            <a:avLst/>
          </a:prstGeom>
        </p:spPr>
        <p:txBody>
          <a:bodyPr vert="horz" wrap="square" lIns="0" tIns="496439" rIns="0" bIns="0" rtlCol="0">
            <a:spAutoFit/>
          </a:bodyPr>
          <a:lstStyle/>
          <a:p>
            <a:pPr marL="2204720">
              <a:lnSpc>
                <a:spcPct val="100000"/>
              </a:lnSpc>
              <a:spcBef>
                <a:spcPts val="100"/>
              </a:spcBef>
            </a:pPr>
            <a:r>
              <a:rPr spc="90" dirty="0"/>
              <a:t>Grading</a:t>
            </a:r>
            <a:r>
              <a:rPr spc="-285" dirty="0"/>
              <a:t> </a:t>
            </a:r>
            <a:r>
              <a:rPr spc="110" dirty="0"/>
              <a:t>Example</a:t>
            </a:r>
          </a:p>
        </p:txBody>
      </p:sp>
      <p:sp>
        <p:nvSpPr>
          <p:cNvPr id="3" name="object 3"/>
          <p:cNvSpPr txBox="1"/>
          <p:nvPr/>
        </p:nvSpPr>
        <p:spPr>
          <a:xfrm>
            <a:off x="987425" y="2620136"/>
            <a:ext cx="9060180" cy="6037580"/>
          </a:xfrm>
          <a:prstGeom prst="rect">
            <a:avLst/>
          </a:prstGeom>
        </p:spPr>
        <p:txBody>
          <a:bodyPr vert="horz" wrap="square" lIns="0" tIns="12700" rIns="0" bIns="0" rtlCol="0">
            <a:spAutoFit/>
          </a:bodyPr>
          <a:lstStyle/>
          <a:p>
            <a:pPr marL="456565" indent="-443865">
              <a:lnSpc>
                <a:spcPct val="100000"/>
              </a:lnSpc>
              <a:spcBef>
                <a:spcPts val="100"/>
              </a:spcBef>
              <a:buSzPct val="75000"/>
              <a:buChar char="•"/>
              <a:tabLst>
                <a:tab pos="456565" algn="l"/>
              </a:tabLst>
            </a:pPr>
            <a:r>
              <a:rPr sz="3600" dirty="0">
                <a:latin typeface="Tahoma"/>
                <a:cs typeface="Tahoma"/>
              </a:rPr>
              <a:t>4</a:t>
            </a:r>
            <a:r>
              <a:rPr sz="3600" spc="35" dirty="0">
                <a:latin typeface="Tahoma"/>
                <a:cs typeface="Tahoma"/>
              </a:rPr>
              <a:t> </a:t>
            </a:r>
            <a:r>
              <a:rPr sz="3600" dirty="0">
                <a:latin typeface="Tahoma"/>
                <a:cs typeface="Tahoma"/>
              </a:rPr>
              <a:t>problems,</a:t>
            </a:r>
            <a:r>
              <a:rPr sz="3600" spc="30" dirty="0">
                <a:latin typeface="Tahoma"/>
                <a:cs typeface="Tahoma"/>
              </a:rPr>
              <a:t> </a:t>
            </a:r>
            <a:r>
              <a:rPr sz="3600" dirty="0">
                <a:latin typeface="Tahoma"/>
                <a:cs typeface="Tahoma"/>
              </a:rPr>
              <a:t>25%</a:t>
            </a:r>
            <a:r>
              <a:rPr sz="3600" spc="35" dirty="0">
                <a:latin typeface="Tahoma"/>
                <a:cs typeface="Tahoma"/>
              </a:rPr>
              <a:t> </a:t>
            </a:r>
            <a:r>
              <a:rPr sz="3600" spc="45" dirty="0">
                <a:latin typeface="Tahoma"/>
                <a:cs typeface="Tahoma"/>
              </a:rPr>
              <a:t>each</a:t>
            </a:r>
            <a:endParaRPr sz="3600">
              <a:latin typeface="Tahoma"/>
              <a:cs typeface="Tahoma"/>
            </a:endParaRPr>
          </a:p>
          <a:p>
            <a:pPr marL="456565" indent="-443865">
              <a:lnSpc>
                <a:spcPct val="100000"/>
              </a:lnSpc>
              <a:spcBef>
                <a:spcPts val="4200"/>
              </a:spcBef>
              <a:buSzPct val="75000"/>
              <a:buChar char="•"/>
              <a:tabLst>
                <a:tab pos="456565" algn="l"/>
              </a:tabLst>
            </a:pPr>
            <a:r>
              <a:rPr sz="3600" spc="80" dirty="0">
                <a:latin typeface="Tahoma"/>
                <a:cs typeface="Tahoma"/>
              </a:rPr>
              <a:t>Solved</a:t>
            </a:r>
            <a:r>
              <a:rPr sz="3600" spc="-145" dirty="0">
                <a:latin typeface="Tahoma"/>
                <a:cs typeface="Tahoma"/>
              </a:rPr>
              <a:t> </a:t>
            </a:r>
            <a:r>
              <a:rPr sz="3600" dirty="0">
                <a:latin typeface="Tahoma"/>
                <a:cs typeface="Tahoma"/>
              </a:rPr>
              <a:t>4</a:t>
            </a:r>
            <a:r>
              <a:rPr sz="3600" spc="-135" dirty="0">
                <a:latin typeface="Tahoma"/>
                <a:cs typeface="Tahoma"/>
              </a:rPr>
              <a:t> </a:t>
            </a:r>
            <a:r>
              <a:rPr sz="3600" dirty="0">
                <a:latin typeface="Tahoma"/>
                <a:cs typeface="Tahoma"/>
              </a:rPr>
              <a:t>during</a:t>
            </a:r>
            <a:r>
              <a:rPr sz="3600" spc="-140" dirty="0">
                <a:latin typeface="Tahoma"/>
                <a:cs typeface="Tahoma"/>
              </a:rPr>
              <a:t> </a:t>
            </a:r>
            <a:r>
              <a:rPr sz="3600" dirty="0">
                <a:latin typeface="Tahoma"/>
                <a:cs typeface="Tahoma"/>
              </a:rPr>
              <a:t>the</a:t>
            </a:r>
            <a:r>
              <a:rPr sz="3600" spc="-135" dirty="0">
                <a:latin typeface="Tahoma"/>
                <a:cs typeface="Tahoma"/>
              </a:rPr>
              <a:t> </a:t>
            </a:r>
            <a:r>
              <a:rPr sz="3600" spc="-25" dirty="0">
                <a:latin typeface="Tahoma"/>
                <a:cs typeface="Tahoma"/>
              </a:rPr>
              <a:t>lab</a:t>
            </a:r>
            <a:endParaRPr sz="3600">
              <a:latin typeface="Tahoma"/>
              <a:cs typeface="Tahoma"/>
            </a:endParaRPr>
          </a:p>
          <a:p>
            <a:pPr marL="494665">
              <a:lnSpc>
                <a:spcPct val="100000"/>
              </a:lnSpc>
              <a:spcBef>
                <a:spcPts val="1500"/>
              </a:spcBef>
              <a:tabLst>
                <a:tab pos="901065" algn="l"/>
              </a:tabLst>
            </a:pPr>
            <a:r>
              <a:rPr sz="2700" spc="15" dirty="0">
                <a:latin typeface="Tahoma"/>
                <a:cs typeface="Tahoma"/>
              </a:rPr>
              <a:t>-</a:t>
            </a:r>
            <a:r>
              <a:rPr sz="2700" dirty="0">
                <a:latin typeface="Tahoma"/>
                <a:cs typeface="Tahoma"/>
              </a:rPr>
              <a:t>	</a:t>
            </a:r>
            <a:r>
              <a:rPr sz="3600" spc="-25" dirty="0">
                <a:latin typeface="Tahoma"/>
                <a:cs typeface="Tahoma"/>
              </a:rPr>
              <a:t>100</a:t>
            </a:r>
            <a:endParaRPr sz="3600">
              <a:latin typeface="Tahoma"/>
              <a:cs typeface="Tahoma"/>
            </a:endParaRPr>
          </a:p>
          <a:p>
            <a:pPr marL="456565" indent="-443865">
              <a:lnSpc>
                <a:spcPct val="100000"/>
              </a:lnSpc>
              <a:spcBef>
                <a:spcPts val="4200"/>
              </a:spcBef>
              <a:buSzPct val="75000"/>
              <a:buChar char="•"/>
              <a:tabLst>
                <a:tab pos="456565" algn="l"/>
              </a:tabLst>
            </a:pPr>
            <a:r>
              <a:rPr sz="3600" spc="80" dirty="0">
                <a:latin typeface="Tahoma"/>
                <a:cs typeface="Tahoma"/>
              </a:rPr>
              <a:t>Solved</a:t>
            </a:r>
            <a:r>
              <a:rPr sz="3600" spc="-125" dirty="0">
                <a:latin typeface="Tahoma"/>
                <a:cs typeface="Tahoma"/>
              </a:rPr>
              <a:t> </a:t>
            </a:r>
            <a:r>
              <a:rPr sz="3600" dirty="0">
                <a:latin typeface="Tahoma"/>
                <a:cs typeface="Tahoma"/>
              </a:rPr>
              <a:t>3</a:t>
            </a:r>
            <a:r>
              <a:rPr sz="3600" spc="-114" dirty="0">
                <a:latin typeface="Tahoma"/>
                <a:cs typeface="Tahoma"/>
              </a:rPr>
              <a:t> </a:t>
            </a:r>
            <a:r>
              <a:rPr sz="3600" dirty="0">
                <a:latin typeface="Tahoma"/>
                <a:cs typeface="Tahoma"/>
              </a:rPr>
              <a:t>during</a:t>
            </a:r>
            <a:r>
              <a:rPr sz="3600" spc="-120" dirty="0">
                <a:latin typeface="Tahoma"/>
                <a:cs typeface="Tahoma"/>
              </a:rPr>
              <a:t> </a:t>
            </a:r>
            <a:r>
              <a:rPr sz="3600" dirty="0">
                <a:latin typeface="Tahoma"/>
                <a:cs typeface="Tahoma"/>
              </a:rPr>
              <a:t>the</a:t>
            </a:r>
            <a:r>
              <a:rPr sz="3600" spc="-114" dirty="0">
                <a:latin typeface="Tahoma"/>
                <a:cs typeface="Tahoma"/>
              </a:rPr>
              <a:t> </a:t>
            </a:r>
            <a:r>
              <a:rPr sz="3600" dirty="0">
                <a:latin typeface="Tahoma"/>
                <a:cs typeface="Tahoma"/>
              </a:rPr>
              <a:t>lab,</a:t>
            </a:r>
            <a:r>
              <a:rPr sz="3600" spc="-125" dirty="0">
                <a:latin typeface="Tahoma"/>
                <a:cs typeface="Tahoma"/>
              </a:rPr>
              <a:t> </a:t>
            </a:r>
            <a:r>
              <a:rPr sz="3600" dirty="0">
                <a:latin typeface="Tahoma"/>
                <a:cs typeface="Tahoma"/>
              </a:rPr>
              <a:t>1</a:t>
            </a:r>
            <a:r>
              <a:rPr sz="3600" spc="-114" dirty="0">
                <a:latin typeface="Tahoma"/>
                <a:cs typeface="Tahoma"/>
              </a:rPr>
              <a:t> </a:t>
            </a:r>
            <a:r>
              <a:rPr sz="3600" dirty="0">
                <a:latin typeface="Tahoma"/>
                <a:cs typeface="Tahoma"/>
              </a:rPr>
              <a:t>before</a:t>
            </a:r>
            <a:r>
              <a:rPr sz="3600" spc="-120" dirty="0">
                <a:latin typeface="Tahoma"/>
                <a:cs typeface="Tahoma"/>
              </a:rPr>
              <a:t> </a:t>
            </a:r>
            <a:r>
              <a:rPr sz="3600" spc="-10" dirty="0">
                <a:latin typeface="Tahoma"/>
                <a:cs typeface="Tahoma"/>
              </a:rPr>
              <a:t>11:59pm</a:t>
            </a:r>
            <a:endParaRPr sz="3600">
              <a:latin typeface="Tahoma"/>
              <a:cs typeface="Tahoma"/>
            </a:endParaRPr>
          </a:p>
          <a:p>
            <a:pPr marL="494665">
              <a:lnSpc>
                <a:spcPct val="100000"/>
              </a:lnSpc>
              <a:spcBef>
                <a:spcPts val="1500"/>
              </a:spcBef>
              <a:tabLst>
                <a:tab pos="901065" algn="l"/>
              </a:tabLst>
            </a:pPr>
            <a:r>
              <a:rPr sz="2700" spc="15" dirty="0">
                <a:latin typeface="Tahoma"/>
                <a:cs typeface="Tahoma"/>
              </a:rPr>
              <a:t>-</a:t>
            </a:r>
            <a:r>
              <a:rPr sz="2700" dirty="0">
                <a:latin typeface="Tahoma"/>
                <a:cs typeface="Tahoma"/>
              </a:rPr>
              <a:t>	</a:t>
            </a:r>
            <a:r>
              <a:rPr sz="3600" dirty="0">
                <a:latin typeface="Tahoma"/>
                <a:cs typeface="Tahoma"/>
              </a:rPr>
              <a:t>75</a:t>
            </a:r>
            <a:r>
              <a:rPr sz="3600" spc="-120" dirty="0">
                <a:latin typeface="Tahoma"/>
                <a:cs typeface="Tahoma"/>
              </a:rPr>
              <a:t> </a:t>
            </a:r>
            <a:r>
              <a:rPr sz="3600" spc="-475" dirty="0">
                <a:latin typeface="Tahoma"/>
                <a:cs typeface="Tahoma"/>
              </a:rPr>
              <a:t>+</a:t>
            </a:r>
            <a:r>
              <a:rPr sz="3600" spc="-114" dirty="0">
                <a:latin typeface="Tahoma"/>
                <a:cs typeface="Tahoma"/>
              </a:rPr>
              <a:t> </a:t>
            </a:r>
            <a:r>
              <a:rPr sz="3600" spc="-110" dirty="0">
                <a:latin typeface="Tahoma"/>
                <a:cs typeface="Tahoma"/>
              </a:rPr>
              <a:t>25*0.6</a:t>
            </a:r>
            <a:r>
              <a:rPr sz="3600" spc="-114" dirty="0">
                <a:latin typeface="Tahoma"/>
                <a:cs typeface="Tahoma"/>
              </a:rPr>
              <a:t> </a:t>
            </a:r>
            <a:r>
              <a:rPr sz="3600" spc="-475" dirty="0">
                <a:latin typeface="Tahoma"/>
                <a:cs typeface="Tahoma"/>
              </a:rPr>
              <a:t>=</a:t>
            </a:r>
            <a:r>
              <a:rPr sz="3600" spc="-114" dirty="0">
                <a:latin typeface="Tahoma"/>
                <a:cs typeface="Tahoma"/>
              </a:rPr>
              <a:t> </a:t>
            </a:r>
            <a:r>
              <a:rPr sz="3600" spc="-25" dirty="0">
                <a:latin typeface="Tahoma"/>
                <a:cs typeface="Tahoma"/>
              </a:rPr>
              <a:t>90</a:t>
            </a:r>
            <a:endParaRPr sz="3600">
              <a:latin typeface="Tahoma"/>
              <a:cs typeface="Tahoma"/>
            </a:endParaRPr>
          </a:p>
          <a:p>
            <a:pPr marL="456565" indent="-443865">
              <a:lnSpc>
                <a:spcPct val="100000"/>
              </a:lnSpc>
              <a:spcBef>
                <a:spcPts val="4200"/>
              </a:spcBef>
              <a:buSzPct val="75000"/>
              <a:buChar char="•"/>
              <a:tabLst>
                <a:tab pos="456565" algn="l"/>
              </a:tabLst>
            </a:pPr>
            <a:r>
              <a:rPr sz="3600" spc="80" dirty="0">
                <a:latin typeface="Tahoma"/>
                <a:cs typeface="Tahoma"/>
              </a:rPr>
              <a:t>Solved</a:t>
            </a:r>
            <a:r>
              <a:rPr sz="3600" spc="-145" dirty="0">
                <a:latin typeface="Tahoma"/>
                <a:cs typeface="Tahoma"/>
              </a:rPr>
              <a:t> </a:t>
            </a:r>
            <a:r>
              <a:rPr sz="3600" dirty="0">
                <a:latin typeface="Tahoma"/>
                <a:cs typeface="Tahoma"/>
              </a:rPr>
              <a:t>4</a:t>
            </a:r>
            <a:r>
              <a:rPr sz="3600" spc="-135" dirty="0">
                <a:latin typeface="Tahoma"/>
                <a:cs typeface="Tahoma"/>
              </a:rPr>
              <a:t> </a:t>
            </a:r>
            <a:r>
              <a:rPr sz="3600" spc="-35" dirty="0">
                <a:latin typeface="Tahoma"/>
                <a:cs typeface="Tahoma"/>
              </a:rPr>
              <a:t>after</a:t>
            </a:r>
            <a:r>
              <a:rPr sz="3600" spc="-135" dirty="0">
                <a:latin typeface="Tahoma"/>
                <a:cs typeface="Tahoma"/>
              </a:rPr>
              <a:t> </a:t>
            </a:r>
            <a:r>
              <a:rPr sz="3600" dirty="0">
                <a:latin typeface="Tahoma"/>
                <a:cs typeface="Tahoma"/>
              </a:rPr>
              <a:t>the</a:t>
            </a:r>
            <a:r>
              <a:rPr sz="3600" spc="-135" dirty="0">
                <a:latin typeface="Tahoma"/>
                <a:cs typeface="Tahoma"/>
              </a:rPr>
              <a:t> </a:t>
            </a:r>
            <a:r>
              <a:rPr sz="3600" dirty="0">
                <a:latin typeface="Tahoma"/>
                <a:cs typeface="Tahoma"/>
              </a:rPr>
              <a:t>lab,</a:t>
            </a:r>
            <a:r>
              <a:rPr sz="3600" spc="-140" dirty="0">
                <a:latin typeface="Tahoma"/>
                <a:cs typeface="Tahoma"/>
              </a:rPr>
              <a:t> </a:t>
            </a:r>
            <a:r>
              <a:rPr sz="3600" dirty="0">
                <a:latin typeface="Tahoma"/>
                <a:cs typeface="Tahoma"/>
              </a:rPr>
              <a:t>before</a:t>
            </a:r>
            <a:r>
              <a:rPr sz="3600" spc="-135" dirty="0">
                <a:latin typeface="Tahoma"/>
                <a:cs typeface="Tahoma"/>
              </a:rPr>
              <a:t> </a:t>
            </a:r>
            <a:r>
              <a:rPr sz="3600" spc="-10" dirty="0">
                <a:latin typeface="Tahoma"/>
                <a:cs typeface="Tahoma"/>
              </a:rPr>
              <a:t>11:59pm</a:t>
            </a:r>
            <a:endParaRPr sz="3600">
              <a:latin typeface="Tahoma"/>
              <a:cs typeface="Tahoma"/>
            </a:endParaRPr>
          </a:p>
          <a:p>
            <a:pPr marL="494665">
              <a:lnSpc>
                <a:spcPct val="100000"/>
              </a:lnSpc>
              <a:spcBef>
                <a:spcPts val="1500"/>
              </a:spcBef>
              <a:tabLst>
                <a:tab pos="901065" algn="l"/>
              </a:tabLst>
            </a:pPr>
            <a:r>
              <a:rPr sz="2700" spc="15" dirty="0">
                <a:latin typeface="Tahoma"/>
                <a:cs typeface="Tahoma"/>
              </a:rPr>
              <a:t>-</a:t>
            </a:r>
            <a:r>
              <a:rPr sz="2700" dirty="0">
                <a:latin typeface="Tahoma"/>
                <a:cs typeface="Tahoma"/>
              </a:rPr>
              <a:t>	</a:t>
            </a:r>
            <a:r>
              <a:rPr sz="3600" dirty="0">
                <a:latin typeface="Tahoma"/>
                <a:cs typeface="Tahoma"/>
              </a:rPr>
              <a:t>100</a:t>
            </a:r>
            <a:r>
              <a:rPr sz="3600" spc="-120" dirty="0">
                <a:latin typeface="Tahoma"/>
                <a:cs typeface="Tahoma"/>
              </a:rPr>
              <a:t> </a:t>
            </a:r>
            <a:r>
              <a:rPr sz="3600" spc="-710" dirty="0">
                <a:latin typeface="Tahoma"/>
                <a:cs typeface="Tahoma"/>
              </a:rPr>
              <a:t>*</a:t>
            </a:r>
            <a:r>
              <a:rPr sz="3600" spc="-114" dirty="0">
                <a:latin typeface="Tahoma"/>
                <a:cs typeface="Tahoma"/>
              </a:rPr>
              <a:t> </a:t>
            </a:r>
            <a:r>
              <a:rPr sz="3600" dirty="0">
                <a:latin typeface="Tahoma"/>
                <a:cs typeface="Tahoma"/>
              </a:rPr>
              <a:t>0.6</a:t>
            </a:r>
            <a:r>
              <a:rPr sz="3600" spc="-114" dirty="0">
                <a:latin typeface="Tahoma"/>
                <a:cs typeface="Tahoma"/>
              </a:rPr>
              <a:t> </a:t>
            </a:r>
            <a:r>
              <a:rPr sz="3600" spc="-475" dirty="0">
                <a:latin typeface="Tahoma"/>
                <a:cs typeface="Tahoma"/>
              </a:rPr>
              <a:t>=</a:t>
            </a:r>
            <a:r>
              <a:rPr sz="3600" spc="-120" dirty="0">
                <a:latin typeface="Tahoma"/>
                <a:cs typeface="Tahoma"/>
              </a:rPr>
              <a:t> </a:t>
            </a:r>
            <a:r>
              <a:rPr sz="3600" spc="-25" dirty="0">
                <a:latin typeface="Tahoma"/>
                <a:cs typeface="Tahoma"/>
              </a:rPr>
              <a:t>60</a:t>
            </a:r>
            <a:endParaRPr sz="3600">
              <a:latin typeface="Tahoma"/>
              <a:cs typeface="Tahom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12</a:t>
            </a:fld>
            <a:endParaRPr spc="-25" dirty="0"/>
          </a:p>
        </p:txBody>
      </p:sp>
      <p:sp>
        <p:nvSpPr>
          <p:cNvPr id="2" name="object 2"/>
          <p:cNvSpPr txBox="1">
            <a:spLocks noGrp="1"/>
          </p:cNvSpPr>
          <p:nvPr>
            <p:ph type="title"/>
          </p:nvPr>
        </p:nvSpPr>
        <p:spPr>
          <a:prstGeom prst="rect">
            <a:avLst/>
          </a:prstGeom>
        </p:spPr>
        <p:txBody>
          <a:bodyPr vert="horz" wrap="square" lIns="0" tIns="496439" rIns="0" bIns="0" rtlCol="0">
            <a:spAutoFit/>
          </a:bodyPr>
          <a:lstStyle/>
          <a:p>
            <a:pPr marL="4505960">
              <a:lnSpc>
                <a:spcPct val="100000"/>
              </a:lnSpc>
              <a:spcBef>
                <a:spcPts val="100"/>
              </a:spcBef>
            </a:pPr>
            <a:r>
              <a:rPr spc="-10" dirty="0"/>
              <a:t>Outline</a:t>
            </a:r>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403225" indent="-390525">
              <a:lnSpc>
                <a:spcPct val="100000"/>
              </a:lnSpc>
              <a:spcBef>
                <a:spcPts val="100"/>
              </a:spcBef>
              <a:buClr>
                <a:srgbClr val="000000"/>
              </a:buClr>
              <a:buSzPct val="74193"/>
              <a:buChar char="•"/>
              <a:tabLst>
                <a:tab pos="403225" algn="l"/>
              </a:tabLst>
            </a:pPr>
            <a:r>
              <a:rPr dirty="0"/>
              <a:t>General</a:t>
            </a:r>
            <a:r>
              <a:rPr spc="50" dirty="0"/>
              <a:t> </a:t>
            </a:r>
            <a:r>
              <a:rPr spc="-20" dirty="0"/>
              <a:t>Rule</a:t>
            </a:r>
          </a:p>
          <a:p>
            <a:pPr marL="403225" indent="-390525">
              <a:lnSpc>
                <a:spcPct val="100000"/>
              </a:lnSpc>
              <a:spcBef>
                <a:spcPts val="3600"/>
              </a:spcBef>
              <a:buSzPct val="74193"/>
              <a:buChar char="•"/>
              <a:tabLst>
                <a:tab pos="403225" algn="l"/>
              </a:tabLst>
            </a:pPr>
            <a:r>
              <a:rPr spc="-20" dirty="0">
                <a:solidFill>
                  <a:srgbClr val="000000"/>
                </a:solidFill>
              </a:rPr>
              <a:t>Introduction</a:t>
            </a:r>
            <a:r>
              <a:rPr spc="-135" dirty="0">
                <a:solidFill>
                  <a:srgbClr val="000000"/>
                </a:solidFill>
              </a:rPr>
              <a:t> </a:t>
            </a:r>
            <a:r>
              <a:rPr dirty="0">
                <a:solidFill>
                  <a:srgbClr val="000000"/>
                </a:solidFill>
              </a:rPr>
              <a:t>to</a:t>
            </a:r>
            <a:r>
              <a:rPr spc="-130" dirty="0">
                <a:solidFill>
                  <a:srgbClr val="000000"/>
                </a:solidFill>
              </a:rPr>
              <a:t> </a:t>
            </a:r>
            <a:r>
              <a:rPr spc="30" dirty="0">
                <a:solidFill>
                  <a:srgbClr val="000000"/>
                </a:solidFill>
              </a:rPr>
              <a:t>Git</a:t>
            </a:r>
          </a:p>
          <a:p>
            <a:pPr marL="403225" indent="-390525">
              <a:lnSpc>
                <a:spcPct val="100000"/>
              </a:lnSpc>
              <a:spcBef>
                <a:spcPts val="3600"/>
              </a:spcBef>
              <a:buClr>
                <a:srgbClr val="000000"/>
              </a:buClr>
              <a:buSzPct val="74193"/>
              <a:buChar char="•"/>
              <a:tabLst>
                <a:tab pos="403225" algn="l"/>
              </a:tabLst>
            </a:pPr>
            <a:r>
              <a:rPr dirty="0"/>
              <a:t>Version</a:t>
            </a:r>
            <a:r>
              <a:rPr spc="-85" dirty="0"/>
              <a:t> </a:t>
            </a:r>
            <a:r>
              <a:rPr spc="-10" dirty="0"/>
              <a:t>control</a:t>
            </a:r>
          </a:p>
          <a:p>
            <a:pPr marL="403225" indent="-390525">
              <a:lnSpc>
                <a:spcPct val="100000"/>
              </a:lnSpc>
              <a:spcBef>
                <a:spcPts val="3600"/>
              </a:spcBef>
              <a:buClr>
                <a:srgbClr val="000000"/>
              </a:buClr>
              <a:buSzPct val="74193"/>
              <a:buChar char="•"/>
              <a:tabLst>
                <a:tab pos="403225" algn="l"/>
              </a:tabLst>
            </a:pPr>
            <a:r>
              <a:rPr spc="60" dirty="0"/>
              <a:t>Branch</a:t>
            </a:r>
            <a:r>
              <a:rPr spc="-40" dirty="0"/>
              <a:t> </a:t>
            </a:r>
            <a:r>
              <a:rPr dirty="0"/>
              <a:t>and</a:t>
            </a:r>
            <a:r>
              <a:rPr spc="-35" dirty="0"/>
              <a:t> </a:t>
            </a:r>
            <a:r>
              <a:rPr spc="-10" dirty="0"/>
              <a:t>merge</a:t>
            </a:r>
          </a:p>
          <a:p>
            <a:pPr marL="403225" indent="-390525">
              <a:lnSpc>
                <a:spcPct val="100000"/>
              </a:lnSpc>
              <a:spcBef>
                <a:spcPts val="3600"/>
              </a:spcBef>
              <a:buClr>
                <a:srgbClr val="000000"/>
              </a:buClr>
              <a:buSzPct val="74193"/>
              <a:buChar char="•"/>
              <a:tabLst>
                <a:tab pos="403225" algn="l"/>
              </a:tabLst>
            </a:pPr>
            <a:r>
              <a:rPr spc="75" dirty="0"/>
              <a:t>How</a:t>
            </a:r>
            <a:r>
              <a:rPr spc="-100" dirty="0"/>
              <a:t> </a:t>
            </a:r>
            <a:r>
              <a:rPr dirty="0"/>
              <a:t>to</a:t>
            </a:r>
            <a:r>
              <a:rPr spc="-95" dirty="0"/>
              <a:t> </a:t>
            </a:r>
            <a:r>
              <a:rPr dirty="0"/>
              <a:t>Submit</a:t>
            </a:r>
            <a:r>
              <a:rPr spc="-95" dirty="0"/>
              <a:t> </a:t>
            </a:r>
            <a:r>
              <a:rPr dirty="0"/>
              <a:t>Your</a:t>
            </a:r>
            <a:r>
              <a:rPr spc="-100" dirty="0"/>
              <a:t> </a:t>
            </a:r>
            <a:r>
              <a:rPr spc="150" dirty="0"/>
              <a:t>Code</a:t>
            </a:r>
            <a:r>
              <a:rPr spc="-95" dirty="0"/>
              <a:t> </a:t>
            </a:r>
            <a:r>
              <a:rPr dirty="0"/>
              <a:t>to</a:t>
            </a:r>
            <a:r>
              <a:rPr spc="-95" dirty="0"/>
              <a:t> </a:t>
            </a:r>
            <a:r>
              <a:rPr spc="-10" dirty="0"/>
              <a:t>Gitlab</a:t>
            </a:r>
          </a:p>
          <a:p>
            <a:pPr marL="403225" indent="-390525">
              <a:lnSpc>
                <a:spcPct val="100000"/>
              </a:lnSpc>
              <a:spcBef>
                <a:spcPts val="3600"/>
              </a:spcBef>
              <a:buClr>
                <a:srgbClr val="000000"/>
              </a:buClr>
              <a:buSzPct val="74193"/>
              <a:buChar char="•"/>
              <a:tabLst>
                <a:tab pos="403225" algn="l"/>
              </a:tabLst>
            </a:pPr>
            <a:r>
              <a:rPr dirty="0"/>
              <a:t>Tools</a:t>
            </a:r>
            <a:r>
              <a:rPr spc="-130" dirty="0"/>
              <a:t> </a:t>
            </a:r>
            <a:r>
              <a:rPr spc="-155" dirty="0"/>
              <a:t>&amp;</a:t>
            </a:r>
            <a:r>
              <a:rPr spc="-114" dirty="0"/>
              <a:t> </a:t>
            </a:r>
            <a:r>
              <a:rPr spc="-10" dirty="0"/>
              <a:t>References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13</a:t>
            </a:fld>
            <a:endParaRPr spc="-25" dirty="0"/>
          </a:p>
        </p:txBody>
      </p:sp>
      <p:sp>
        <p:nvSpPr>
          <p:cNvPr id="2" name="object 2"/>
          <p:cNvSpPr txBox="1">
            <a:spLocks noGrp="1"/>
          </p:cNvSpPr>
          <p:nvPr>
            <p:ph type="title"/>
          </p:nvPr>
        </p:nvSpPr>
        <p:spPr>
          <a:xfrm>
            <a:off x="2620508" y="3761740"/>
            <a:ext cx="7757795" cy="2159000"/>
          </a:xfrm>
          <a:prstGeom prst="rect">
            <a:avLst/>
          </a:prstGeom>
        </p:spPr>
        <p:txBody>
          <a:bodyPr vert="horz" wrap="square" lIns="0" tIns="12700" rIns="0" bIns="0" rtlCol="0">
            <a:spAutoFit/>
          </a:bodyPr>
          <a:lstStyle/>
          <a:p>
            <a:pPr marL="703580" marR="5080" indent="-691515">
              <a:lnSpc>
                <a:spcPct val="100000"/>
              </a:lnSpc>
              <a:spcBef>
                <a:spcPts val="100"/>
              </a:spcBef>
            </a:pPr>
            <a:r>
              <a:rPr sz="7000" dirty="0"/>
              <a:t>Why</a:t>
            </a:r>
            <a:r>
              <a:rPr sz="7000" spc="-175" dirty="0"/>
              <a:t> </a:t>
            </a:r>
            <a:r>
              <a:rPr sz="7000" spc="125" dirty="0"/>
              <a:t>should</a:t>
            </a:r>
            <a:r>
              <a:rPr sz="7000" spc="-180" dirty="0"/>
              <a:t> </a:t>
            </a:r>
            <a:r>
              <a:rPr sz="7000" dirty="0"/>
              <a:t>we</a:t>
            </a:r>
            <a:r>
              <a:rPr sz="7000" spc="-175" dirty="0"/>
              <a:t> </a:t>
            </a:r>
            <a:r>
              <a:rPr sz="7000" spc="110" dirty="0"/>
              <a:t>use </a:t>
            </a:r>
            <a:r>
              <a:rPr sz="7000" dirty="0"/>
              <a:t>version</a:t>
            </a:r>
            <a:r>
              <a:rPr sz="7000" spc="-60" dirty="0"/>
              <a:t> </a:t>
            </a:r>
            <a:r>
              <a:rPr sz="7000" spc="95" dirty="0"/>
              <a:t>control?</a:t>
            </a:r>
            <a:endParaRPr sz="7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14</a:t>
            </a:fld>
            <a:endParaRPr spc="-25" dirty="0"/>
          </a:p>
        </p:txBody>
      </p:sp>
      <p:sp>
        <p:nvSpPr>
          <p:cNvPr id="2" name="object 2"/>
          <p:cNvSpPr txBox="1">
            <a:spLocks noGrp="1"/>
          </p:cNvSpPr>
          <p:nvPr>
            <p:ph type="title"/>
          </p:nvPr>
        </p:nvSpPr>
        <p:spPr>
          <a:xfrm>
            <a:off x="1165713" y="3695838"/>
            <a:ext cx="10282555" cy="2159000"/>
          </a:xfrm>
          <a:prstGeom prst="rect">
            <a:avLst/>
          </a:prstGeom>
        </p:spPr>
        <p:txBody>
          <a:bodyPr vert="horz" wrap="square" lIns="0" tIns="12700" rIns="0" bIns="0" rtlCol="0">
            <a:spAutoFit/>
          </a:bodyPr>
          <a:lstStyle/>
          <a:p>
            <a:pPr marL="520065" marR="5080" indent="-508000">
              <a:lnSpc>
                <a:spcPct val="100000"/>
              </a:lnSpc>
              <a:spcBef>
                <a:spcPts val="100"/>
              </a:spcBef>
            </a:pPr>
            <a:r>
              <a:rPr sz="7000" dirty="0"/>
              <a:t>We</a:t>
            </a:r>
            <a:r>
              <a:rPr sz="7000" spc="-229" dirty="0"/>
              <a:t> </a:t>
            </a:r>
            <a:r>
              <a:rPr sz="7000" dirty="0"/>
              <a:t>want</a:t>
            </a:r>
            <a:r>
              <a:rPr sz="7000" spc="-240" dirty="0"/>
              <a:t> </a:t>
            </a:r>
            <a:r>
              <a:rPr sz="7000" dirty="0"/>
              <a:t>to</a:t>
            </a:r>
            <a:r>
              <a:rPr sz="7000" spc="-225" dirty="0"/>
              <a:t> </a:t>
            </a:r>
            <a:r>
              <a:rPr sz="7000" dirty="0"/>
              <a:t>track</a:t>
            </a:r>
            <a:r>
              <a:rPr sz="7000" spc="-229" dirty="0"/>
              <a:t> </a:t>
            </a:r>
            <a:r>
              <a:rPr sz="7000" dirty="0"/>
              <a:t>what</a:t>
            </a:r>
            <a:r>
              <a:rPr sz="7000" spc="-235" dirty="0"/>
              <a:t> </a:t>
            </a:r>
            <a:r>
              <a:rPr sz="7000" spc="-25" dirty="0"/>
              <a:t>we </a:t>
            </a:r>
            <a:r>
              <a:rPr sz="7000" spc="145" dirty="0"/>
              <a:t>did</a:t>
            </a:r>
            <a:r>
              <a:rPr sz="7000" spc="-235" dirty="0"/>
              <a:t> </a:t>
            </a:r>
            <a:r>
              <a:rPr sz="7000" spc="105" dirty="0"/>
              <a:t>and</a:t>
            </a:r>
            <a:r>
              <a:rPr sz="7000" spc="-235" dirty="0"/>
              <a:t> </a:t>
            </a:r>
            <a:r>
              <a:rPr sz="7000" dirty="0"/>
              <a:t>when</a:t>
            </a:r>
            <a:r>
              <a:rPr sz="7000" spc="-229" dirty="0"/>
              <a:t> </a:t>
            </a:r>
            <a:r>
              <a:rPr sz="7000" dirty="0"/>
              <a:t>we</a:t>
            </a:r>
            <a:r>
              <a:rPr sz="7000" spc="-229" dirty="0"/>
              <a:t> </a:t>
            </a:r>
            <a:r>
              <a:rPr sz="7000" spc="145" dirty="0"/>
              <a:t>did</a:t>
            </a:r>
            <a:r>
              <a:rPr sz="7000" spc="-235" dirty="0"/>
              <a:t> </a:t>
            </a:r>
            <a:r>
              <a:rPr sz="7000" spc="-25" dirty="0"/>
              <a:t>it.</a:t>
            </a:r>
            <a:endParaRPr sz="7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15</a:t>
            </a:fld>
            <a:endParaRPr spc="-25" dirty="0"/>
          </a:p>
        </p:txBody>
      </p:sp>
      <p:sp>
        <p:nvSpPr>
          <p:cNvPr id="2" name="object 2"/>
          <p:cNvSpPr txBox="1">
            <a:spLocks noGrp="1"/>
          </p:cNvSpPr>
          <p:nvPr>
            <p:ph type="title"/>
          </p:nvPr>
        </p:nvSpPr>
        <p:spPr>
          <a:prstGeom prst="rect">
            <a:avLst/>
          </a:prstGeom>
        </p:spPr>
        <p:txBody>
          <a:bodyPr vert="horz" wrap="square" lIns="0" tIns="12700" rIns="0" bIns="0" rtlCol="0">
            <a:spAutoFit/>
          </a:bodyPr>
          <a:lstStyle/>
          <a:p>
            <a:pPr marL="4400550" marR="5080" indent="-3189605">
              <a:lnSpc>
                <a:spcPct val="100000"/>
              </a:lnSpc>
              <a:spcBef>
                <a:spcPts val="100"/>
              </a:spcBef>
            </a:pPr>
            <a:r>
              <a:rPr sz="7200" dirty="0"/>
              <a:t>Why</a:t>
            </a:r>
            <a:r>
              <a:rPr sz="7200" spc="-145" dirty="0"/>
              <a:t> </a:t>
            </a:r>
            <a:r>
              <a:rPr sz="7200" spc="140" dirty="0"/>
              <a:t>use</a:t>
            </a:r>
            <a:r>
              <a:rPr sz="7200" spc="-145" dirty="0"/>
              <a:t> </a:t>
            </a:r>
            <a:r>
              <a:rPr sz="7200" dirty="0"/>
              <a:t>version</a:t>
            </a:r>
            <a:r>
              <a:rPr sz="7200" spc="-145" dirty="0"/>
              <a:t> </a:t>
            </a:r>
            <a:r>
              <a:rPr sz="7200" spc="-10" dirty="0"/>
              <a:t>control </a:t>
            </a:r>
            <a:r>
              <a:rPr sz="7200" spc="150" dirty="0"/>
              <a:t>system?</a:t>
            </a:r>
            <a:endParaRPr sz="7200"/>
          </a:p>
        </p:txBody>
      </p:sp>
      <p:sp>
        <p:nvSpPr>
          <p:cNvPr id="3" name="object 3"/>
          <p:cNvSpPr txBox="1"/>
          <p:nvPr/>
        </p:nvSpPr>
        <p:spPr>
          <a:xfrm>
            <a:off x="1165327" y="3984916"/>
            <a:ext cx="10893425" cy="4109720"/>
          </a:xfrm>
          <a:prstGeom prst="rect">
            <a:avLst/>
          </a:prstGeom>
        </p:spPr>
        <p:txBody>
          <a:bodyPr vert="horz" wrap="square" lIns="0" tIns="74295" rIns="0" bIns="0" rtlCol="0">
            <a:spAutoFit/>
          </a:bodyPr>
          <a:lstStyle/>
          <a:p>
            <a:pPr marL="457200" marR="687070" indent="-444500">
              <a:lnSpc>
                <a:spcPts val="3890"/>
              </a:lnSpc>
              <a:spcBef>
                <a:spcPts val="585"/>
              </a:spcBef>
              <a:buSzPct val="75000"/>
              <a:buChar char="•"/>
              <a:tabLst>
                <a:tab pos="457200" algn="l"/>
              </a:tabLst>
            </a:pPr>
            <a:r>
              <a:rPr sz="3600" spc="50" dirty="0">
                <a:latin typeface="Tahoma"/>
                <a:cs typeface="Tahoma"/>
              </a:rPr>
              <a:t>Managing</a:t>
            </a:r>
            <a:r>
              <a:rPr sz="3600" spc="-65" dirty="0">
                <a:latin typeface="Tahoma"/>
                <a:cs typeface="Tahoma"/>
              </a:rPr>
              <a:t> </a:t>
            </a:r>
            <a:r>
              <a:rPr sz="3600" dirty="0">
                <a:latin typeface="Tahoma"/>
                <a:cs typeface="Tahoma"/>
              </a:rPr>
              <a:t>your</a:t>
            </a:r>
            <a:r>
              <a:rPr sz="3600" spc="-65" dirty="0">
                <a:latin typeface="Tahoma"/>
                <a:cs typeface="Tahoma"/>
              </a:rPr>
              <a:t> </a:t>
            </a:r>
            <a:r>
              <a:rPr sz="3600" dirty="0">
                <a:latin typeface="Tahoma"/>
                <a:cs typeface="Tahoma"/>
              </a:rPr>
              <a:t>projects</a:t>
            </a:r>
            <a:r>
              <a:rPr sz="3600" spc="-65" dirty="0">
                <a:latin typeface="Tahoma"/>
                <a:cs typeface="Tahoma"/>
              </a:rPr>
              <a:t> </a:t>
            </a:r>
            <a:r>
              <a:rPr sz="3600" spc="75" dirty="0">
                <a:latin typeface="Tahoma"/>
                <a:cs typeface="Tahoma"/>
              </a:rPr>
              <a:t>-</a:t>
            </a:r>
            <a:r>
              <a:rPr sz="3600" spc="-65" dirty="0">
                <a:latin typeface="Tahoma"/>
                <a:cs typeface="Tahoma"/>
              </a:rPr>
              <a:t> </a:t>
            </a:r>
            <a:r>
              <a:rPr sz="3600" dirty="0">
                <a:latin typeface="Tahoma"/>
                <a:cs typeface="Tahoma"/>
              </a:rPr>
              <a:t>tracking</a:t>
            </a:r>
            <a:r>
              <a:rPr sz="3600" spc="-60" dirty="0">
                <a:latin typeface="Tahoma"/>
                <a:cs typeface="Tahoma"/>
              </a:rPr>
              <a:t> </a:t>
            </a:r>
            <a:r>
              <a:rPr sz="3600" dirty="0">
                <a:latin typeface="Tahoma"/>
                <a:cs typeface="Tahoma"/>
              </a:rPr>
              <a:t>your</a:t>
            </a:r>
            <a:r>
              <a:rPr sz="3600" spc="-65" dirty="0">
                <a:latin typeface="Tahoma"/>
                <a:cs typeface="Tahoma"/>
              </a:rPr>
              <a:t> </a:t>
            </a:r>
            <a:r>
              <a:rPr sz="3600" dirty="0">
                <a:latin typeface="Tahoma"/>
                <a:cs typeface="Tahoma"/>
              </a:rPr>
              <a:t>files</a:t>
            </a:r>
            <a:r>
              <a:rPr sz="3600" spc="-65" dirty="0">
                <a:latin typeface="Tahoma"/>
                <a:cs typeface="Tahoma"/>
              </a:rPr>
              <a:t> </a:t>
            </a:r>
            <a:r>
              <a:rPr sz="3600" spc="25" dirty="0">
                <a:latin typeface="Tahoma"/>
                <a:cs typeface="Tahoma"/>
              </a:rPr>
              <a:t>and </a:t>
            </a:r>
            <a:r>
              <a:rPr sz="3600" spc="-10" dirty="0">
                <a:latin typeface="Tahoma"/>
                <a:cs typeface="Tahoma"/>
              </a:rPr>
              <a:t>modifications.</a:t>
            </a:r>
            <a:endParaRPr sz="3600">
              <a:latin typeface="Tahoma"/>
              <a:cs typeface="Tahoma"/>
            </a:endParaRPr>
          </a:p>
          <a:p>
            <a:pPr marL="457200" marR="506730" indent="-444500">
              <a:lnSpc>
                <a:spcPts val="3890"/>
              </a:lnSpc>
              <a:spcBef>
                <a:spcPts val="4200"/>
              </a:spcBef>
              <a:buSzPct val="75000"/>
              <a:buChar char="•"/>
              <a:tabLst>
                <a:tab pos="457200" algn="l"/>
              </a:tabLst>
            </a:pPr>
            <a:r>
              <a:rPr sz="3600" dirty="0">
                <a:latin typeface="Tahoma"/>
                <a:cs typeface="Tahoma"/>
              </a:rPr>
              <a:t>Synchronization</a:t>
            </a:r>
            <a:r>
              <a:rPr sz="3600" spc="15" dirty="0">
                <a:latin typeface="Tahoma"/>
                <a:cs typeface="Tahoma"/>
              </a:rPr>
              <a:t> </a:t>
            </a:r>
            <a:r>
              <a:rPr sz="3600" dirty="0">
                <a:latin typeface="Tahoma"/>
                <a:cs typeface="Tahoma"/>
              </a:rPr>
              <a:t>between</a:t>
            </a:r>
            <a:r>
              <a:rPr sz="3600" spc="15" dirty="0">
                <a:latin typeface="Tahoma"/>
                <a:cs typeface="Tahoma"/>
              </a:rPr>
              <a:t> </a:t>
            </a:r>
            <a:r>
              <a:rPr sz="3600" spc="45" dirty="0">
                <a:latin typeface="Tahoma"/>
                <a:cs typeface="Tahoma"/>
              </a:rPr>
              <a:t>modifications</a:t>
            </a:r>
            <a:r>
              <a:rPr sz="3600" spc="20" dirty="0">
                <a:latin typeface="Tahoma"/>
                <a:cs typeface="Tahoma"/>
              </a:rPr>
              <a:t> </a:t>
            </a:r>
            <a:r>
              <a:rPr sz="3600" spc="60" dirty="0">
                <a:latin typeface="Tahoma"/>
                <a:cs typeface="Tahoma"/>
              </a:rPr>
              <a:t>made</a:t>
            </a:r>
            <a:r>
              <a:rPr sz="3600" spc="15" dirty="0">
                <a:latin typeface="Tahoma"/>
                <a:cs typeface="Tahoma"/>
              </a:rPr>
              <a:t> </a:t>
            </a:r>
            <a:r>
              <a:rPr sz="3600" spc="50" dirty="0">
                <a:latin typeface="Tahoma"/>
                <a:cs typeface="Tahoma"/>
              </a:rPr>
              <a:t>by </a:t>
            </a:r>
            <a:r>
              <a:rPr sz="3600" spc="-35" dirty="0">
                <a:latin typeface="Tahoma"/>
                <a:cs typeface="Tahoma"/>
              </a:rPr>
              <a:t>different</a:t>
            </a:r>
            <a:r>
              <a:rPr sz="3600" spc="-200" dirty="0">
                <a:latin typeface="Tahoma"/>
                <a:cs typeface="Tahoma"/>
              </a:rPr>
              <a:t> </a:t>
            </a:r>
            <a:r>
              <a:rPr sz="3600" spc="-10" dirty="0">
                <a:latin typeface="Tahoma"/>
                <a:cs typeface="Tahoma"/>
              </a:rPr>
              <a:t>developers.</a:t>
            </a:r>
            <a:endParaRPr sz="3600">
              <a:latin typeface="Tahoma"/>
              <a:cs typeface="Tahoma"/>
            </a:endParaRPr>
          </a:p>
          <a:p>
            <a:pPr marL="457200" marR="5080" indent="-444500">
              <a:lnSpc>
                <a:spcPts val="3890"/>
              </a:lnSpc>
              <a:spcBef>
                <a:spcPts val="4195"/>
              </a:spcBef>
              <a:buSzPct val="75000"/>
              <a:buChar char="•"/>
              <a:tabLst>
                <a:tab pos="457200" algn="l"/>
              </a:tabLst>
            </a:pPr>
            <a:r>
              <a:rPr sz="3600" dirty="0">
                <a:latin typeface="Tahoma"/>
                <a:cs typeface="Tahoma"/>
              </a:rPr>
              <a:t>Revision</a:t>
            </a:r>
            <a:r>
              <a:rPr sz="3600" spc="-110" dirty="0">
                <a:latin typeface="Tahoma"/>
                <a:cs typeface="Tahoma"/>
              </a:rPr>
              <a:t> </a:t>
            </a:r>
            <a:r>
              <a:rPr sz="3600" dirty="0">
                <a:latin typeface="Tahoma"/>
                <a:cs typeface="Tahoma"/>
              </a:rPr>
              <a:t>history</a:t>
            </a:r>
            <a:r>
              <a:rPr sz="3600" spc="-105" dirty="0">
                <a:latin typeface="Tahoma"/>
                <a:cs typeface="Tahoma"/>
              </a:rPr>
              <a:t> </a:t>
            </a:r>
            <a:r>
              <a:rPr sz="3600" spc="70" dirty="0">
                <a:latin typeface="Tahoma"/>
                <a:cs typeface="Tahoma"/>
              </a:rPr>
              <a:t>is</a:t>
            </a:r>
            <a:r>
              <a:rPr sz="3600" spc="-110" dirty="0">
                <a:latin typeface="Tahoma"/>
                <a:cs typeface="Tahoma"/>
              </a:rPr>
              <a:t> </a:t>
            </a:r>
            <a:r>
              <a:rPr sz="3600" dirty="0">
                <a:latin typeface="Tahoma"/>
                <a:cs typeface="Tahoma"/>
              </a:rPr>
              <a:t>still</a:t>
            </a:r>
            <a:r>
              <a:rPr sz="3600" spc="-105" dirty="0">
                <a:latin typeface="Tahoma"/>
                <a:cs typeface="Tahoma"/>
              </a:rPr>
              <a:t> </a:t>
            </a:r>
            <a:r>
              <a:rPr sz="3600" dirty="0">
                <a:latin typeface="Tahoma"/>
                <a:cs typeface="Tahoma"/>
              </a:rPr>
              <a:t>very</a:t>
            </a:r>
            <a:r>
              <a:rPr sz="3600" spc="-110" dirty="0">
                <a:latin typeface="Tahoma"/>
                <a:cs typeface="Tahoma"/>
              </a:rPr>
              <a:t> </a:t>
            </a:r>
            <a:r>
              <a:rPr sz="3600" dirty="0">
                <a:latin typeface="Tahoma"/>
                <a:cs typeface="Tahoma"/>
              </a:rPr>
              <a:t>helpful</a:t>
            </a:r>
            <a:r>
              <a:rPr sz="3600" spc="-105" dirty="0">
                <a:latin typeface="Tahoma"/>
                <a:cs typeface="Tahoma"/>
              </a:rPr>
              <a:t> </a:t>
            </a:r>
            <a:r>
              <a:rPr sz="3600" dirty="0">
                <a:latin typeface="Tahoma"/>
                <a:cs typeface="Tahoma"/>
              </a:rPr>
              <a:t>even</a:t>
            </a:r>
            <a:r>
              <a:rPr sz="3600" spc="-110" dirty="0">
                <a:latin typeface="Tahoma"/>
                <a:cs typeface="Tahoma"/>
              </a:rPr>
              <a:t> </a:t>
            </a:r>
            <a:r>
              <a:rPr sz="3600" dirty="0">
                <a:latin typeface="Tahoma"/>
                <a:cs typeface="Tahoma"/>
              </a:rPr>
              <a:t>if</a:t>
            </a:r>
            <a:r>
              <a:rPr sz="3600" spc="-110" dirty="0">
                <a:latin typeface="Tahoma"/>
                <a:cs typeface="Tahoma"/>
              </a:rPr>
              <a:t> </a:t>
            </a:r>
            <a:r>
              <a:rPr sz="3600" dirty="0">
                <a:latin typeface="Tahoma"/>
                <a:cs typeface="Tahoma"/>
              </a:rPr>
              <a:t>you</a:t>
            </a:r>
            <a:r>
              <a:rPr sz="3600" spc="-110" dirty="0">
                <a:latin typeface="Tahoma"/>
                <a:cs typeface="Tahoma"/>
              </a:rPr>
              <a:t> </a:t>
            </a:r>
            <a:r>
              <a:rPr sz="3600" spc="-20" dirty="0">
                <a:latin typeface="Tahoma"/>
                <a:cs typeface="Tahoma"/>
              </a:rPr>
              <a:t>work </a:t>
            </a:r>
            <a:r>
              <a:rPr sz="3600" spc="-10" dirty="0">
                <a:latin typeface="Tahoma"/>
                <a:cs typeface="Tahoma"/>
              </a:rPr>
              <a:t>alone.</a:t>
            </a:r>
            <a:endParaRPr sz="3600">
              <a:latin typeface="Tahoma"/>
              <a:cs typeface="Tahom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96439" rIns="0" bIns="0" rtlCol="0">
            <a:spAutoFit/>
          </a:bodyPr>
          <a:lstStyle/>
          <a:p>
            <a:pPr marL="2786380">
              <a:lnSpc>
                <a:spcPct val="100000"/>
              </a:lnSpc>
              <a:spcBef>
                <a:spcPts val="100"/>
              </a:spcBef>
            </a:pPr>
            <a:r>
              <a:rPr spc="160" dirty="0"/>
              <a:t>Students’</a:t>
            </a:r>
            <a:r>
              <a:rPr spc="-275" dirty="0"/>
              <a:t> </a:t>
            </a:r>
            <a:r>
              <a:rPr spc="525" dirty="0"/>
              <a:t>VCS</a:t>
            </a:r>
          </a:p>
        </p:txBody>
      </p:sp>
      <p:grpSp>
        <p:nvGrpSpPr>
          <p:cNvPr id="3" name="object 3"/>
          <p:cNvGrpSpPr/>
          <p:nvPr/>
        </p:nvGrpSpPr>
        <p:grpSpPr>
          <a:xfrm>
            <a:off x="1549400" y="2777897"/>
            <a:ext cx="9931400" cy="5994400"/>
            <a:chOff x="1549400" y="2777897"/>
            <a:chExt cx="9931400" cy="5994400"/>
          </a:xfrm>
        </p:grpSpPr>
        <p:pic>
          <p:nvPicPr>
            <p:cNvPr id="4" name="object 4"/>
            <p:cNvPicPr/>
            <p:nvPr/>
          </p:nvPicPr>
          <p:blipFill>
            <a:blip r:embed="rId2" cstate="print"/>
            <a:stretch>
              <a:fillRect/>
            </a:stretch>
          </p:blipFill>
          <p:spPr>
            <a:xfrm>
              <a:off x="1549400" y="2777897"/>
              <a:ext cx="9931400" cy="5994400"/>
            </a:xfrm>
            <a:prstGeom prst="rect">
              <a:avLst/>
            </a:prstGeom>
          </p:spPr>
        </p:pic>
        <p:pic>
          <p:nvPicPr>
            <p:cNvPr id="5" name="object 5"/>
            <p:cNvPicPr/>
            <p:nvPr/>
          </p:nvPicPr>
          <p:blipFill>
            <a:blip r:embed="rId3" cstate="print"/>
            <a:stretch>
              <a:fillRect/>
            </a:stretch>
          </p:blipFill>
          <p:spPr>
            <a:xfrm>
              <a:off x="1612900" y="2832100"/>
              <a:ext cx="9778999" cy="5841999"/>
            </a:xfrm>
            <a:prstGeom prst="rect">
              <a:avLst/>
            </a:prstGeom>
          </p:spPr>
        </p:pic>
        <p:sp>
          <p:nvSpPr>
            <p:cNvPr id="6" name="object 6"/>
            <p:cNvSpPr/>
            <p:nvPr/>
          </p:nvSpPr>
          <p:spPr>
            <a:xfrm>
              <a:off x="1600200" y="2819400"/>
              <a:ext cx="9804400" cy="5867400"/>
            </a:xfrm>
            <a:custGeom>
              <a:avLst/>
              <a:gdLst/>
              <a:ahLst/>
              <a:cxnLst/>
              <a:rect l="l" t="t" r="r" b="b"/>
              <a:pathLst>
                <a:path w="9804400" h="5867400">
                  <a:moveTo>
                    <a:pt x="0" y="0"/>
                  </a:moveTo>
                  <a:lnTo>
                    <a:pt x="9804399" y="0"/>
                  </a:lnTo>
                  <a:lnTo>
                    <a:pt x="9804399" y="5867399"/>
                  </a:lnTo>
                  <a:lnTo>
                    <a:pt x="0" y="5867399"/>
                  </a:lnTo>
                  <a:lnTo>
                    <a:pt x="0" y="0"/>
                  </a:lnTo>
                  <a:close/>
                </a:path>
              </a:pathLst>
            </a:custGeom>
            <a:ln w="25399">
              <a:solidFill>
                <a:srgbClr val="F3F6F4"/>
              </a:solidFill>
            </a:ln>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16</a:t>
            </a:fld>
            <a:endParaRPr spc="-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327523" y="3380316"/>
            <a:ext cx="4349751" cy="4349751"/>
          </a:xfrm>
          <a:prstGeom prst="rect">
            <a:avLst/>
          </a:prstGeom>
        </p:spPr>
      </p:pic>
      <p:sp>
        <p:nvSpPr>
          <p:cNvPr id="3" name="object 3"/>
          <p:cNvSpPr txBox="1"/>
          <p:nvPr/>
        </p:nvSpPr>
        <p:spPr>
          <a:xfrm>
            <a:off x="5831448" y="861059"/>
            <a:ext cx="1339215" cy="1244600"/>
          </a:xfrm>
          <a:prstGeom prst="rect">
            <a:avLst/>
          </a:prstGeom>
        </p:spPr>
        <p:txBody>
          <a:bodyPr vert="horz" wrap="square" lIns="0" tIns="12700" rIns="0" bIns="0" rtlCol="0">
            <a:spAutoFit/>
          </a:bodyPr>
          <a:lstStyle/>
          <a:p>
            <a:pPr marL="12700">
              <a:lnSpc>
                <a:spcPct val="100000"/>
              </a:lnSpc>
              <a:spcBef>
                <a:spcPts val="100"/>
              </a:spcBef>
            </a:pPr>
            <a:r>
              <a:rPr sz="8000" spc="125" dirty="0">
                <a:latin typeface="Tahoma"/>
                <a:cs typeface="Tahoma"/>
              </a:rPr>
              <a:t>Git</a:t>
            </a:r>
            <a:endParaRPr sz="8000">
              <a:latin typeface="Tahoma"/>
              <a:cs typeface="Tahoma"/>
            </a:endParaRPr>
          </a:p>
        </p:txBody>
      </p:sp>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17</a:t>
            </a:fld>
            <a:endParaRPr spc="-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18</a:t>
            </a:fld>
            <a:endParaRPr spc="-25" dirty="0"/>
          </a:p>
        </p:txBody>
      </p:sp>
      <p:sp>
        <p:nvSpPr>
          <p:cNvPr id="2" name="object 2"/>
          <p:cNvSpPr txBox="1">
            <a:spLocks noGrp="1"/>
          </p:cNvSpPr>
          <p:nvPr>
            <p:ph type="title"/>
          </p:nvPr>
        </p:nvSpPr>
        <p:spPr>
          <a:prstGeom prst="rect">
            <a:avLst/>
          </a:prstGeom>
        </p:spPr>
        <p:txBody>
          <a:bodyPr vert="horz" wrap="square" lIns="0" tIns="496439" rIns="0" bIns="0" rtlCol="0">
            <a:spAutoFit/>
          </a:bodyPr>
          <a:lstStyle/>
          <a:p>
            <a:pPr marL="5457190">
              <a:lnSpc>
                <a:spcPct val="100000"/>
              </a:lnSpc>
              <a:spcBef>
                <a:spcPts val="100"/>
              </a:spcBef>
            </a:pPr>
            <a:r>
              <a:rPr spc="125" dirty="0"/>
              <a:t>Git</a:t>
            </a:r>
          </a:p>
        </p:txBody>
      </p:sp>
      <p:sp>
        <p:nvSpPr>
          <p:cNvPr id="3" name="object 3"/>
          <p:cNvSpPr txBox="1"/>
          <p:nvPr/>
        </p:nvSpPr>
        <p:spPr>
          <a:xfrm>
            <a:off x="987425" y="2620136"/>
            <a:ext cx="10693400" cy="5222240"/>
          </a:xfrm>
          <a:prstGeom prst="rect">
            <a:avLst/>
          </a:prstGeom>
        </p:spPr>
        <p:txBody>
          <a:bodyPr vert="horz" wrap="square" lIns="0" tIns="12700" rIns="0" bIns="0" rtlCol="0">
            <a:spAutoFit/>
          </a:bodyPr>
          <a:lstStyle/>
          <a:p>
            <a:pPr marL="456565" indent="-443865">
              <a:lnSpc>
                <a:spcPct val="100000"/>
              </a:lnSpc>
              <a:spcBef>
                <a:spcPts val="100"/>
              </a:spcBef>
              <a:buSzPct val="75000"/>
              <a:buChar char="•"/>
              <a:tabLst>
                <a:tab pos="456565" algn="l"/>
              </a:tabLst>
            </a:pPr>
            <a:r>
              <a:rPr sz="3600" spc="70" dirty="0">
                <a:latin typeface="Tahoma"/>
                <a:cs typeface="Tahoma"/>
              </a:rPr>
              <a:t>Git</a:t>
            </a:r>
            <a:r>
              <a:rPr sz="3600" spc="-35" dirty="0">
                <a:latin typeface="Tahoma"/>
                <a:cs typeface="Tahoma"/>
              </a:rPr>
              <a:t> </a:t>
            </a:r>
            <a:r>
              <a:rPr sz="3600" spc="70" dirty="0">
                <a:latin typeface="Tahoma"/>
                <a:cs typeface="Tahoma"/>
              </a:rPr>
              <a:t>is</a:t>
            </a:r>
            <a:r>
              <a:rPr sz="3600" spc="-25" dirty="0">
                <a:latin typeface="Tahoma"/>
                <a:cs typeface="Tahoma"/>
              </a:rPr>
              <a:t> </a:t>
            </a:r>
            <a:r>
              <a:rPr sz="3600" dirty="0">
                <a:latin typeface="Tahoma"/>
                <a:cs typeface="Tahoma"/>
              </a:rPr>
              <a:t>a</a:t>
            </a:r>
            <a:r>
              <a:rPr sz="3600" spc="-25" dirty="0">
                <a:latin typeface="Tahoma"/>
                <a:cs typeface="Tahoma"/>
              </a:rPr>
              <a:t> </a:t>
            </a:r>
            <a:r>
              <a:rPr sz="3600" dirty="0">
                <a:latin typeface="Tahoma"/>
                <a:cs typeface="Tahoma"/>
              </a:rPr>
              <a:t>popular</a:t>
            </a:r>
            <a:r>
              <a:rPr sz="3600" spc="-25" dirty="0">
                <a:latin typeface="Tahoma"/>
                <a:cs typeface="Tahoma"/>
              </a:rPr>
              <a:t> </a:t>
            </a:r>
            <a:r>
              <a:rPr sz="3600" dirty="0">
                <a:latin typeface="Tahoma"/>
                <a:cs typeface="Tahoma"/>
              </a:rPr>
              <a:t>version</a:t>
            </a:r>
            <a:r>
              <a:rPr sz="3600" spc="-25" dirty="0">
                <a:latin typeface="Tahoma"/>
                <a:cs typeface="Tahoma"/>
              </a:rPr>
              <a:t> </a:t>
            </a:r>
            <a:r>
              <a:rPr sz="3600" dirty="0">
                <a:latin typeface="Tahoma"/>
                <a:cs typeface="Tahoma"/>
              </a:rPr>
              <a:t>control</a:t>
            </a:r>
            <a:r>
              <a:rPr sz="3600" spc="-25" dirty="0">
                <a:latin typeface="Tahoma"/>
                <a:cs typeface="Tahoma"/>
              </a:rPr>
              <a:t> </a:t>
            </a:r>
            <a:r>
              <a:rPr sz="3600" dirty="0">
                <a:latin typeface="Tahoma"/>
                <a:cs typeface="Tahoma"/>
              </a:rPr>
              <a:t>system</a:t>
            </a:r>
            <a:r>
              <a:rPr sz="3600" spc="-25" dirty="0">
                <a:latin typeface="Tahoma"/>
                <a:cs typeface="Tahoma"/>
              </a:rPr>
              <a:t> </a:t>
            </a:r>
            <a:r>
              <a:rPr sz="3600" spc="50" dirty="0">
                <a:latin typeface="Tahoma"/>
                <a:cs typeface="Tahoma"/>
              </a:rPr>
              <a:t>which</a:t>
            </a:r>
            <a:r>
              <a:rPr sz="3600" spc="-25" dirty="0">
                <a:latin typeface="Tahoma"/>
                <a:cs typeface="Tahoma"/>
              </a:rPr>
              <a:t> </a:t>
            </a:r>
            <a:r>
              <a:rPr sz="3600" spc="45" dirty="0">
                <a:latin typeface="Tahoma"/>
                <a:cs typeface="Tahoma"/>
              </a:rPr>
              <a:t>is</a:t>
            </a:r>
            <a:endParaRPr sz="3600">
              <a:latin typeface="Tahoma"/>
              <a:cs typeface="Tahoma"/>
            </a:endParaRPr>
          </a:p>
          <a:p>
            <a:pPr marL="1345565" lvl="1" indent="-443865">
              <a:lnSpc>
                <a:spcPct val="100000"/>
              </a:lnSpc>
              <a:spcBef>
                <a:spcPts val="3600"/>
              </a:spcBef>
              <a:buSzPct val="75000"/>
              <a:buChar char="•"/>
              <a:tabLst>
                <a:tab pos="1345565" algn="l"/>
              </a:tabLst>
            </a:pPr>
            <a:r>
              <a:rPr sz="3600" spc="-20" dirty="0">
                <a:latin typeface="Tahoma"/>
                <a:cs typeface="Tahoma"/>
              </a:rPr>
              <a:t>Fast</a:t>
            </a:r>
            <a:endParaRPr sz="3600">
              <a:latin typeface="Tahoma"/>
              <a:cs typeface="Tahoma"/>
            </a:endParaRPr>
          </a:p>
          <a:p>
            <a:pPr marL="1345565" lvl="1" indent="-443865">
              <a:lnSpc>
                <a:spcPct val="100000"/>
              </a:lnSpc>
              <a:spcBef>
                <a:spcPts val="3600"/>
              </a:spcBef>
              <a:buSzPct val="75000"/>
              <a:buChar char="•"/>
              <a:tabLst>
                <a:tab pos="1345565" algn="l"/>
              </a:tabLst>
            </a:pPr>
            <a:r>
              <a:rPr sz="3600" spc="90" dirty="0">
                <a:latin typeface="Tahoma"/>
                <a:cs typeface="Tahoma"/>
              </a:rPr>
              <a:t>Easy</a:t>
            </a:r>
            <a:r>
              <a:rPr sz="3600" spc="-130" dirty="0">
                <a:latin typeface="Tahoma"/>
                <a:cs typeface="Tahoma"/>
              </a:rPr>
              <a:t> </a:t>
            </a:r>
            <a:r>
              <a:rPr sz="3600" dirty="0">
                <a:latin typeface="Tahoma"/>
                <a:cs typeface="Tahoma"/>
              </a:rPr>
              <a:t>to</a:t>
            </a:r>
            <a:r>
              <a:rPr sz="3600" spc="-130" dirty="0">
                <a:latin typeface="Tahoma"/>
                <a:cs typeface="Tahoma"/>
              </a:rPr>
              <a:t> </a:t>
            </a:r>
            <a:r>
              <a:rPr sz="3600" spc="25" dirty="0">
                <a:latin typeface="Tahoma"/>
                <a:cs typeface="Tahoma"/>
              </a:rPr>
              <a:t>use</a:t>
            </a:r>
            <a:endParaRPr sz="3600">
              <a:latin typeface="Tahoma"/>
              <a:cs typeface="Tahoma"/>
            </a:endParaRPr>
          </a:p>
          <a:p>
            <a:pPr marL="1345565" lvl="1" indent="-443865">
              <a:lnSpc>
                <a:spcPct val="100000"/>
              </a:lnSpc>
              <a:spcBef>
                <a:spcPts val="3600"/>
              </a:spcBef>
              <a:buSzPct val="75000"/>
              <a:buChar char="•"/>
              <a:tabLst>
                <a:tab pos="1345565" algn="l"/>
              </a:tabLst>
            </a:pPr>
            <a:r>
              <a:rPr sz="3600" spc="-10" dirty="0">
                <a:latin typeface="Tahoma"/>
                <a:cs typeface="Tahoma"/>
              </a:rPr>
              <a:t>Distributed</a:t>
            </a:r>
            <a:endParaRPr sz="3600">
              <a:latin typeface="Tahoma"/>
              <a:cs typeface="Tahoma"/>
            </a:endParaRPr>
          </a:p>
          <a:p>
            <a:pPr marL="457200" marR="5080" indent="-444500">
              <a:lnSpc>
                <a:spcPct val="100000"/>
              </a:lnSpc>
              <a:spcBef>
                <a:spcPts val="4200"/>
              </a:spcBef>
              <a:buSzPct val="75000"/>
              <a:buChar char="•"/>
              <a:tabLst>
                <a:tab pos="457200" algn="l"/>
              </a:tabLst>
            </a:pPr>
            <a:r>
              <a:rPr sz="3600" spc="150" dirty="0">
                <a:latin typeface="Tahoma"/>
                <a:cs typeface="Tahoma"/>
              </a:rPr>
              <a:t>A</a:t>
            </a:r>
            <a:r>
              <a:rPr sz="3600" spc="-110" dirty="0">
                <a:latin typeface="Tahoma"/>
                <a:cs typeface="Tahoma"/>
              </a:rPr>
              <a:t> </a:t>
            </a:r>
            <a:r>
              <a:rPr sz="3600" dirty="0">
                <a:latin typeface="Tahoma"/>
                <a:cs typeface="Tahoma"/>
              </a:rPr>
              <a:t>git</a:t>
            </a:r>
            <a:r>
              <a:rPr sz="3600" spc="-110" dirty="0">
                <a:latin typeface="Tahoma"/>
                <a:cs typeface="Tahoma"/>
              </a:rPr>
              <a:t> </a:t>
            </a:r>
            <a:r>
              <a:rPr sz="3600" dirty="0">
                <a:latin typeface="Tahoma"/>
                <a:cs typeface="Tahoma"/>
              </a:rPr>
              <a:t>repository</a:t>
            </a:r>
            <a:r>
              <a:rPr sz="3600" spc="-105" dirty="0">
                <a:latin typeface="Tahoma"/>
                <a:cs typeface="Tahoma"/>
              </a:rPr>
              <a:t> </a:t>
            </a:r>
            <a:r>
              <a:rPr sz="3600" spc="70" dirty="0">
                <a:latin typeface="Tahoma"/>
                <a:cs typeface="Tahoma"/>
              </a:rPr>
              <a:t>is</a:t>
            </a:r>
            <a:r>
              <a:rPr sz="3600" spc="-100" dirty="0">
                <a:latin typeface="Tahoma"/>
                <a:cs typeface="Tahoma"/>
              </a:rPr>
              <a:t> </a:t>
            </a:r>
            <a:r>
              <a:rPr sz="3600" dirty="0">
                <a:latin typeface="Tahoma"/>
                <a:cs typeface="Tahoma"/>
              </a:rPr>
              <a:t>a</a:t>
            </a:r>
            <a:r>
              <a:rPr sz="3600" spc="-105" dirty="0">
                <a:latin typeface="Tahoma"/>
                <a:cs typeface="Tahoma"/>
              </a:rPr>
              <a:t> </a:t>
            </a:r>
            <a:r>
              <a:rPr sz="3600" dirty="0">
                <a:latin typeface="Tahoma"/>
                <a:cs typeface="Tahoma"/>
              </a:rPr>
              <a:t>mini</a:t>
            </a:r>
            <a:r>
              <a:rPr sz="3600" spc="-105" dirty="0">
                <a:latin typeface="Tahoma"/>
                <a:cs typeface="Tahoma"/>
              </a:rPr>
              <a:t> </a:t>
            </a:r>
            <a:r>
              <a:rPr sz="3600" spc="65" dirty="0">
                <a:latin typeface="Tahoma"/>
                <a:cs typeface="Tahoma"/>
              </a:rPr>
              <a:t>database</a:t>
            </a:r>
            <a:r>
              <a:rPr sz="3600" spc="-105" dirty="0">
                <a:latin typeface="Tahoma"/>
                <a:cs typeface="Tahoma"/>
              </a:rPr>
              <a:t> </a:t>
            </a:r>
            <a:r>
              <a:rPr sz="3600" dirty="0">
                <a:latin typeface="Tahoma"/>
                <a:cs typeface="Tahoma"/>
              </a:rPr>
              <a:t>that</a:t>
            </a:r>
            <a:r>
              <a:rPr sz="3600" spc="-105" dirty="0">
                <a:latin typeface="Tahoma"/>
                <a:cs typeface="Tahoma"/>
              </a:rPr>
              <a:t> </a:t>
            </a:r>
            <a:r>
              <a:rPr sz="3600" dirty="0">
                <a:latin typeface="Tahoma"/>
                <a:cs typeface="Tahoma"/>
              </a:rPr>
              <a:t>tracks</a:t>
            </a:r>
            <a:r>
              <a:rPr sz="3600" spc="-105" dirty="0">
                <a:latin typeface="Tahoma"/>
                <a:cs typeface="Tahoma"/>
              </a:rPr>
              <a:t> </a:t>
            </a:r>
            <a:r>
              <a:rPr sz="3600" spc="-20" dirty="0">
                <a:latin typeface="Tahoma"/>
                <a:cs typeface="Tahoma"/>
              </a:rPr>
              <a:t>your </a:t>
            </a:r>
            <a:r>
              <a:rPr sz="3600" spc="-10" dirty="0">
                <a:latin typeface="Tahoma"/>
                <a:cs typeface="Tahoma"/>
              </a:rPr>
              <a:t>files.</a:t>
            </a:r>
            <a:endParaRPr sz="3600">
              <a:latin typeface="Tahoma"/>
              <a:cs typeface="Tahom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816572" y="3056891"/>
            <a:ext cx="5372100" cy="5392420"/>
            <a:chOff x="3816572" y="3056891"/>
            <a:chExt cx="5372100" cy="5392420"/>
          </a:xfrm>
        </p:grpSpPr>
        <p:pic>
          <p:nvPicPr>
            <p:cNvPr id="3" name="object 3"/>
            <p:cNvPicPr/>
            <p:nvPr/>
          </p:nvPicPr>
          <p:blipFill>
            <a:blip r:embed="rId2" cstate="print"/>
            <a:stretch>
              <a:fillRect/>
            </a:stretch>
          </p:blipFill>
          <p:spPr>
            <a:xfrm>
              <a:off x="3816572" y="3056891"/>
              <a:ext cx="5371655" cy="5392416"/>
            </a:xfrm>
            <a:prstGeom prst="rect">
              <a:avLst/>
            </a:prstGeom>
          </p:spPr>
        </p:pic>
        <p:pic>
          <p:nvPicPr>
            <p:cNvPr id="4" name="object 4"/>
            <p:cNvPicPr/>
            <p:nvPr/>
          </p:nvPicPr>
          <p:blipFill>
            <a:blip r:embed="rId3" cstate="print"/>
            <a:stretch>
              <a:fillRect/>
            </a:stretch>
          </p:blipFill>
          <p:spPr>
            <a:xfrm>
              <a:off x="4172172" y="3412492"/>
              <a:ext cx="4660455" cy="4681215"/>
            </a:xfrm>
            <a:prstGeom prst="rect">
              <a:avLst/>
            </a:prstGeom>
          </p:spPr>
        </p:pic>
      </p:grpSp>
      <p:sp>
        <p:nvSpPr>
          <p:cNvPr id="5" name="object 5"/>
          <p:cNvSpPr txBox="1">
            <a:spLocks noGrp="1"/>
          </p:cNvSpPr>
          <p:nvPr>
            <p:ph type="title"/>
          </p:nvPr>
        </p:nvSpPr>
        <p:spPr>
          <a:prstGeom prst="rect">
            <a:avLst/>
          </a:prstGeom>
        </p:spPr>
        <p:txBody>
          <a:bodyPr vert="horz" wrap="square" lIns="0" tIns="496439" rIns="0" bIns="0" rtlCol="0">
            <a:spAutoFit/>
          </a:bodyPr>
          <a:lstStyle/>
          <a:p>
            <a:pPr marL="2579370">
              <a:lnSpc>
                <a:spcPct val="100000"/>
              </a:lnSpc>
              <a:spcBef>
                <a:spcPts val="100"/>
              </a:spcBef>
            </a:pPr>
            <a:r>
              <a:rPr spc="395" dirty="0"/>
              <a:t>Be</a:t>
            </a:r>
            <a:r>
              <a:rPr spc="-280" dirty="0"/>
              <a:t> </a:t>
            </a:r>
            <a:r>
              <a:rPr spc="95" dirty="0"/>
              <a:t>Professional</a:t>
            </a:r>
          </a:p>
        </p:txBody>
      </p:sp>
      <p:sp>
        <p:nvSpPr>
          <p:cNvPr id="6" name="object 6"/>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19</a:t>
            </a:fld>
            <a:endParaRPr spc="-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20</a:t>
            </a:fld>
            <a:endParaRPr spc="-25" dirty="0"/>
          </a:p>
        </p:txBody>
      </p:sp>
      <p:sp>
        <p:nvSpPr>
          <p:cNvPr id="2" name="object 2"/>
          <p:cNvSpPr txBox="1">
            <a:spLocks noGrp="1"/>
          </p:cNvSpPr>
          <p:nvPr>
            <p:ph type="title"/>
          </p:nvPr>
        </p:nvSpPr>
        <p:spPr>
          <a:prstGeom prst="rect">
            <a:avLst/>
          </a:prstGeom>
        </p:spPr>
        <p:txBody>
          <a:bodyPr vert="horz" wrap="square" lIns="0" tIns="496439" rIns="0" bIns="0" rtlCol="0">
            <a:spAutoFit/>
          </a:bodyPr>
          <a:lstStyle/>
          <a:p>
            <a:pPr marL="4505960">
              <a:lnSpc>
                <a:spcPct val="100000"/>
              </a:lnSpc>
              <a:spcBef>
                <a:spcPts val="100"/>
              </a:spcBef>
            </a:pPr>
            <a:r>
              <a:rPr spc="-10" dirty="0"/>
              <a:t>Outline</a:t>
            </a:r>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403225" indent="-390525">
              <a:lnSpc>
                <a:spcPct val="100000"/>
              </a:lnSpc>
              <a:spcBef>
                <a:spcPts val="100"/>
              </a:spcBef>
              <a:buClr>
                <a:srgbClr val="000000"/>
              </a:buClr>
              <a:buSzPct val="74193"/>
              <a:buChar char="•"/>
              <a:tabLst>
                <a:tab pos="403225" algn="l"/>
              </a:tabLst>
            </a:pPr>
            <a:r>
              <a:rPr dirty="0"/>
              <a:t>General</a:t>
            </a:r>
            <a:r>
              <a:rPr spc="50" dirty="0"/>
              <a:t> </a:t>
            </a:r>
            <a:r>
              <a:rPr spc="-20" dirty="0"/>
              <a:t>Rule</a:t>
            </a:r>
          </a:p>
          <a:p>
            <a:pPr marL="403225" indent="-390525">
              <a:lnSpc>
                <a:spcPct val="100000"/>
              </a:lnSpc>
              <a:spcBef>
                <a:spcPts val="3600"/>
              </a:spcBef>
              <a:buClr>
                <a:srgbClr val="000000"/>
              </a:buClr>
              <a:buSzPct val="74193"/>
              <a:buChar char="•"/>
              <a:tabLst>
                <a:tab pos="403225" algn="l"/>
              </a:tabLst>
            </a:pPr>
            <a:r>
              <a:rPr spc="-20" dirty="0"/>
              <a:t>Introduction</a:t>
            </a:r>
            <a:r>
              <a:rPr spc="-135" dirty="0"/>
              <a:t> </a:t>
            </a:r>
            <a:r>
              <a:rPr dirty="0"/>
              <a:t>to</a:t>
            </a:r>
            <a:r>
              <a:rPr spc="-130" dirty="0"/>
              <a:t> </a:t>
            </a:r>
            <a:r>
              <a:rPr spc="30" dirty="0"/>
              <a:t>Git</a:t>
            </a:r>
          </a:p>
          <a:p>
            <a:pPr marL="403225" indent="-390525">
              <a:lnSpc>
                <a:spcPct val="100000"/>
              </a:lnSpc>
              <a:spcBef>
                <a:spcPts val="3600"/>
              </a:spcBef>
              <a:buClr>
                <a:srgbClr val="000000"/>
              </a:buClr>
              <a:buSzPct val="74193"/>
              <a:buChar char="•"/>
              <a:tabLst>
                <a:tab pos="403225" algn="l"/>
              </a:tabLst>
            </a:pPr>
            <a:r>
              <a:rPr dirty="0">
                <a:solidFill>
                  <a:srgbClr val="0C0C0C"/>
                </a:solidFill>
              </a:rPr>
              <a:t>Version</a:t>
            </a:r>
            <a:r>
              <a:rPr spc="-85" dirty="0">
                <a:solidFill>
                  <a:srgbClr val="0C0C0C"/>
                </a:solidFill>
              </a:rPr>
              <a:t> </a:t>
            </a:r>
            <a:r>
              <a:rPr spc="-10" dirty="0">
                <a:solidFill>
                  <a:srgbClr val="0C0C0C"/>
                </a:solidFill>
              </a:rPr>
              <a:t>control</a:t>
            </a:r>
          </a:p>
          <a:p>
            <a:pPr marL="403225" indent="-390525">
              <a:lnSpc>
                <a:spcPct val="100000"/>
              </a:lnSpc>
              <a:spcBef>
                <a:spcPts val="3600"/>
              </a:spcBef>
              <a:buClr>
                <a:srgbClr val="000000"/>
              </a:buClr>
              <a:buSzPct val="74193"/>
              <a:buChar char="•"/>
              <a:tabLst>
                <a:tab pos="403225" algn="l"/>
              </a:tabLst>
            </a:pPr>
            <a:r>
              <a:rPr spc="60" dirty="0"/>
              <a:t>Branch</a:t>
            </a:r>
            <a:r>
              <a:rPr spc="-40" dirty="0"/>
              <a:t> </a:t>
            </a:r>
            <a:r>
              <a:rPr dirty="0"/>
              <a:t>and</a:t>
            </a:r>
            <a:r>
              <a:rPr spc="-35" dirty="0"/>
              <a:t> </a:t>
            </a:r>
            <a:r>
              <a:rPr spc="-10" dirty="0"/>
              <a:t>merge</a:t>
            </a:r>
          </a:p>
          <a:p>
            <a:pPr marL="403225" indent="-390525">
              <a:lnSpc>
                <a:spcPct val="100000"/>
              </a:lnSpc>
              <a:spcBef>
                <a:spcPts val="3600"/>
              </a:spcBef>
              <a:buClr>
                <a:srgbClr val="000000"/>
              </a:buClr>
              <a:buSzPct val="74193"/>
              <a:buChar char="•"/>
              <a:tabLst>
                <a:tab pos="403225" algn="l"/>
              </a:tabLst>
            </a:pPr>
            <a:r>
              <a:rPr spc="75" dirty="0"/>
              <a:t>How</a:t>
            </a:r>
            <a:r>
              <a:rPr spc="-100" dirty="0"/>
              <a:t> </a:t>
            </a:r>
            <a:r>
              <a:rPr dirty="0"/>
              <a:t>to</a:t>
            </a:r>
            <a:r>
              <a:rPr spc="-95" dirty="0"/>
              <a:t> </a:t>
            </a:r>
            <a:r>
              <a:rPr dirty="0"/>
              <a:t>Submit</a:t>
            </a:r>
            <a:r>
              <a:rPr spc="-95" dirty="0"/>
              <a:t> </a:t>
            </a:r>
            <a:r>
              <a:rPr dirty="0"/>
              <a:t>Your</a:t>
            </a:r>
            <a:r>
              <a:rPr spc="-100" dirty="0"/>
              <a:t> </a:t>
            </a:r>
            <a:r>
              <a:rPr spc="150" dirty="0"/>
              <a:t>Code</a:t>
            </a:r>
            <a:r>
              <a:rPr spc="-95" dirty="0"/>
              <a:t> </a:t>
            </a:r>
            <a:r>
              <a:rPr dirty="0"/>
              <a:t>to</a:t>
            </a:r>
            <a:r>
              <a:rPr spc="-95" dirty="0"/>
              <a:t> </a:t>
            </a:r>
            <a:r>
              <a:rPr spc="-10" dirty="0"/>
              <a:t>Gitlab</a:t>
            </a:r>
          </a:p>
          <a:p>
            <a:pPr marL="403225" indent="-390525">
              <a:lnSpc>
                <a:spcPct val="100000"/>
              </a:lnSpc>
              <a:spcBef>
                <a:spcPts val="3600"/>
              </a:spcBef>
              <a:buClr>
                <a:srgbClr val="000000"/>
              </a:buClr>
              <a:buSzPct val="74193"/>
              <a:buChar char="•"/>
              <a:tabLst>
                <a:tab pos="403225" algn="l"/>
              </a:tabLst>
            </a:pPr>
            <a:r>
              <a:rPr dirty="0"/>
              <a:t>Tools</a:t>
            </a:r>
            <a:r>
              <a:rPr spc="-130" dirty="0"/>
              <a:t> </a:t>
            </a:r>
            <a:r>
              <a:rPr spc="-155" dirty="0"/>
              <a:t>&amp;</a:t>
            </a:r>
            <a:r>
              <a:rPr spc="-114" dirty="0"/>
              <a:t> </a:t>
            </a:r>
            <a:r>
              <a:rPr spc="-10" dirty="0"/>
              <a:t>References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21</a:t>
            </a:fld>
            <a:endParaRPr spc="-25" dirty="0"/>
          </a:p>
        </p:txBody>
      </p:sp>
      <p:sp>
        <p:nvSpPr>
          <p:cNvPr id="2" name="object 2"/>
          <p:cNvSpPr txBox="1">
            <a:spLocks noGrp="1"/>
          </p:cNvSpPr>
          <p:nvPr>
            <p:ph type="title"/>
          </p:nvPr>
        </p:nvSpPr>
        <p:spPr>
          <a:prstGeom prst="rect">
            <a:avLst/>
          </a:prstGeom>
        </p:spPr>
        <p:txBody>
          <a:bodyPr vert="horz" wrap="square" lIns="0" tIns="496439" rIns="0" bIns="0" rtlCol="0">
            <a:spAutoFit/>
          </a:bodyPr>
          <a:lstStyle/>
          <a:p>
            <a:pPr marL="3171825">
              <a:lnSpc>
                <a:spcPct val="100000"/>
              </a:lnSpc>
              <a:spcBef>
                <a:spcPts val="100"/>
              </a:spcBef>
            </a:pPr>
            <a:r>
              <a:rPr spc="155" dirty="0"/>
              <a:t>Git</a:t>
            </a:r>
            <a:r>
              <a:rPr spc="-285" dirty="0"/>
              <a:t> </a:t>
            </a:r>
            <a:r>
              <a:rPr spc="550" dirty="0"/>
              <a:t>VCS</a:t>
            </a:r>
            <a:r>
              <a:rPr spc="-285" dirty="0"/>
              <a:t> </a:t>
            </a:r>
            <a:r>
              <a:rPr spc="-490" dirty="0"/>
              <a:t>(1/2)</a:t>
            </a:r>
          </a:p>
        </p:txBody>
      </p:sp>
      <p:sp>
        <p:nvSpPr>
          <p:cNvPr id="3" name="object 3"/>
          <p:cNvSpPr txBox="1"/>
          <p:nvPr/>
        </p:nvSpPr>
        <p:spPr>
          <a:xfrm>
            <a:off x="987425" y="2621153"/>
            <a:ext cx="10513060" cy="5267325"/>
          </a:xfrm>
          <a:prstGeom prst="rect">
            <a:avLst/>
          </a:prstGeom>
        </p:spPr>
        <p:txBody>
          <a:bodyPr vert="horz" wrap="square" lIns="0" tIns="12700" rIns="0" bIns="0" rtlCol="0">
            <a:spAutoFit/>
          </a:bodyPr>
          <a:lstStyle/>
          <a:p>
            <a:pPr marL="443865" marR="69850" indent="-431165">
              <a:lnSpc>
                <a:spcPct val="100000"/>
              </a:lnSpc>
              <a:spcBef>
                <a:spcPts val="100"/>
              </a:spcBef>
              <a:buSzPct val="75000"/>
              <a:buChar char="•"/>
              <a:tabLst>
                <a:tab pos="443865" algn="l"/>
              </a:tabLst>
            </a:pPr>
            <a:r>
              <a:rPr sz="3400" dirty="0">
                <a:latin typeface="Tahoma"/>
                <a:cs typeface="Tahoma"/>
              </a:rPr>
              <a:t>With</a:t>
            </a:r>
            <a:r>
              <a:rPr sz="3400" spc="-85" dirty="0">
                <a:latin typeface="Tahoma"/>
                <a:cs typeface="Tahoma"/>
              </a:rPr>
              <a:t> </a:t>
            </a:r>
            <a:r>
              <a:rPr sz="3400" dirty="0">
                <a:latin typeface="Tahoma"/>
                <a:cs typeface="Tahoma"/>
              </a:rPr>
              <a:t>a</a:t>
            </a:r>
            <a:r>
              <a:rPr sz="3400" spc="-85" dirty="0">
                <a:latin typeface="Tahoma"/>
                <a:cs typeface="Tahoma"/>
              </a:rPr>
              <a:t> </a:t>
            </a:r>
            <a:r>
              <a:rPr sz="3400" spc="60" dirty="0">
                <a:latin typeface="Tahoma"/>
                <a:cs typeface="Tahoma"/>
              </a:rPr>
              <a:t>local</a:t>
            </a:r>
            <a:r>
              <a:rPr sz="3400" spc="-85" dirty="0">
                <a:latin typeface="Tahoma"/>
                <a:cs typeface="Tahoma"/>
              </a:rPr>
              <a:t> </a:t>
            </a:r>
            <a:r>
              <a:rPr sz="3400" dirty="0">
                <a:latin typeface="Tahoma"/>
                <a:cs typeface="Tahoma"/>
              </a:rPr>
              <a:t>repository</a:t>
            </a:r>
            <a:r>
              <a:rPr sz="3400" spc="-80" dirty="0">
                <a:latin typeface="Tahoma"/>
                <a:cs typeface="Tahoma"/>
              </a:rPr>
              <a:t> </a:t>
            </a:r>
            <a:r>
              <a:rPr sz="3400" dirty="0">
                <a:latin typeface="Tahoma"/>
                <a:cs typeface="Tahoma"/>
              </a:rPr>
              <a:t>in</a:t>
            </a:r>
            <a:r>
              <a:rPr sz="3400" spc="-85" dirty="0">
                <a:latin typeface="Tahoma"/>
                <a:cs typeface="Tahoma"/>
              </a:rPr>
              <a:t> </a:t>
            </a:r>
            <a:r>
              <a:rPr sz="3400" dirty="0">
                <a:latin typeface="Tahoma"/>
                <a:cs typeface="Tahoma"/>
              </a:rPr>
              <a:t>your</a:t>
            </a:r>
            <a:r>
              <a:rPr sz="3400" spc="-85" dirty="0">
                <a:latin typeface="Tahoma"/>
                <a:cs typeface="Tahoma"/>
              </a:rPr>
              <a:t> </a:t>
            </a:r>
            <a:r>
              <a:rPr sz="3400" dirty="0">
                <a:latin typeface="Tahoma"/>
                <a:cs typeface="Tahoma"/>
              </a:rPr>
              <a:t>computer,</a:t>
            </a:r>
            <a:r>
              <a:rPr sz="3400" spc="-85" dirty="0">
                <a:latin typeface="Tahoma"/>
                <a:cs typeface="Tahoma"/>
              </a:rPr>
              <a:t> </a:t>
            </a:r>
            <a:r>
              <a:rPr sz="3400" dirty="0">
                <a:latin typeface="Tahoma"/>
                <a:cs typeface="Tahoma"/>
              </a:rPr>
              <a:t>you’ll</a:t>
            </a:r>
            <a:r>
              <a:rPr sz="3400" spc="-80" dirty="0">
                <a:latin typeface="Tahoma"/>
                <a:cs typeface="Tahoma"/>
              </a:rPr>
              <a:t> </a:t>
            </a:r>
            <a:r>
              <a:rPr sz="3400" spc="-20" dirty="0">
                <a:latin typeface="Tahoma"/>
                <a:cs typeface="Tahoma"/>
              </a:rPr>
              <a:t>need </a:t>
            </a:r>
            <a:r>
              <a:rPr sz="3400" dirty="0">
                <a:latin typeface="Tahoma"/>
                <a:cs typeface="Tahoma"/>
              </a:rPr>
              <a:t>following</a:t>
            </a:r>
            <a:r>
              <a:rPr sz="3400" spc="-55" dirty="0">
                <a:latin typeface="Tahoma"/>
                <a:cs typeface="Tahoma"/>
              </a:rPr>
              <a:t> </a:t>
            </a:r>
            <a:r>
              <a:rPr sz="3400" dirty="0">
                <a:latin typeface="Tahoma"/>
                <a:cs typeface="Tahoma"/>
              </a:rPr>
              <a:t>operations</a:t>
            </a:r>
            <a:r>
              <a:rPr sz="3400" spc="-55" dirty="0">
                <a:latin typeface="Tahoma"/>
                <a:cs typeface="Tahoma"/>
              </a:rPr>
              <a:t> </a:t>
            </a:r>
            <a:r>
              <a:rPr sz="3400" dirty="0">
                <a:latin typeface="Tahoma"/>
                <a:cs typeface="Tahoma"/>
              </a:rPr>
              <a:t>to</a:t>
            </a:r>
            <a:r>
              <a:rPr sz="3400" spc="-55" dirty="0">
                <a:latin typeface="Tahoma"/>
                <a:cs typeface="Tahoma"/>
              </a:rPr>
              <a:t> </a:t>
            </a:r>
            <a:r>
              <a:rPr sz="3400" dirty="0">
                <a:latin typeface="Tahoma"/>
                <a:cs typeface="Tahoma"/>
              </a:rPr>
              <a:t>make</a:t>
            </a:r>
            <a:r>
              <a:rPr sz="3400" spc="-55" dirty="0">
                <a:latin typeface="Tahoma"/>
                <a:cs typeface="Tahoma"/>
              </a:rPr>
              <a:t> </a:t>
            </a:r>
            <a:r>
              <a:rPr sz="3400" dirty="0">
                <a:latin typeface="Tahoma"/>
                <a:cs typeface="Tahoma"/>
              </a:rPr>
              <a:t>git</a:t>
            </a:r>
            <a:r>
              <a:rPr sz="3400" spc="-55" dirty="0">
                <a:latin typeface="Tahoma"/>
                <a:cs typeface="Tahoma"/>
              </a:rPr>
              <a:t> </a:t>
            </a:r>
            <a:r>
              <a:rPr sz="3400" dirty="0">
                <a:latin typeface="Tahoma"/>
                <a:cs typeface="Tahoma"/>
              </a:rPr>
              <a:t>track</a:t>
            </a:r>
            <a:r>
              <a:rPr sz="3400" spc="-55" dirty="0">
                <a:latin typeface="Tahoma"/>
                <a:cs typeface="Tahoma"/>
              </a:rPr>
              <a:t> </a:t>
            </a:r>
            <a:r>
              <a:rPr sz="3400" dirty="0">
                <a:latin typeface="Tahoma"/>
                <a:cs typeface="Tahoma"/>
              </a:rPr>
              <a:t>your</a:t>
            </a:r>
            <a:r>
              <a:rPr sz="3400" spc="-55" dirty="0">
                <a:latin typeface="Tahoma"/>
                <a:cs typeface="Tahoma"/>
              </a:rPr>
              <a:t> </a:t>
            </a:r>
            <a:r>
              <a:rPr sz="3400" spc="-10" dirty="0">
                <a:latin typeface="Tahoma"/>
                <a:cs typeface="Tahoma"/>
              </a:rPr>
              <a:t>work:</a:t>
            </a:r>
            <a:endParaRPr sz="3400">
              <a:latin typeface="Tahoma"/>
              <a:cs typeface="Tahoma"/>
            </a:endParaRPr>
          </a:p>
          <a:p>
            <a:pPr marL="1859914" lvl="1" indent="-760095">
              <a:lnSpc>
                <a:spcPct val="100000"/>
              </a:lnSpc>
              <a:spcBef>
                <a:spcPts val="4000"/>
              </a:spcBef>
              <a:buClr>
                <a:srgbClr val="00882B"/>
              </a:buClr>
              <a:buAutoNum type="arabicPeriod"/>
              <a:tabLst>
                <a:tab pos="1859914" algn="l"/>
              </a:tabLst>
            </a:pPr>
            <a:r>
              <a:rPr sz="3400" dirty="0">
                <a:latin typeface="Tahoma"/>
                <a:cs typeface="Tahoma"/>
              </a:rPr>
              <a:t>Create/modify</a:t>
            </a:r>
            <a:r>
              <a:rPr sz="3400" spc="45" dirty="0">
                <a:latin typeface="Tahoma"/>
                <a:cs typeface="Tahoma"/>
              </a:rPr>
              <a:t> </a:t>
            </a:r>
            <a:r>
              <a:rPr sz="3400" spc="-10" dirty="0">
                <a:latin typeface="Tahoma"/>
                <a:cs typeface="Tahoma"/>
              </a:rPr>
              <a:t>files</a:t>
            </a:r>
            <a:endParaRPr sz="3400">
              <a:latin typeface="Tahoma"/>
              <a:cs typeface="Tahoma"/>
            </a:endParaRPr>
          </a:p>
          <a:p>
            <a:pPr marL="1860550" marR="530860" lvl="1" indent="-760730">
              <a:lnSpc>
                <a:spcPct val="100000"/>
              </a:lnSpc>
              <a:spcBef>
                <a:spcPts val="3990"/>
              </a:spcBef>
              <a:buClr>
                <a:srgbClr val="C00000"/>
              </a:buClr>
              <a:buAutoNum type="arabicPeriod"/>
              <a:tabLst>
                <a:tab pos="1860550" algn="l"/>
              </a:tabLst>
            </a:pPr>
            <a:r>
              <a:rPr sz="3400" dirty="0">
                <a:latin typeface="Tahoma"/>
                <a:cs typeface="Tahoma"/>
              </a:rPr>
              <a:t>Let</a:t>
            </a:r>
            <a:r>
              <a:rPr sz="3400" spc="-125" dirty="0">
                <a:latin typeface="Tahoma"/>
                <a:cs typeface="Tahoma"/>
              </a:rPr>
              <a:t> </a:t>
            </a:r>
            <a:r>
              <a:rPr sz="3400" dirty="0">
                <a:latin typeface="Tahoma"/>
                <a:cs typeface="Tahoma"/>
              </a:rPr>
              <a:t>git</a:t>
            </a:r>
            <a:r>
              <a:rPr sz="3400" spc="-120" dirty="0">
                <a:latin typeface="Tahoma"/>
                <a:cs typeface="Tahoma"/>
              </a:rPr>
              <a:t> </a:t>
            </a:r>
            <a:r>
              <a:rPr sz="3400" dirty="0">
                <a:latin typeface="Tahoma"/>
                <a:cs typeface="Tahoma"/>
              </a:rPr>
              <a:t>monitor</a:t>
            </a:r>
            <a:r>
              <a:rPr sz="3400" spc="-120" dirty="0">
                <a:latin typeface="Tahoma"/>
                <a:cs typeface="Tahoma"/>
              </a:rPr>
              <a:t> </a:t>
            </a:r>
            <a:r>
              <a:rPr sz="3400" dirty="0">
                <a:latin typeface="Tahoma"/>
                <a:cs typeface="Tahoma"/>
              </a:rPr>
              <a:t>the</a:t>
            </a:r>
            <a:r>
              <a:rPr sz="3400" spc="-120" dirty="0">
                <a:latin typeface="Tahoma"/>
                <a:cs typeface="Tahoma"/>
              </a:rPr>
              <a:t> </a:t>
            </a:r>
            <a:r>
              <a:rPr sz="3400" dirty="0">
                <a:latin typeface="Tahoma"/>
                <a:cs typeface="Tahoma"/>
              </a:rPr>
              <a:t>files</a:t>
            </a:r>
            <a:r>
              <a:rPr sz="3400" spc="-125" dirty="0">
                <a:latin typeface="Tahoma"/>
                <a:cs typeface="Tahoma"/>
              </a:rPr>
              <a:t> </a:t>
            </a:r>
            <a:r>
              <a:rPr sz="3400" spc="70" dirty="0">
                <a:latin typeface="Tahoma"/>
                <a:cs typeface="Tahoma"/>
              </a:rPr>
              <a:t>by</a:t>
            </a:r>
            <a:r>
              <a:rPr sz="3400" spc="-75" dirty="0">
                <a:latin typeface="Tahoma"/>
                <a:cs typeface="Tahoma"/>
              </a:rPr>
              <a:t> </a:t>
            </a:r>
            <a:r>
              <a:rPr sz="3600" i="1" spc="-215" dirty="0">
                <a:solidFill>
                  <a:srgbClr val="FF2600"/>
                </a:solidFill>
                <a:latin typeface="Verdana"/>
                <a:cs typeface="Verdana"/>
              </a:rPr>
              <a:t>adding</a:t>
            </a:r>
            <a:r>
              <a:rPr sz="3600" i="1" spc="-315" dirty="0">
                <a:solidFill>
                  <a:srgbClr val="FF2600"/>
                </a:solidFill>
                <a:latin typeface="Verdana"/>
                <a:cs typeface="Verdana"/>
              </a:rPr>
              <a:t> </a:t>
            </a:r>
            <a:r>
              <a:rPr sz="3400" dirty="0">
                <a:latin typeface="Tahoma"/>
                <a:cs typeface="Tahoma"/>
              </a:rPr>
              <a:t>them</a:t>
            </a:r>
            <a:r>
              <a:rPr sz="3400" spc="-120" dirty="0">
                <a:latin typeface="Tahoma"/>
                <a:cs typeface="Tahoma"/>
              </a:rPr>
              <a:t> </a:t>
            </a:r>
            <a:r>
              <a:rPr sz="3400" spc="-25" dirty="0">
                <a:latin typeface="Tahoma"/>
                <a:cs typeface="Tahoma"/>
              </a:rPr>
              <a:t>to </a:t>
            </a:r>
            <a:r>
              <a:rPr sz="3400" dirty="0">
                <a:latin typeface="Tahoma"/>
                <a:cs typeface="Tahoma"/>
              </a:rPr>
              <a:t>staging</a:t>
            </a:r>
            <a:r>
              <a:rPr sz="3400" spc="60" dirty="0">
                <a:latin typeface="Tahoma"/>
                <a:cs typeface="Tahoma"/>
              </a:rPr>
              <a:t> </a:t>
            </a:r>
            <a:r>
              <a:rPr sz="3400" spc="-10" dirty="0">
                <a:latin typeface="Tahoma"/>
                <a:cs typeface="Tahoma"/>
              </a:rPr>
              <a:t>files.</a:t>
            </a:r>
            <a:endParaRPr sz="3400">
              <a:latin typeface="Tahoma"/>
              <a:cs typeface="Tahoma"/>
            </a:endParaRPr>
          </a:p>
          <a:p>
            <a:pPr marL="1860550" marR="5080" lvl="1" indent="-760730">
              <a:lnSpc>
                <a:spcPct val="100000"/>
              </a:lnSpc>
              <a:spcBef>
                <a:spcPts val="4000"/>
              </a:spcBef>
              <a:buClr>
                <a:srgbClr val="DE6A10"/>
              </a:buClr>
              <a:buAutoNum type="arabicPeriod"/>
              <a:tabLst>
                <a:tab pos="1860550" algn="l"/>
              </a:tabLst>
            </a:pPr>
            <a:r>
              <a:rPr sz="3400" i="1" spc="-235" dirty="0">
                <a:solidFill>
                  <a:srgbClr val="FF2600"/>
                </a:solidFill>
                <a:latin typeface="Verdana"/>
                <a:cs typeface="Verdana"/>
              </a:rPr>
              <a:t>Commit</a:t>
            </a:r>
            <a:r>
              <a:rPr sz="3400" i="1" spc="-185" dirty="0">
                <a:solidFill>
                  <a:srgbClr val="FF2600"/>
                </a:solidFill>
                <a:latin typeface="Verdana"/>
                <a:cs typeface="Verdana"/>
              </a:rPr>
              <a:t> </a:t>
            </a:r>
            <a:r>
              <a:rPr sz="3600" dirty="0">
                <a:latin typeface="Tahoma"/>
                <a:cs typeface="Tahoma"/>
              </a:rPr>
              <a:t>your</a:t>
            </a:r>
            <a:r>
              <a:rPr sz="3600" spc="-145" dirty="0">
                <a:latin typeface="Tahoma"/>
                <a:cs typeface="Tahoma"/>
              </a:rPr>
              <a:t> </a:t>
            </a:r>
            <a:r>
              <a:rPr sz="3600" spc="70" dirty="0">
                <a:latin typeface="Tahoma"/>
                <a:cs typeface="Tahoma"/>
              </a:rPr>
              <a:t>changes</a:t>
            </a:r>
            <a:r>
              <a:rPr sz="3600" spc="-135" dirty="0">
                <a:latin typeface="Tahoma"/>
                <a:cs typeface="Tahoma"/>
              </a:rPr>
              <a:t> </a:t>
            </a:r>
            <a:r>
              <a:rPr sz="3600" dirty="0">
                <a:latin typeface="Tahoma"/>
                <a:cs typeface="Tahoma"/>
              </a:rPr>
              <a:t>to</a:t>
            </a:r>
            <a:r>
              <a:rPr sz="3600" spc="-135" dirty="0">
                <a:latin typeface="Tahoma"/>
                <a:cs typeface="Tahoma"/>
              </a:rPr>
              <a:t> </a:t>
            </a:r>
            <a:r>
              <a:rPr sz="3600" spc="55" dirty="0">
                <a:latin typeface="Tahoma"/>
                <a:cs typeface="Tahoma"/>
              </a:rPr>
              <a:t>and</a:t>
            </a:r>
            <a:r>
              <a:rPr sz="3600" spc="-140" dirty="0">
                <a:latin typeface="Tahoma"/>
                <a:cs typeface="Tahoma"/>
              </a:rPr>
              <a:t> </a:t>
            </a:r>
            <a:r>
              <a:rPr sz="3600" dirty="0">
                <a:latin typeface="Tahoma"/>
                <a:cs typeface="Tahoma"/>
              </a:rPr>
              <a:t>git</a:t>
            </a:r>
            <a:r>
              <a:rPr sz="3600" spc="-140" dirty="0">
                <a:latin typeface="Tahoma"/>
                <a:cs typeface="Tahoma"/>
              </a:rPr>
              <a:t> </a:t>
            </a:r>
            <a:r>
              <a:rPr sz="3600" dirty="0">
                <a:latin typeface="Tahoma"/>
                <a:cs typeface="Tahoma"/>
              </a:rPr>
              <a:t>will</a:t>
            </a:r>
            <a:r>
              <a:rPr sz="3600" spc="-135" dirty="0">
                <a:latin typeface="Tahoma"/>
                <a:cs typeface="Tahoma"/>
              </a:rPr>
              <a:t> </a:t>
            </a:r>
            <a:r>
              <a:rPr sz="3600" spc="-10" dirty="0">
                <a:latin typeface="Tahoma"/>
                <a:cs typeface="Tahoma"/>
              </a:rPr>
              <a:t>create </a:t>
            </a:r>
            <a:r>
              <a:rPr sz="3600" spc="70" dirty="0">
                <a:latin typeface="Tahoma"/>
                <a:cs typeface="Tahoma"/>
              </a:rPr>
              <a:t>snapshots</a:t>
            </a:r>
            <a:r>
              <a:rPr sz="3600" spc="-155" dirty="0">
                <a:latin typeface="Tahoma"/>
                <a:cs typeface="Tahoma"/>
              </a:rPr>
              <a:t> </a:t>
            </a:r>
            <a:r>
              <a:rPr sz="3600" spc="-60" dirty="0">
                <a:latin typeface="Tahoma"/>
                <a:cs typeface="Tahoma"/>
              </a:rPr>
              <a:t>(versions)</a:t>
            </a:r>
            <a:r>
              <a:rPr sz="3600" spc="-155" dirty="0">
                <a:latin typeface="Tahoma"/>
                <a:cs typeface="Tahoma"/>
              </a:rPr>
              <a:t> </a:t>
            </a:r>
            <a:r>
              <a:rPr sz="3600" dirty="0">
                <a:latin typeface="Tahoma"/>
                <a:cs typeface="Tahoma"/>
              </a:rPr>
              <a:t>of</a:t>
            </a:r>
            <a:r>
              <a:rPr sz="3600" spc="-155" dirty="0">
                <a:latin typeface="Tahoma"/>
                <a:cs typeface="Tahoma"/>
              </a:rPr>
              <a:t> </a:t>
            </a:r>
            <a:r>
              <a:rPr sz="3600" dirty="0">
                <a:latin typeface="Tahoma"/>
                <a:cs typeface="Tahoma"/>
              </a:rPr>
              <a:t>the</a:t>
            </a:r>
            <a:r>
              <a:rPr sz="3600" spc="-155" dirty="0">
                <a:latin typeface="Tahoma"/>
                <a:cs typeface="Tahoma"/>
              </a:rPr>
              <a:t> </a:t>
            </a:r>
            <a:r>
              <a:rPr sz="3600" dirty="0">
                <a:latin typeface="Tahoma"/>
                <a:cs typeface="Tahoma"/>
              </a:rPr>
              <a:t>files</a:t>
            </a:r>
            <a:r>
              <a:rPr sz="3600" spc="-150" dirty="0">
                <a:latin typeface="Tahoma"/>
                <a:cs typeface="Tahoma"/>
              </a:rPr>
              <a:t> </a:t>
            </a:r>
            <a:r>
              <a:rPr sz="3600" dirty="0">
                <a:latin typeface="Tahoma"/>
                <a:cs typeface="Tahoma"/>
              </a:rPr>
              <a:t>for</a:t>
            </a:r>
            <a:r>
              <a:rPr sz="3600" spc="-150" dirty="0">
                <a:latin typeface="Tahoma"/>
                <a:cs typeface="Tahoma"/>
              </a:rPr>
              <a:t> </a:t>
            </a:r>
            <a:r>
              <a:rPr sz="3600" spc="-20" dirty="0">
                <a:latin typeface="Tahoma"/>
                <a:cs typeface="Tahoma"/>
              </a:rPr>
              <a:t>you.</a:t>
            </a:r>
            <a:endParaRPr sz="3600">
              <a:latin typeface="Tahoma"/>
              <a:cs typeface="Tahom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895689" y="3032972"/>
            <a:ext cx="2864485" cy="815975"/>
            <a:chOff x="4895689" y="3032972"/>
            <a:chExt cx="2864485" cy="815975"/>
          </a:xfrm>
        </p:grpSpPr>
        <p:pic>
          <p:nvPicPr>
            <p:cNvPr id="3" name="object 3"/>
            <p:cNvPicPr/>
            <p:nvPr/>
          </p:nvPicPr>
          <p:blipFill>
            <a:blip r:embed="rId2" cstate="print"/>
            <a:stretch>
              <a:fillRect/>
            </a:stretch>
          </p:blipFill>
          <p:spPr>
            <a:xfrm>
              <a:off x="4895689" y="3032972"/>
              <a:ext cx="2864448" cy="815730"/>
            </a:xfrm>
            <a:prstGeom prst="rect">
              <a:avLst/>
            </a:prstGeom>
          </p:spPr>
        </p:pic>
        <p:sp>
          <p:nvSpPr>
            <p:cNvPr id="4" name="object 4"/>
            <p:cNvSpPr/>
            <p:nvPr/>
          </p:nvSpPr>
          <p:spPr>
            <a:xfrm>
              <a:off x="4933788" y="3045671"/>
              <a:ext cx="2788285" cy="739775"/>
            </a:xfrm>
            <a:custGeom>
              <a:avLst/>
              <a:gdLst/>
              <a:ahLst/>
              <a:cxnLst/>
              <a:rect l="l" t="t" r="r" b="b"/>
              <a:pathLst>
                <a:path w="2788284" h="739775">
                  <a:moveTo>
                    <a:pt x="2575928" y="739529"/>
                  </a:moveTo>
                  <a:lnTo>
                    <a:pt x="212319" y="739529"/>
                  </a:lnTo>
                  <a:lnTo>
                    <a:pt x="163636" y="733922"/>
                  </a:lnTo>
                  <a:lnTo>
                    <a:pt x="118946" y="717949"/>
                  </a:lnTo>
                  <a:lnTo>
                    <a:pt x="79524" y="692885"/>
                  </a:lnTo>
                  <a:lnTo>
                    <a:pt x="46644" y="660005"/>
                  </a:lnTo>
                  <a:lnTo>
                    <a:pt x="21580" y="620583"/>
                  </a:lnTo>
                  <a:lnTo>
                    <a:pt x="5607" y="575893"/>
                  </a:lnTo>
                  <a:lnTo>
                    <a:pt x="0" y="527210"/>
                  </a:lnTo>
                  <a:lnTo>
                    <a:pt x="0" y="212318"/>
                  </a:lnTo>
                  <a:lnTo>
                    <a:pt x="5607" y="163636"/>
                  </a:lnTo>
                  <a:lnTo>
                    <a:pt x="21580" y="118946"/>
                  </a:lnTo>
                  <a:lnTo>
                    <a:pt x="46644" y="79524"/>
                  </a:lnTo>
                  <a:lnTo>
                    <a:pt x="79524" y="46644"/>
                  </a:lnTo>
                  <a:lnTo>
                    <a:pt x="118946" y="21580"/>
                  </a:lnTo>
                  <a:lnTo>
                    <a:pt x="163636" y="5607"/>
                  </a:lnTo>
                  <a:lnTo>
                    <a:pt x="212319" y="0"/>
                  </a:lnTo>
                  <a:lnTo>
                    <a:pt x="2575928" y="0"/>
                  </a:lnTo>
                  <a:lnTo>
                    <a:pt x="2617543" y="4117"/>
                  </a:lnTo>
                  <a:lnTo>
                    <a:pt x="2657179" y="16161"/>
                  </a:lnTo>
                  <a:lnTo>
                    <a:pt x="2693723" y="35672"/>
                  </a:lnTo>
                  <a:lnTo>
                    <a:pt x="2726060" y="62186"/>
                  </a:lnTo>
                  <a:lnTo>
                    <a:pt x="2752575" y="94524"/>
                  </a:lnTo>
                  <a:lnTo>
                    <a:pt x="2772086" y="131068"/>
                  </a:lnTo>
                  <a:lnTo>
                    <a:pt x="2784130" y="170704"/>
                  </a:lnTo>
                  <a:lnTo>
                    <a:pt x="2788247" y="212318"/>
                  </a:lnTo>
                  <a:lnTo>
                    <a:pt x="2788247" y="527210"/>
                  </a:lnTo>
                  <a:lnTo>
                    <a:pt x="2782640" y="575893"/>
                  </a:lnTo>
                  <a:lnTo>
                    <a:pt x="2766667" y="620583"/>
                  </a:lnTo>
                  <a:lnTo>
                    <a:pt x="2741603" y="660005"/>
                  </a:lnTo>
                  <a:lnTo>
                    <a:pt x="2708723" y="692885"/>
                  </a:lnTo>
                  <a:lnTo>
                    <a:pt x="2669301" y="717949"/>
                  </a:lnTo>
                  <a:lnTo>
                    <a:pt x="2624611" y="733922"/>
                  </a:lnTo>
                  <a:lnTo>
                    <a:pt x="2575928" y="739529"/>
                  </a:lnTo>
                  <a:close/>
                </a:path>
              </a:pathLst>
            </a:custGeom>
            <a:solidFill>
              <a:srgbClr val="C82506"/>
            </a:solidFill>
          </p:spPr>
          <p:txBody>
            <a:bodyPr wrap="square" lIns="0" tIns="0" rIns="0" bIns="0" rtlCol="0"/>
            <a:lstStyle/>
            <a:p>
              <a:endParaRPr/>
            </a:p>
          </p:txBody>
        </p:sp>
      </p:grpSp>
      <p:sp>
        <p:nvSpPr>
          <p:cNvPr id="5" name="object 5"/>
          <p:cNvSpPr txBox="1"/>
          <p:nvPr/>
        </p:nvSpPr>
        <p:spPr>
          <a:xfrm>
            <a:off x="5349987" y="3207665"/>
            <a:ext cx="1953895" cy="391160"/>
          </a:xfrm>
          <a:prstGeom prst="rect">
            <a:avLst/>
          </a:prstGeom>
        </p:spPr>
        <p:txBody>
          <a:bodyPr vert="horz" wrap="square" lIns="0" tIns="12700" rIns="0" bIns="0" rtlCol="0">
            <a:spAutoFit/>
          </a:bodyPr>
          <a:lstStyle/>
          <a:p>
            <a:pPr marL="12700">
              <a:lnSpc>
                <a:spcPct val="100000"/>
              </a:lnSpc>
              <a:spcBef>
                <a:spcPts val="100"/>
              </a:spcBef>
            </a:pPr>
            <a:r>
              <a:rPr sz="2400" spc="-35" dirty="0">
                <a:solidFill>
                  <a:srgbClr val="FFFFFF"/>
                </a:solidFill>
                <a:latin typeface="Tahoma"/>
                <a:cs typeface="Tahoma"/>
              </a:rPr>
              <a:t>Modifying</a:t>
            </a:r>
            <a:r>
              <a:rPr sz="2400" spc="-125" dirty="0">
                <a:solidFill>
                  <a:srgbClr val="FFFFFF"/>
                </a:solidFill>
                <a:latin typeface="Tahoma"/>
                <a:cs typeface="Tahoma"/>
              </a:rPr>
              <a:t> </a:t>
            </a:r>
            <a:r>
              <a:rPr sz="2400" spc="-10" dirty="0">
                <a:solidFill>
                  <a:srgbClr val="FFFFFF"/>
                </a:solidFill>
                <a:latin typeface="Tahoma"/>
                <a:cs typeface="Tahoma"/>
              </a:rPr>
              <a:t>Files</a:t>
            </a:r>
            <a:endParaRPr sz="2400">
              <a:latin typeface="Tahoma"/>
              <a:cs typeface="Tahoma"/>
            </a:endParaRPr>
          </a:p>
        </p:txBody>
      </p:sp>
      <p:grpSp>
        <p:nvGrpSpPr>
          <p:cNvPr id="6" name="object 6"/>
          <p:cNvGrpSpPr/>
          <p:nvPr/>
        </p:nvGrpSpPr>
        <p:grpSpPr>
          <a:xfrm>
            <a:off x="1520522" y="6488833"/>
            <a:ext cx="3739515" cy="997585"/>
            <a:chOff x="1520522" y="6488833"/>
            <a:chExt cx="3739515" cy="997585"/>
          </a:xfrm>
        </p:grpSpPr>
        <p:pic>
          <p:nvPicPr>
            <p:cNvPr id="7" name="object 7"/>
            <p:cNvPicPr/>
            <p:nvPr/>
          </p:nvPicPr>
          <p:blipFill>
            <a:blip r:embed="rId3" cstate="print"/>
            <a:stretch>
              <a:fillRect/>
            </a:stretch>
          </p:blipFill>
          <p:spPr>
            <a:xfrm>
              <a:off x="1520522" y="6488833"/>
              <a:ext cx="3739429" cy="997464"/>
            </a:xfrm>
            <a:prstGeom prst="rect">
              <a:avLst/>
            </a:prstGeom>
          </p:spPr>
        </p:pic>
        <p:sp>
          <p:nvSpPr>
            <p:cNvPr id="8" name="object 8"/>
            <p:cNvSpPr/>
            <p:nvPr/>
          </p:nvSpPr>
          <p:spPr>
            <a:xfrm>
              <a:off x="1558621" y="6501534"/>
              <a:ext cx="3663315" cy="921385"/>
            </a:xfrm>
            <a:custGeom>
              <a:avLst/>
              <a:gdLst/>
              <a:ahLst/>
              <a:cxnLst/>
              <a:rect l="l" t="t" r="r" b="b"/>
              <a:pathLst>
                <a:path w="3663315" h="921384">
                  <a:moveTo>
                    <a:pt x="3531976" y="921263"/>
                  </a:moveTo>
                  <a:lnTo>
                    <a:pt x="131252" y="921263"/>
                  </a:lnTo>
                  <a:lnTo>
                    <a:pt x="80163" y="910949"/>
                  </a:lnTo>
                  <a:lnTo>
                    <a:pt x="38442" y="882820"/>
                  </a:lnTo>
                  <a:lnTo>
                    <a:pt x="10314" y="841100"/>
                  </a:lnTo>
                  <a:lnTo>
                    <a:pt x="0" y="790010"/>
                  </a:lnTo>
                  <a:lnTo>
                    <a:pt x="0" y="131252"/>
                  </a:lnTo>
                  <a:lnTo>
                    <a:pt x="10314" y="80163"/>
                  </a:lnTo>
                  <a:lnTo>
                    <a:pt x="38442" y="38442"/>
                  </a:lnTo>
                  <a:lnTo>
                    <a:pt x="80163" y="10314"/>
                  </a:lnTo>
                  <a:lnTo>
                    <a:pt x="131252" y="0"/>
                  </a:lnTo>
                  <a:lnTo>
                    <a:pt x="3531976" y="0"/>
                  </a:lnTo>
                  <a:lnTo>
                    <a:pt x="3582204" y="9991"/>
                  </a:lnTo>
                  <a:lnTo>
                    <a:pt x="3624786" y="38442"/>
                  </a:lnTo>
                  <a:lnTo>
                    <a:pt x="3653238" y="81024"/>
                  </a:lnTo>
                  <a:lnTo>
                    <a:pt x="3663229" y="131252"/>
                  </a:lnTo>
                  <a:lnTo>
                    <a:pt x="3663229" y="790010"/>
                  </a:lnTo>
                  <a:lnTo>
                    <a:pt x="3652914" y="841100"/>
                  </a:lnTo>
                  <a:lnTo>
                    <a:pt x="3624786" y="882820"/>
                  </a:lnTo>
                  <a:lnTo>
                    <a:pt x="3583065" y="910949"/>
                  </a:lnTo>
                  <a:lnTo>
                    <a:pt x="3531976" y="921263"/>
                  </a:lnTo>
                  <a:close/>
                </a:path>
              </a:pathLst>
            </a:custGeom>
            <a:solidFill>
              <a:srgbClr val="DE6A10"/>
            </a:solidFill>
          </p:spPr>
          <p:txBody>
            <a:bodyPr wrap="square" lIns="0" tIns="0" rIns="0" bIns="0" rtlCol="0"/>
            <a:lstStyle/>
            <a:p>
              <a:endParaRPr/>
            </a:p>
          </p:txBody>
        </p:sp>
      </p:grpSp>
      <p:sp>
        <p:nvSpPr>
          <p:cNvPr id="9" name="object 9"/>
          <p:cNvSpPr txBox="1"/>
          <p:nvPr/>
        </p:nvSpPr>
        <p:spPr>
          <a:xfrm>
            <a:off x="1941345" y="6754393"/>
            <a:ext cx="2895600" cy="39116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FFFFFF"/>
                </a:solidFill>
                <a:latin typeface="Tahoma"/>
                <a:cs typeface="Tahoma"/>
              </a:rPr>
              <a:t>Staging</a:t>
            </a:r>
            <a:r>
              <a:rPr sz="2400" spc="-140" dirty="0">
                <a:solidFill>
                  <a:srgbClr val="FFFFFF"/>
                </a:solidFill>
                <a:latin typeface="Tahoma"/>
                <a:cs typeface="Tahoma"/>
              </a:rPr>
              <a:t> </a:t>
            </a:r>
            <a:r>
              <a:rPr sz="2400" spc="-10" dirty="0">
                <a:solidFill>
                  <a:srgbClr val="FFFFFF"/>
                </a:solidFill>
                <a:latin typeface="Tahoma"/>
                <a:cs typeface="Tahoma"/>
              </a:rPr>
              <a:t>Modified</a:t>
            </a:r>
            <a:r>
              <a:rPr sz="2400" spc="-140" dirty="0">
                <a:solidFill>
                  <a:srgbClr val="FFFFFF"/>
                </a:solidFill>
                <a:latin typeface="Tahoma"/>
                <a:cs typeface="Tahoma"/>
              </a:rPr>
              <a:t> </a:t>
            </a:r>
            <a:r>
              <a:rPr sz="2400" spc="-10" dirty="0">
                <a:solidFill>
                  <a:srgbClr val="FFFFFF"/>
                </a:solidFill>
                <a:latin typeface="Tahoma"/>
                <a:cs typeface="Tahoma"/>
              </a:rPr>
              <a:t>Files</a:t>
            </a:r>
            <a:endParaRPr sz="2400">
              <a:latin typeface="Tahoma"/>
              <a:cs typeface="Tahoma"/>
            </a:endParaRPr>
          </a:p>
        </p:txBody>
      </p:sp>
      <p:grpSp>
        <p:nvGrpSpPr>
          <p:cNvPr id="10" name="object 10"/>
          <p:cNvGrpSpPr/>
          <p:nvPr/>
        </p:nvGrpSpPr>
        <p:grpSpPr>
          <a:xfrm>
            <a:off x="3540440" y="3955646"/>
            <a:ext cx="2312035" cy="2166620"/>
            <a:chOff x="3540440" y="3955646"/>
            <a:chExt cx="2312035" cy="2166620"/>
          </a:xfrm>
        </p:grpSpPr>
        <p:sp>
          <p:nvSpPr>
            <p:cNvPr id="11" name="object 11"/>
            <p:cNvSpPr/>
            <p:nvPr/>
          </p:nvSpPr>
          <p:spPr>
            <a:xfrm>
              <a:off x="3831108" y="3993746"/>
              <a:ext cx="1983105" cy="1854200"/>
            </a:xfrm>
            <a:custGeom>
              <a:avLst/>
              <a:gdLst/>
              <a:ahLst/>
              <a:cxnLst/>
              <a:rect l="l" t="t" r="r" b="b"/>
              <a:pathLst>
                <a:path w="1983104" h="1854200">
                  <a:moveTo>
                    <a:pt x="0" y="1854137"/>
                  </a:moveTo>
                  <a:lnTo>
                    <a:pt x="1982642" y="0"/>
                  </a:lnTo>
                </a:path>
              </a:pathLst>
            </a:custGeom>
            <a:ln w="76199">
              <a:solidFill>
                <a:srgbClr val="C82506"/>
              </a:solidFill>
            </a:ln>
          </p:spPr>
          <p:txBody>
            <a:bodyPr wrap="square" lIns="0" tIns="0" rIns="0" bIns="0" rtlCol="0"/>
            <a:lstStyle/>
            <a:p>
              <a:endParaRPr/>
            </a:p>
          </p:txBody>
        </p:sp>
        <p:sp>
          <p:nvSpPr>
            <p:cNvPr id="12" name="object 12"/>
            <p:cNvSpPr/>
            <p:nvPr/>
          </p:nvSpPr>
          <p:spPr>
            <a:xfrm>
              <a:off x="3578540" y="5755955"/>
              <a:ext cx="339090" cy="328295"/>
            </a:xfrm>
            <a:custGeom>
              <a:avLst/>
              <a:gdLst/>
              <a:ahLst/>
              <a:cxnLst/>
              <a:rect l="l" t="t" r="r" b="b"/>
              <a:pathLst>
                <a:path w="339089" h="328295">
                  <a:moveTo>
                    <a:pt x="0" y="328124"/>
                  </a:moveTo>
                  <a:lnTo>
                    <a:pt x="166598" y="0"/>
                  </a:lnTo>
                  <a:lnTo>
                    <a:pt x="338536" y="183854"/>
                  </a:lnTo>
                  <a:lnTo>
                    <a:pt x="0" y="328124"/>
                  </a:lnTo>
                  <a:close/>
                </a:path>
              </a:pathLst>
            </a:custGeom>
            <a:solidFill>
              <a:srgbClr val="C82506"/>
            </a:solidFill>
          </p:spPr>
          <p:txBody>
            <a:bodyPr wrap="square" lIns="0" tIns="0" rIns="0" bIns="0" rtlCol="0"/>
            <a:lstStyle/>
            <a:p>
              <a:endParaRPr/>
            </a:p>
          </p:txBody>
        </p:sp>
        <p:sp>
          <p:nvSpPr>
            <p:cNvPr id="13" name="object 13"/>
            <p:cNvSpPr/>
            <p:nvPr/>
          </p:nvSpPr>
          <p:spPr>
            <a:xfrm>
              <a:off x="3578540" y="5755955"/>
              <a:ext cx="339090" cy="328295"/>
            </a:xfrm>
            <a:custGeom>
              <a:avLst/>
              <a:gdLst/>
              <a:ahLst/>
              <a:cxnLst/>
              <a:rect l="l" t="t" r="r" b="b"/>
              <a:pathLst>
                <a:path w="339089" h="328295">
                  <a:moveTo>
                    <a:pt x="166598" y="0"/>
                  </a:moveTo>
                  <a:lnTo>
                    <a:pt x="0" y="328124"/>
                  </a:lnTo>
                  <a:lnTo>
                    <a:pt x="338536" y="183854"/>
                  </a:lnTo>
                  <a:lnTo>
                    <a:pt x="166598" y="0"/>
                  </a:lnTo>
                  <a:close/>
                </a:path>
              </a:pathLst>
            </a:custGeom>
            <a:ln w="76199">
              <a:solidFill>
                <a:srgbClr val="C82506"/>
              </a:solidFill>
            </a:ln>
          </p:spPr>
          <p:txBody>
            <a:bodyPr wrap="square" lIns="0" tIns="0" rIns="0" bIns="0" rtlCol="0"/>
            <a:lstStyle/>
            <a:p>
              <a:endParaRPr/>
            </a:p>
          </p:txBody>
        </p:sp>
      </p:grpSp>
      <p:grpSp>
        <p:nvGrpSpPr>
          <p:cNvPr id="14" name="object 14"/>
          <p:cNvGrpSpPr/>
          <p:nvPr/>
        </p:nvGrpSpPr>
        <p:grpSpPr>
          <a:xfrm>
            <a:off x="6845786" y="4031010"/>
            <a:ext cx="2352675" cy="2167255"/>
            <a:chOff x="6845786" y="4031010"/>
            <a:chExt cx="2352675" cy="2167255"/>
          </a:xfrm>
        </p:grpSpPr>
        <p:sp>
          <p:nvSpPr>
            <p:cNvPr id="15" name="object 15"/>
            <p:cNvSpPr/>
            <p:nvPr/>
          </p:nvSpPr>
          <p:spPr>
            <a:xfrm>
              <a:off x="7138541" y="4303056"/>
              <a:ext cx="2021839" cy="1857375"/>
            </a:xfrm>
            <a:custGeom>
              <a:avLst/>
              <a:gdLst/>
              <a:ahLst/>
              <a:cxnLst/>
              <a:rect l="l" t="t" r="r" b="b"/>
              <a:pathLst>
                <a:path w="2021840" h="1857375">
                  <a:moveTo>
                    <a:pt x="0" y="0"/>
                  </a:moveTo>
                  <a:lnTo>
                    <a:pt x="2021501" y="1857111"/>
                  </a:lnTo>
                </a:path>
              </a:pathLst>
            </a:custGeom>
            <a:ln w="76199">
              <a:solidFill>
                <a:srgbClr val="00882B"/>
              </a:solidFill>
            </a:ln>
          </p:spPr>
          <p:txBody>
            <a:bodyPr wrap="square" lIns="0" tIns="0" rIns="0" bIns="0" rtlCol="0"/>
            <a:lstStyle/>
            <a:p>
              <a:endParaRPr/>
            </a:p>
          </p:txBody>
        </p:sp>
        <p:sp>
          <p:nvSpPr>
            <p:cNvPr id="16" name="object 16"/>
            <p:cNvSpPr/>
            <p:nvPr/>
          </p:nvSpPr>
          <p:spPr>
            <a:xfrm>
              <a:off x="6883886" y="4069110"/>
              <a:ext cx="340360" cy="327025"/>
            </a:xfrm>
            <a:custGeom>
              <a:avLst/>
              <a:gdLst/>
              <a:ahLst/>
              <a:cxnLst/>
              <a:rect l="l" t="t" r="r" b="b"/>
              <a:pathLst>
                <a:path w="340359" h="327025">
                  <a:moveTo>
                    <a:pt x="169505" y="326632"/>
                  </a:moveTo>
                  <a:lnTo>
                    <a:pt x="0" y="0"/>
                  </a:lnTo>
                  <a:lnTo>
                    <a:pt x="339803" y="141259"/>
                  </a:lnTo>
                  <a:lnTo>
                    <a:pt x="169505" y="326632"/>
                  </a:lnTo>
                  <a:close/>
                </a:path>
              </a:pathLst>
            </a:custGeom>
            <a:solidFill>
              <a:srgbClr val="00882B"/>
            </a:solidFill>
          </p:spPr>
          <p:txBody>
            <a:bodyPr wrap="square" lIns="0" tIns="0" rIns="0" bIns="0" rtlCol="0"/>
            <a:lstStyle/>
            <a:p>
              <a:endParaRPr/>
            </a:p>
          </p:txBody>
        </p:sp>
        <p:sp>
          <p:nvSpPr>
            <p:cNvPr id="17" name="object 17"/>
            <p:cNvSpPr/>
            <p:nvPr/>
          </p:nvSpPr>
          <p:spPr>
            <a:xfrm>
              <a:off x="6883886" y="4069110"/>
              <a:ext cx="340360" cy="327025"/>
            </a:xfrm>
            <a:custGeom>
              <a:avLst/>
              <a:gdLst/>
              <a:ahLst/>
              <a:cxnLst/>
              <a:rect l="l" t="t" r="r" b="b"/>
              <a:pathLst>
                <a:path w="340359" h="327025">
                  <a:moveTo>
                    <a:pt x="339803" y="141259"/>
                  </a:moveTo>
                  <a:lnTo>
                    <a:pt x="0" y="0"/>
                  </a:lnTo>
                  <a:lnTo>
                    <a:pt x="169505" y="326632"/>
                  </a:lnTo>
                  <a:lnTo>
                    <a:pt x="339803" y="141259"/>
                  </a:lnTo>
                  <a:close/>
                </a:path>
              </a:pathLst>
            </a:custGeom>
            <a:ln w="76199">
              <a:solidFill>
                <a:srgbClr val="00882B"/>
              </a:solidFill>
            </a:ln>
          </p:spPr>
          <p:txBody>
            <a:bodyPr wrap="square" lIns="0" tIns="0" rIns="0" bIns="0" rtlCol="0"/>
            <a:lstStyle/>
            <a:p>
              <a:endParaRPr/>
            </a:p>
          </p:txBody>
        </p:sp>
      </p:grpSp>
      <p:pic>
        <p:nvPicPr>
          <p:cNvPr id="18" name="object 18"/>
          <p:cNvPicPr/>
          <p:nvPr/>
        </p:nvPicPr>
        <p:blipFill>
          <a:blip r:embed="rId4" cstate="print"/>
          <a:stretch>
            <a:fillRect/>
          </a:stretch>
        </p:blipFill>
        <p:spPr>
          <a:xfrm>
            <a:off x="5749490" y="6876915"/>
            <a:ext cx="1505817" cy="352234"/>
          </a:xfrm>
          <a:prstGeom prst="rect">
            <a:avLst/>
          </a:prstGeom>
        </p:spPr>
      </p:pic>
      <p:sp>
        <p:nvSpPr>
          <p:cNvPr id="19" name="object 19"/>
          <p:cNvSpPr txBox="1">
            <a:spLocks noGrp="1"/>
          </p:cNvSpPr>
          <p:nvPr>
            <p:ph type="title"/>
          </p:nvPr>
        </p:nvSpPr>
        <p:spPr>
          <a:prstGeom prst="rect">
            <a:avLst/>
          </a:prstGeom>
        </p:spPr>
        <p:txBody>
          <a:bodyPr vert="horz" wrap="square" lIns="0" tIns="496439" rIns="0" bIns="0" rtlCol="0">
            <a:spAutoFit/>
          </a:bodyPr>
          <a:lstStyle/>
          <a:p>
            <a:pPr marL="3171825">
              <a:lnSpc>
                <a:spcPct val="100000"/>
              </a:lnSpc>
              <a:spcBef>
                <a:spcPts val="100"/>
              </a:spcBef>
            </a:pPr>
            <a:r>
              <a:rPr spc="155" dirty="0"/>
              <a:t>Git</a:t>
            </a:r>
            <a:r>
              <a:rPr spc="-285" dirty="0"/>
              <a:t> </a:t>
            </a:r>
            <a:r>
              <a:rPr spc="550" dirty="0"/>
              <a:t>VCS</a:t>
            </a:r>
            <a:r>
              <a:rPr spc="-285" dirty="0"/>
              <a:t> </a:t>
            </a:r>
            <a:r>
              <a:rPr spc="-490" dirty="0"/>
              <a:t>(2/2)</a:t>
            </a:r>
          </a:p>
        </p:txBody>
      </p:sp>
      <p:sp>
        <p:nvSpPr>
          <p:cNvPr id="20" name="object 20"/>
          <p:cNvSpPr txBox="1"/>
          <p:nvPr/>
        </p:nvSpPr>
        <p:spPr>
          <a:xfrm>
            <a:off x="2801415" y="4600067"/>
            <a:ext cx="131953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00000"/>
                </a:solidFill>
                <a:latin typeface="Tahoma"/>
                <a:cs typeface="Tahoma"/>
              </a:rPr>
              <a:t>2.</a:t>
            </a:r>
            <a:r>
              <a:rPr sz="3600" spc="-204" dirty="0">
                <a:solidFill>
                  <a:srgbClr val="C00000"/>
                </a:solidFill>
                <a:latin typeface="Tahoma"/>
                <a:cs typeface="Tahoma"/>
              </a:rPr>
              <a:t> </a:t>
            </a:r>
            <a:r>
              <a:rPr sz="3600" spc="65" dirty="0">
                <a:solidFill>
                  <a:srgbClr val="C00000"/>
                </a:solidFill>
                <a:latin typeface="Tahoma"/>
                <a:cs typeface="Tahoma"/>
              </a:rPr>
              <a:t>add</a:t>
            </a:r>
            <a:endParaRPr sz="3600">
              <a:latin typeface="Tahoma"/>
              <a:cs typeface="Tahoma"/>
            </a:endParaRPr>
          </a:p>
        </p:txBody>
      </p:sp>
      <p:sp>
        <p:nvSpPr>
          <p:cNvPr id="21" name="object 21"/>
          <p:cNvSpPr txBox="1"/>
          <p:nvPr/>
        </p:nvSpPr>
        <p:spPr>
          <a:xfrm>
            <a:off x="5468701" y="7316792"/>
            <a:ext cx="206375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DE6A10"/>
                </a:solidFill>
                <a:latin typeface="Tahoma"/>
                <a:cs typeface="Tahoma"/>
              </a:rPr>
              <a:t>3.</a:t>
            </a:r>
            <a:r>
              <a:rPr sz="3600" spc="-204" dirty="0">
                <a:solidFill>
                  <a:srgbClr val="DE6A10"/>
                </a:solidFill>
                <a:latin typeface="Tahoma"/>
                <a:cs typeface="Tahoma"/>
              </a:rPr>
              <a:t> </a:t>
            </a:r>
            <a:r>
              <a:rPr sz="3600" spc="40" dirty="0">
                <a:solidFill>
                  <a:srgbClr val="DE6A10"/>
                </a:solidFill>
                <a:latin typeface="Tahoma"/>
                <a:cs typeface="Tahoma"/>
              </a:rPr>
              <a:t>commit</a:t>
            </a:r>
            <a:endParaRPr sz="3600">
              <a:latin typeface="Tahoma"/>
              <a:cs typeface="Tahoma"/>
            </a:endParaRPr>
          </a:p>
        </p:txBody>
      </p:sp>
      <p:sp>
        <p:nvSpPr>
          <p:cNvPr id="22" name="object 22"/>
          <p:cNvSpPr txBox="1"/>
          <p:nvPr/>
        </p:nvSpPr>
        <p:spPr>
          <a:xfrm>
            <a:off x="8292809" y="4504367"/>
            <a:ext cx="2734945" cy="574040"/>
          </a:xfrm>
          <a:prstGeom prst="rect">
            <a:avLst/>
          </a:prstGeom>
        </p:spPr>
        <p:txBody>
          <a:bodyPr vert="horz" wrap="square" lIns="0" tIns="12700" rIns="0" bIns="0" rtlCol="0">
            <a:spAutoFit/>
          </a:bodyPr>
          <a:lstStyle/>
          <a:p>
            <a:pPr marL="12700">
              <a:lnSpc>
                <a:spcPct val="100000"/>
              </a:lnSpc>
              <a:spcBef>
                <a:spcPts val="100"/>
              </a:spcBef>
              <a:tabLst>
                <a:tab pos="622300" algn="l"/>
              </a:tabLst>
            </a:pPr>
            <a:r>
              <a:rPr sz="3600" spc="-25" dirty="0">
                <a:solidFill>
                  <a:srgbClr val="00882B"/>
                </a:solidFill>
                <a:latin typeface="Tahoma"/>
                <a:cs typeface="Tahoma"/>
              </a:rPr>
              <a:t>1.</a:t>
            </a:r>
            <a:r>
              <a:rPr sz="3600" dirty="0">
                <a:solidFill>
                  <a:srgbClr val="00882B"/>
                </a:solidFill>
                <a:latin typeface="Tahoma"/>
                <a:cs typeface="Tahoma"/>
              </a:rPr>
              <a:t>	modify</a:t>
            </a:r>
            <a:r>
              <a:rPr sz="3600" spc="-25" dirty="0">
                <a:solidFill>
                  <a:srgbClr val="00882B"/>
                </a:solidFill>
                <a:latin typeface="Tahoma"/>
                <a:cs typeface="Tahoma"/>
              </a:rPr>
              <a:t> </a:t>
            </a:r>
            <a:r>
              <a:rPr sz="3600" spc="-20" dirty="0">
                <a:solidFill>
                  <a:srgbClr val="00882B"/>
                </a:solidFill>
                <a:latin typeface="Tahoma"/>
                <a:cs typeface="Tahoma"/>
              </a:rPr>
              <a:t>file</a:t>
            </a:r>
            <a:endParaRPr sz="3600">
              <a:latin typeface="Tahoma"/>
              <a:cs typeface="Tahoma"/>
            </a:endParaRPr>
          </a:p>
        </p:txBody>
      </p:sp>
      <p:grpSp>
        <p:nvGrpSpPr>
          <p:cNvPr id="23" name="object 23"/>
          <p:cNvGrpSpPr/>
          <p:nvPr/>
        </p:nvGrpSpPr>
        <p:grpSpPr>
          <a:xfrm>
            <a:off x="7836334" y="6822968"/>
            <a:ext cx="3688079" cy="815975"/>
            <a:chOff x="7836334" y="6822968"/>
            <a:chExt cx="3688079" cy="815975"/>
          </a:xfrm>
        </p:grpSpPr>
        <p:pic>
          <p:nvPicPr>
            <p:cNvPr id="24" name="object 24"/>
            <p:cNvPicPr/>
            <p:nvPr/>
          </p:nvPicPr>
          <p:blipFill>
            <a:blip r:embed="rId5" cstate="print"/>
            <a:stretch>
              <a:fillRect/>
            </a:stretch>
          </p:blipFill>
          <p:spPr>
            <a:xfrm>
              <a:off x="7836334" y="6822968"/>
              <a:ext cx="3688063" cy="815730"/>
            </a:xfrm>
            <a:prstGeom prst="rect">
              <a:avLst/>
            </a:prstGeom>
          </p:spPr>
        </p:pic>
        <p:sp>
          <p:nvSpPr>
            <p:cNvPr id="25" name="object 25"/>
            <p:cNvSpPr/>
            <p:nvPr/>
          </p:nvSpPr>
          <p:spPr>
            <a:xfrm>
              <a:off x="7874434" y="6835668"/>
              <a:ext cx="3611879" cy="739775"/>
            </a:xfrm>
            <a:custGeom>
              <a:avLst/>
              <a:gdLst/>
              <a:ahLst/>
              <a:cxnLst/>
              <a:rect l="l" t="t" r="r" b="b"/>
              <a:pathLst>
                <a:path w="3611879" h="739775">
                  <a:moveTo>
                    <a:pt x="3399543" y="739529"/>
                  </a:moveTo>
                  <a:lnTo>
                    <a:pt x="212318" y="739529"/>
                  </a:lnTo>
                  <a:lnTo>
                    <a:pt x="163635" y="733922"/>
                  </a:lnTo>
                  <a:lnTo>
                    <a:pt x="118946" y="717949"/>
                  </a:lnTo>
                  <a:lnTo>
                    <a:pt x="79524" y="692885"/>
                  </a:lnTo>
                  <a:lnTo>
                    <a:pt x="46643" y="660005"/>
                  </a:lnTo>
                  <a:lnTo>
                    <a:pt x="21580" y="620583"/>
                  </a:lnTo>
                  <a:lnTo>
                    <a:pt x="5607" y="575893"/>
                  </a:lnTo>
                  <a:lnTo>
                    <a:pt x="0" y="527210"/>
                  </a:lnTo>
                  <a:lnTo>
                    <a:pt x="0" y="212318"/>
                  </a:lnTo>
                  <a:lnTo>
                    <a:pt x="5607" y="163636"/>
                  </a:lnTo>
                  <a:lnTo>
                    <a:pt x="21580" y="118946"/>
                  </a:lnTo>
                  <a:lnTo>
                    <a:pt x="46643" y="79524"/>
                  </a:lnTo>
                  <a:lnTo>
                    <a:pt x="79524" y="46644"/>
                  </a:lnTo>
                  <a:lnTo>
                    <a:pt x="118946" y="21580"/>
                  </a:lnTo>
                  <a:lnTo>
                    <a:pt x="163635" y="5607"/>
                  </a:lnTo>
                  <a:lnTo>
                    <a:pt x="212318" y="0"/>
                  </a:lnTo>
                  <a:lnTo>
                    <a:pt x="3399543" y="0"/>
                  </a:lnTo>
                  <a:lnTo>
                    <a:pt x="3441158" y="4117"/>
                  </a:lnTo>
                  <a:lnTo>
                    <a:pt x="3480794" y="16161"/>
                  </a:lnTo>
                  <a:lnTo>
                    <a:pt x="3517338" y="35672"/>
                  </a:lnTo>
                  <a:lnTo>
                    <a:pt x="3549675" y="62186"/>
                  </a:lnTo>
                  <a:lnTo>
                    <a:pt x="3576190" y="94524"/>
                  </a:lnTo>
                  <a:lnTo>
                    <a:pt x="3595700" y="131068"/>
                  </a:lnTo>
                  <a:lnTo>
                    <a:pt x="3607745" y="170704"/>
                  </a:lnTo>
                  <a:lnTo>
                    <a:pt x="3611862" y="212318"/>
                  </a:lnTo>
                  <a:lnTo>
                    <a:pt x="3611862" y="527210"/>
                  </a:lnTo>
                  <a:lnTo>
                    <a:pt x="3606254" y="575893"/>
                  </a:lnTo>
                  <a:lnTo>
                    <a:pt x="3590282" y="620583"/>
                  </a:lnTo>
                  <a:lnTo>
                    <a:pt x="3565218" y="660005"/>
                  </a:lnTo>
                  <a:lnTo>
                    <a:pt x="3532338" y="692885"/>
                  </a:lnTo>
                  <a:lnTo>
                    <a:pt x="3492915" y="717949"/>
                  </a:lnTo>
                  <a:lnTo>
                    <a:pt x="3448226" y="733922"/>
                  </a:lnTo>
                  <a:lnTo>
                    <a:pt x="3399543" y="739529"/>
                  </a:lnTo>
                  <a:close/>
                </a:path>
              </a:pathLst>
            </a:custGeom>
            <a:solidFill>
              <a:srgbClr val="00882B"/>
            </a:solidFill>
          </p:spPr>
          <p:txBody>
            <a:bodyPr wrap="square" lIns="0" tIns="0" rIns="0" bIns="0" rtlCol="0"/>
            <a:lstStyle/>
            <a:p>
              <a:endParaRPr/>
            </a:p>
          </p:txBody>
        </p:sp>
      </p:grpSp>
      <p:sp>
        <p:nvSpPr>
          <p:cNvPr id="26" name="object 26"/>
          <p:cNvSpPr txBox="1"/>
          <p:nvPr/>
        </p:nvSpPr>
        <p:spPr>
          <a:xfrm>
            <a:off x="8248663" y="6997661"/>
            <a:ext cx="2862580" cy="391160"/>
          </a:xfrm>
          <a:prstGeom prst="rect">
            <a:avLst/>
          </a:prstGeom>
        </p:spPr>
        <p:txBody>
          <a:bodyPr vert="horz" wrap="square" lIns="0" tIns="12700" rIns="0" bIns="0" rtlCol="0">
            <a:spAutoFit/>
          </a:bodyPr>
          <a:lstStyle/>
          <a:p>
            <a:pPr marL="12700">
              <a:lnSpc>
                <a:spcPct val="100000"/>
              </a:lnSpc>
              <a:spcBef>
                <a:spcPts val="100"/>
              </a:spcBef>
            </a:pPr>
            <a:r>
              <a:rPr sz="2400" spc="-25" dirty="0">
                <a:solidFill>
                  <a:srgbClr val="FFFFFF"/>
                </a:solidFill>
                <a:latin typeface="Tahoma"/>
                <a:cs typeface="Tahoma"/>
              </a:rPr>
              <a:t>Committing</a:t>
            </a:r>
            <a:r>
              <a:rPr sz="2400" spc="-110" dirty="0">
                <a:solidFill>
                  <a:srgbClr val="FFFFFF"/>
                </a:solidFill>
                <a:latin typeface="Tahoma"/>
                <a:cs typeface="Tahoma"/>
              </a:rPr>
              <a:t> </a:t>
            </a:r>
            <a:r>
              <a:rPr sz="2400" spc="70" dirty="0">
                <a:solidFill>
                  <a:srgbClr val="FFFFFF"/>
                </a:solidFill>
                <a:latin typeface="Tahoma"/>
                <a:cs typeface="Tahoma"/>
              </a:rPr>
              <a:t>A</a:t>
            </a:r>
            <a:r>
              <a:rPr sz="2400" spc="-110" dirty="0">
                <a:solidFill>
                  <a:srgbClr val="FFFFFF"/>
                </a:solidFill>
                <a:latin typeface="Tahoma"/>
                <a:cs typeface="Tahoma"/>
              </a:rPr>
              <a:t> </a:t>
            </a:r>
            <a:r>
              <a:rPr sz="2400" spc="-20" dirty="0">
                <a:solidFill>
                  <a:srgbClr val="FFFFFF"/>
                </a:solidFill>
                <a:latin typeface="Tahoma"/>
                <a:cs typeface="Tahoma"/>
              </a:rPr>
              <a:t>Version</a:t>
            </a:r>
            <a:endParaRPr sz="2400">
              <a:latin typeface="Tahoma"/>
              <a:cs typeface="Tahoma"/>
            </a:endParaRPr>
          </a:p>
        </p:txBody>
      </p:sp>
      <p:grpSp>
        <p:nvGrpSpPr>
          <p:cNvPr id="27" name="object 27"/>
          <p:cNvGrpSpPr/>
          <p:nvPr/>
        </p:nvGrpSpPr>
        <p:grpSpPr>
          <a:xfrm>
            <a:off x="8241726" y="7061430"/>
            <a:ext cx="3688079" cy="815975"/>
            <a:chOff x="8241726" y="7061430"/>
            <a:chExt cx="3688079" cy="815975"/>
          </a:xfrm>
        </p:grpSpPr>
        <p:pic>
          <p:nvPicPr>
            <p:cNvPr id="28" name="object 28"/>
            <p:cNvPicPr/>
            <p:nvPr/>
          </p:nvPicPr>
          <p:blipFill>
            <a:blip r:embed="rId5" cstate="print"/>
            <a:stretch>
              <a:fillRect/>
            </a:stretch>
          </p:blipFill>
          <p:spPr>
            <a:xfrm>
              <a:off x="8241726" y="7061430"/>
              <a:ext cx="3688063" cy="815730"/>
            </a:xfrm>
            <a:prstGeom prst="rect">
              <a:avLst/>
            </a:prstGeom>
          </p:spPr>
        </p:pic>
        <p:sp>
          <p:nvSpPr>
            <p:cNvPr id="29" name="object 29"/>
            <p:cNvSpPr/>
            <p:nvPr/>
          </p:nvSpPr>
          <p:spPr>
            <a:xfrm>
              <a:off x="8279826" y="7074129"/>
              <a:ext cx="3611879" cy="739775"/>
            </a:xfrm>
            <a:custGeom>
              <a:avLst/>
              <a:gdLst/>
              <a:ahLst/>
              <a:cxnLst/>
              <a:rect l="l" t="t" r="r" b="b"/>
              <a:pathLst>
                <a:path w="3611879" h="739775">
                  <a:moveTo>
                    <a:pt x="3399544" y="739529"/>
                  </a:moveTo>
                  <a:lnTo>
                    <a:pt x="212319" y="739529"/>
                  </a:lnTo>
                  <a:lnTo>
                    <a:pt x="163636" y="733922"/>
                  </a:lnTo>
                  <a:lnTo>
                    <a:pt x="118946" y="717949"/>
                  </a:lnTo>
                  <a:lnTo>
                    <a:pt x="79524" y="692885"/>
                  </a:lnTo>
                  <a:lnTo>
                    <a:pt x="46644" y="660005"/>
                  </a:lnTo>
                  <a:lnTo>
                    <a:pt x="21580" y="620583"/>
                  </a:lnTo>
                  <a:lnTo>
                    <a:pt x="5607" y="575893"/>
                  </a:lnTo>
                  <a:lnTo>
                    <a:pt x="0" y="527210"/>
                  </a:lnTo>
                  <a:lnTo>
                    <a:pt x="0" y="212319"/>
                  </a:lnTo>
                  <a:lnTo>
                    <a:pt x="5607" y="163636"/>
                  </a:lnTo>
                  <a:lnTo>
                    <a:pt x="21580" y="118946"/>
                  </a:lnTo>
                  <a:lnTo>
                    <a:pt x="46644" y="79524"/>
                  </a:lnTo>
                  <a:lnTo>
                    <a:pt x="79524" y="46644"/>
                  </a:lnTo>
                  <a:lnTo>
                    <a:pt x="118946" y="21580"/>
                  </a:lnTo>
                  <a:lnTo>
                    <a:pt x="163636" y="5607"/>
                  </a:lnTo>
                  <a:lnTo>
                    <a:pt x="212319" y="0"/>
                  </a:lnTo>
                  <a:lnTo>
                    <a:pt x="3399544" y="0"/>
                  </a:lnTo>
                  <a:lnTo>
                    <a:pt x="3441159" y="4117"/>
                  </a:lnTo>
                  <a:lnTo>
                    <a:pt x="3480795" y="16161"/>
                  </a:lnTo>
                  <a:lnTo>
                    <a:pt x="3517338" y="35672"/>
                  </a:lnTo>
                  <a:lnTo>
                    <a:pt x="3549676" y="62187"/>
                  </a:lnTo>
                  <a:lnTo>
                    <a:pt x="3576191" y="94524"/>
                  </a:lnTo>
                  <a:lnTo>
                    <a:pt x="3595701" y="131068"/>
                  </a:lnTo>
                  <a:lnTo>
                    <a:pt x="3607745" y="170704"/>
                  </a:lnTo>
                  <a:lnTo>
                    <a:pt x="3611863" y="212319"/>
                  </a:lnTo>
                  <a:lnTo>
                    <a:pt x="3611863" y="527210"/>
                  </a:lnTo>
                  <a:lnTo>
                    <a:pt x="3606255" y="575893"/>
                  </a:lnTo>
                  <a:lnTo>
                    <a:pt x="3590282" y="620583"/>
                  </a:lnTo>
                  <a:lnTo>
                    <a:pt x="3565219" y="660005"/>
                  </a:lnTo>
                  <a:lnTo>
                    <a:pt x="3532338" y="692885"/>
                  </a:lnTo>
                  <a:lnTo>
                    <a:pt x="3492916" y="717949"/>
                  </a:lnTo>
                  <a:lnTo>
                    <a:pt x="3448227" y="733922"/>
                  </a:lnTo>
                  <a:lnTo>
                    <a:pt x="3399544" y="739529"/>
                  </a:lnTo>
                  <a:close/>
                </a:path>
              </a:pathLst>
            </a:custGeom>
            <a:solidFill>
              <a:srgbClr val="0365C0"/>
            </a:solidFill>
          </p:spPr>
          <p:txBody>
            <a:bodyPr wrap="square" lIns="0" tIns="0" rIns="0" bIns="0" rtlCol="0"/>
            <a:lstStyle/>
            <a:p>
              <a:endParaRPr/>
            </a:p>
          </p:txBody>
        </p:sp>
      </p:grpSp>
      <p:sp>
        <p:nvSpPr>
          <p:cNvPr id="30" name="object 30"/>
          <p:cNvSpPr txBox="1"/>
          <p:nvPr/>
        </p:nvSpPr>
        <p:spPr>
          <a:xfrm>
            <a:off x="8648400" y="7236123"/>
            <a:ext cx="2873375" cy="391160"/>
          </a:xfrm>
          <a:prstGeom prst="rect">
            <a:avLst/>
          </a:prstGeom>
        </p:spPr>
        <p:txBody>
          <a:bodyPr vert="horz" wrap="square" lIns="0" tIns="12700" rIns="0" bIns="0" rtlCol="0">
            <a:spAutoFit/>
          </a:bodyPr>
          <a:lstStyle/>
          <a:p>
            <a:pPr marL="12700">
              <a:lnSpc>
                <a:spcPct val="100000"/>
              </a:lnSpc>
              <a:spcBef>
                <a:spcPts val="100"/>
              </a:spcBef>
            </a:pPr>
            <a:r>
              <a:rPr sz="2400" spc="-25" dirty="0">
                <a:solidFill>
                  <a:srgbClr val="FFFFFF"/>
                </a:solidFill>
                <a:latin typeface="Tahoma"/>
                <a:cs typeface="Tahoma"/>
              </a:rPr>
              <a:t>Committing</a:t>
            </a:r>
            <a:r>
              <a:rPr sz="2400" spc="-110" dirty="0">
                <a:solidFill>
                  <a:srgbClr val="FFFFFF"/>
                </a:solidFill>
                <a:latin typeface="Tahoma"/>
                <a:cs typeface="Tahoma"/>
              </a:rPr>
              <a:t> </a:t>
            </a:r>
            <a:r>
              <a:rPr sz="2400" spc="180" dirty="0">
                <a:solidFill>
                  <a:srgbClr val="FFFFFF"/>
                </a:solidFill>
                <a:latin typeface="Tahoma"/>
                <a:cs typeface="Tahoma"/>
              </a:rPr>
              <a:t>B</a:t>
            </a:r>
            <a:r>
              <a:rPr sz="2400" spc="-105" dirty="0">
                <a:solidFill>
                  <a:srgbClr val="FFFFFF"/>
                </a:solidFill>
                <a:latin typeface="Tahoma"/>
                <a:cs typeface="Tahoma"/>
              </a:rPr>
              <a:t> </a:t>
            </a:r>
            <a:r>
              <a:rPr sz="2400" spc="-20" dirty="0">
                <a:solidFill>
                  <a:srgbClr val="FFFFFF"/>
                </a:solidFill>
                <a:latin typeface="Tahoma"/>
                <a:cs typeface="Tahoma"/>
              </a:rPr>
              <a:t>Version</a:t>
            </a:r>
            <a:endParaRPr sz="2400">
              <a:latin typeface="Tahoma"/>
              <a:cs typeface="Tahoma"/>
            </a:endParaRPr>
          </a:p>
        </p:txBody>
      </p:sp>
      <p:sp>
        <p:nvSpPr>
          <p:cNvPr id="31" name="object 31"/>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22</a:t>
            </a:fld>
            <a:endParaRPr spc="-2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23</a:t>
            </a:fld>
            <a:endParaRPr spc="-25" dirty="0"/>
          </a:p>
        </p:txBody>
      </p:sp>
      <p:sp>
        <p:nvSpPr>
          <p:cNvPr id="2" name="object 2"/>
          <p:cNvSpPr txBox="1">
            <a:spLocks noGrp="1"/>
          </p:cNvSpPr>
          <p:nvPr>
            <p:ph type="title"/>
          </p:nvPr>
        </p:nvSpPr>
        <p:spPr>
          <a:prstGeom prst="rect">
            <a:avLst/>
          </a:prstGeom>
        </p:spPr>
        <p:txBody>
          <a:bodyPr vert="horz" wrap="square" lIns="0" tIns="496439" rIns="0" bIns="0" rtlCol="0">
            <a:spAutoFit/>
          </a:bodyPr>
          <a:lstStyle/>
          <a:p>
            <a:pPr marL="1278890">
              <a:lnSpc>
                <a:spcPct val="100000"/>
              </a:lnSpc>
              <a:spcBef>
                <a:spcPts val="100"/>
              </a:spcBef>
            </a:pPr>
            <a:r>
              <a:rPr spc="355" dirty="0"/>
              <a:t>Basic</a:t>
            </a:r>
            <a:r>
              <a:rPr spc="-280" dirty="0"/>
              <a:t> </a:t>
            </a:r>
            <a:r>
              <a:rPr spc="155" dirty="0"/>
              <a:t>Git</a:t>
            </a:r>
            <a:r>
              <a:rPr spc="-290" dirty="0"/>
              <a:t> </a:t>
            </a:r>
            <a:r>
              <a:rPr spc="235" dirty="0"/>
              <a:t>Commands</a:t>
            </a:r>
          </a:p>
        </p:txBody>
      </p:sp>
      <p:sp>
        <p:nvSpPr>
          <p:cNvPr id="3" name="object 3"/>
          <p:cNvSpPr txBox="1"/>
          <p:nvPr/>
        </p:nvSpPr>
        <p:spPr>
          <a:xfrm>
            <a:off x="1021692" y="2626233"/>
            <a:ext cx="10652125" cy="5440680"/>
          </a:xfrm>
          <a:prstGeom prst="rect">
            <a:avLst/>
          </a:prstGeom>
        </p:spPr>
        <p:txBody>
          <a:bodyPr vert="horz" wrap="square" lIns="0" tIns="12700" rIns="0" bIns="0" rtlCol="0">
            <a:spAutoFit/>
          </a:bodyPr>
          <a:lstStyle/>
          <a:p>
            <a:pPr marL="280035" indent="-267335">
              <a:lnSpc>
                <a:spcPct val="100000"/>
              </a:lnSpc>
              <a:spcBef>
                <a:spcPts val="100"/>
              </a:spcBef>
              <a:buSzPct val="75000"/>
              <a:buChar char="•"/>
              <a:tabLst>
                <a:tab pos="280035" algn="l"/>
              </a:tabLst>
            </a:pPr>
            <a:r>
              <a:rPr sz="2400" b="1" dirty="0">
                <a:solidFill>
                  <a:srgbClr val="0070C0"/>
                </a:solidFill>
                <a:latin typeface="Arial"/>
                <a:cs typeface="Arial"/>
              </a:rPr>
              <a:t>git</a:t>
            </a:r>
            <a:r>
              <a:rPr sz="2400" b="1" spc="-5" dirty="0">
                <a:solidFill>
                  <a:srgbClr val="0070C0"/>
                </a:solidFill>
                <a:latin typeface="Arial"/>
                <a:cs typeface="Arial"/>
              </a:rPr>
              <a:t> </a:t>
            </a:r>
            <a:r>
              <a:rPr sz="2400" b="1" spc="-20" dirty="0">
                <a:solidFill>
                  <a:srgbClr val="0070C0"/>
                </a:solidFill>
                <a:latin typeface="Arial"/>
                <a:cs typeface="Arial"/>
              </a:rPr>
              <a:t>init</a:t>
            </a:r>
            <a:endParaRPr sz="2400">
              <a:latin typeface="Arial"/>
              <a:cs typeface="Arial"/>
            </a:endParaRPr>
          </a:p>
          <a:p>
            <a:pPr>
              <a:lnSpc>
                <a:spcPct val="100000"/>
              </a:lnSpc>
              <a:spcBef>
                <a:spcPts val="40"/>
              </a:spcBef>
              <a:buClr>
                <a:srgbClr val="0070C0"/>
              </a:buClr>
              <a:buFont typeface="Arial"/>
              <a:buChar char="•"/>
            </a:pPr>
            <a:endParaRPr sz="2400">
              <a:latin typeface="Arial"/>
              <a:cs typeface="Arial"/>
            </a:endParaRPr>
          </a:p>
          <a:p>
            <a:pPr marL="884555" lvl="1" indent="-301625">
              <a:lnSpc>
                <a:spcPct val="100000"/>
              </a:lnSpc>
              <a:buSzPct val="75000"/>
              <a:buChar char="•"/>
              <a:tabLst>
                <a:tab pos="884555" algn="l"/>
              </a:tabLst>
            </a:pPr>
            <a:r>
              <a:rPr sz="2400" spc="-35" dirty="0">
                <a:latin typeface="Tahoma"/>
                <a:cs typeface="Tahoma"/>
              </a:rPr>
              <a:t>Initialize</a:t>
            </a:r>
            <a:r>
              <a:rPr sz="2400" spc="-90" dirty="0">
                <a:latin typeface="Tahoma"/>
                <a:cs typeface="Tahoma"/>
              </a:rPr>
              <a:t> </a:t>
            </a:r>
            <a:r>
              <a:rPr sz="2400" dirty="0">
                <a:latin typeface="Tahoma"/>
                <a:cs typeface="Tahoma"/>
              </a:rPr>
              <a:t>a</a:t>
            </a:r>
            <a:r>
              <a:rPr sz="2400" spc="-85" dirty="0">
                <a:latin typeface="Tahoma"/>
                <a:cs typeface="Tahoma"/>
              </a:rPr>
              <a:t> </a:t>
            </a:r>
            <a:r>
              <a:rPr sz="2400" dirty="0">
                <a:latin typeface="Tahoma"/>
                <a:cs typeface="Tahoma"/>
              </a:rPr>
              <a:t>repository</a:t>
            </a:r>
            <a:r>
              <a:rPr sz="2400" spc="-85" dirty="0">
                <a:latin typeface="Tahoma"/>
                <a:cs typeface="Tahoma"/>
              </a:rPr>
              <a:t> </a:t>
            </a:r>
            <a:r>
              <a:rPr sz="2400" dirty="0">
                <a:latin typeface="Tahoma"/>
                <a:cs typeface="Tahoma"/>
              </a:rPr>
              <a:t>at</a:t>
            </a:r>
            <a:r>
              <a:rPr sz="2400" spc="-85" dirty="0">
                <a:latin typeface="Tahoma"/>
                <a:cs typeface="Tahoma"/>
              </a:rPr>
              <a:t> </a:t>
            </a:r>
            <a:r>
              <a:rPr sz="2400" dirty="0">
                <a:latin typeface="Tahoma"/>
                <a:cs typeface="Tahoma"/>
              </a:rPr>
              <a:t>current</a:t>
            </a:r>
            <a:r>
              <a:rPr sz="2400" spc="-85" dirty="0">
                <a:latin typeface="Tahoma"/>
                <a:cs typeface="Tahoma"/>
              </a:rPr>
              <a:t> </a:t>
            </a:r>
            <a:r>
              <a:rPr sz="2400" spc="-10" dirty="0">
                <a:latin typeface="Tahoma"/>
                <a:cs typeface="Tahoma"/>
              </a:rPr>
              <a:t>directory.</a:t>
            </a:r>
            <a:endParaRPr sz="2400">
              <a:latin typeface="Tahoma"/>
              <a:cs typeface="Tahoma"/>
            </a:endParaRPr>
          </a:p>
          <a:p>
            <a:pPr marL="280035" indent="-267335">
              <a:lnSpc>
                <a:spcPct val="100000"/>
              </a:lnSpc>
              <a:spcBef>
                <a:spcPts val="2800"/>
              </a:spcBef>
              <a:buSzPct val="75000"/>
              <a:buChar char="•"/>
              <a:tabLst>
                <a:tab pos="280035" algn="l"/>
              </a:tabLst>
            </a:pPr>
            <a:r>
              <a:rPr sz="2400" b="1" dirty="0">
                <a:solidFill>
                  <a:srgbClr val="0070C0"/>
                </a:solidFill>
                <a:latin typeface="Arial"/>
                <a:cs typeface="Arial"/>
              </a:rPr>
              <a:t>git</a:t>
            </a:r>
            <a:r>
              <a:rPr sz="2400" b="1" spc="-30" dirty="0">
                <a:solidFill>
                  <a:srgbClr val="0070C0"/>
                </a:solidFill>
                <a:latin typeface="Arial"/>
                <a:cs typeface="Arial"/>
              </a:rPr>
              <a:t> </a:t>
            </a:r>
            <a:r>
              <a:rPr sz="2400" b="1" dirty="0">
                <a:solidFill>
                  <a:srgbClr val="0070C0"/>
                </a:solidFill>
                <a:latin typeface="Arial"/>
                <a:cs typeface="Arial"/>
              </a:rPr>
              <a:t>add</a:t>
            </a:r>
            <a:r>
              <a:rPr sz="2400" b="1" spc="-25" dirty="0">
                <a:solidFill>
                  <a:srgbClr val="0070C0"/>
                </a:solidFill>
                <a:latin typeface="Arial"/>
                <a:cs typeface="Arial"/>
              </a:rPr>
              <a:t> </a:t>
            </a:r>
            <a:r>
              <a:rPr sz="2400" b="1" dirty="0">
                <a:solidFill>
                  <a:srgbClr val="0070C0"/>
                </a:solidFill>
                <a:latin typeface="Arial"/>
                <a:cs typeface="Arial"/>
              </a:rPr>
              <a:t>[file_name]</a:t>
            </a:r>
            <a:r>
              <a:rPr sz="2400" b="1" spc="-30" dirty="0">
                <a:solidFill>
                  <a:srgbClr val="0070C0"/>
                </a:solidFill>
                <a:latin typeface="Arial"/>
                <a:cs typeface="Arial"/>
              </a:rPr>
              <a:t> </a:t>
            </a:r>
            <a:r>
              <a:rPr sz="2400" b="1" dirty="0">
                <a:solidFill>
                  <a:srgbClr val="0070C0"/>
                </a:solidFill>
                <a:latin typeface="Arial"/>
                <a:cs typeface="Arial"/>
              </a:rPr>
              <a:t>(</a:t>
            </a:r>
            <a:r>
              <a:rPr sz="2400" b="1" spc="-25" dirty="0">
                <a:solidFill>
                  <a:srgbClr val="0070C0"/>
                </a:solidFill>
                <a:latin typeface="Arial"/>
                <a:cs typeface="Arial"/>
              </a:rPr>
              <a:t> </a:t>
            </a:r>
            <a:r>
              <a:rPr sz="2400" b="1" dirty="0">
                <a:solidFill>
                  <a:srgbClr val="0070C0"/>
                </a:solidFill>
                <a:latin typeface="Arial"/>
                <a:cs typeface="Arial"/>
              </a:rPr>
              <a:t>*</a:t>
            </a:r>
            <a:r>
              <a:rPr sz="2400" b="1" spc="-30" dirty="0">
                <a:solidFill>
                  <a:srgbClr val="0070C0"/>
                </a:solidFill>
                <a:latin typeface="Arial"/>
                <a:cs typeface="Arial"/>
              </a:rPr>
              <a:t> </a:t>
            </a:r>
            <a:r>
              <a:rPr sz="2400" b="1" dirty="0">
                <a:solidFill>
                  <a:srgbClr val="0070C0"/>
                </a:solidFill>
                <a:latin typeface="Arial"/>
                <a:cs typeface="Arial"/>
              </a:rPr>
              <a:t>git</a:t>
            </a:r>
            <a:r>
              <a:rPr sz="2400" b="1" spc="-25" dirty="0">
                <a:solidFill>
                  <a:srgbClr val="0070C0"/>
                </a:solidFill>
                <a:latin typeface="Arial"/>
                <a:cs typeface="Arial"/>
              </a:rPr>
              <a:t> </a:t>
            </a:r>
            <a:r>
              <a:rPr sz="2400" b="1" dirty="0">
                <a:solidFill>
                  <a:srgbClr val="0070C0"/>
                </a:solidFill>
                <a:latin typeface="Arial"/>
                <a:cs typeface="Arial"/>
              </a:rPr>
              <a:t>add</a:t>
            </a:r>
            <a:r>
              <a:rPr sz="2400" b="1" spc="-25" dirty="0">
                <a:solidFill>
                  <a:srgbClr val="0070C0"/>
                </a:solidFill>
                <a:latin typeface="Arial"/>
                <a:cs typeface="Arial"/>
              </a:rPr>
              <a:t> </a:t>
            </a:r>
            <a:r>
              <a:rPr sz="2400" b="1" dirty="0">
                <a:solidFill>
                  <a:srgbClr val="0070C0"/>
                </a:solidFill>
                <a:latin typeface="Arial"/>
                <a:cs typeface="Arial"/>
              </a:rPr>
              <a:t>.</a:t>
            </a:r>
            <a:r>
              <a:rPr sz="2400" b="1" spc="-30" dirty="0">
                <a:solidFill>
                  <a:srgbClr val="0070C0"/>
                </a:solidFill>
                <a:latin typeface="Arial"/>
                <a:cs typeface="Arial"/>
              </a:rPr>
              <a:t> </a:t>
            </a:r>
            <a:r>
              <a:rPr sz="2400" b="1" dirty="0">
                <a:solidFill>
                  <a:srgbClr val="0070C0"/>
                </a:solidFill>
                <a:latin typeface="Arial"/>
                <a:cs typeface="Arial"/>
              </a:rPr>
              <a:t>*</a:t>
            </a:r>
            <a:r>
              <a:rPr sz="2400" b="1" spc="-25" dirty="0">
                <a:solidFill>
                  <a:srgbClr val="0070C0"/>
                </a:solidFill>
                <a:latin typeface="Arial"/>
                <a:cs typeface="Arial"/>
              </a:rPr>
              <a:t> </a:t>
            </a:r>
            <a:r>
              <a:rPr sz="2400" b="1" dirty="0">
                <a:solidFill>
                  <a:srgbClr val="0070C0"/>
                </a:solidFill>
                <a:latin typeface="Arial"/>
                <a:cs typeface="Arial"/>
              </a:rPr>
              <a:t>→</a:t>
            </a:r>
            <a:r>
              <a:rPr sz="2400" b="1" spc="-30" dirty="0">
                <a:solidFill>
                  <a:srgbClr val="0070C0"/>
                </a:solidFill>
                <a:latin typeface="Arial"/>
                <a:cs typeface="Arial"/>
              </a:rPr>
              <a:t> </a:t>
            </a:r>
            <a:r>
              <a:rPr sz="2400" b="1" dirty="0">
                <a:solidFill>
                  <a:srgbClr val="0070C0"/>
                </a:solidFill>
                <a:latin typeface="Arial"/>
                <a:cs typeface="Arial"/>
              </a:rPr>
              <a:t>means</a:t>
            </a:r>
            <a:r>
              <a:rPr sz="2400" b="1" spc="-25" dirty="0">
                <a:solidFill>
                  <a:srgbClr val="0070C0"/>
                </a:solidFill>
                <a:latin typeface="Arial"/>
                <a:cs typeface="Arial"/>
              </a:rPr>
              <a:t> </a:t>
            </a:r>
            <a:r>
              <a:rPr sz="2400" b="1" dirty="0">
                <a:solidFill>
                  <a:srgbClr val="0070C0"/>
                </a:solidFill>
                <a:latin typeface="Arial"/>
                <a:cs typeface="Arial"/>
              </a:rPr>
              <a:t>add</a:t>
            </a:r>
            <a:r>
              <a:rPr sz="2400" b="1" spc="-30" dirty="0">
                <a:solidFill>
                  <a:srgbClr val="0070C0"/>
                </a:solidFill>
                <a:latin typeface="Arial"/>
                <a:cs typeface="Arial"/>
              </a:rPr>
              <a:t> </a:t>
            </a:r>
            <a:r>
              <a:rPr sz="2400" b="1" dirty="0">
                <a:solidFill>
                  <a:srgbClr val="0070C0"/>
                </a:solidFill>
                <a:latin typeface="Arial"/>
                <a:cs typeface="Arial"/>
              </a:rPr>
              <a:t>all</a:t>
            </a:r>
            <a:r>
              <a:rPr sz="2400" b="1" spc="-25" dirty="0">
                <a:solidFill>
                  <a:srgbClr val="0070C0"/>
                </a:solidFill>
                <a:latin typeface="Arial"/>
                <a:cs typeface="Arial"/>
              </a:rPr>
              <a:t> </a:t>
            </a:r>
            <a:r>
              <a:rPr sz="2400" b="1" dirty="0">
                <a:solidFill>
                  <a:srgbClr val="0070C0"/>
                </a:solidFill>
                <a:latin typeface="Arial"/>
                <a:cs typeface="Arial"/>
              </a:rPr>
              <a:t>files</a:t>
            </a:r>
            <a:r>
              <a:rPr sz="2400" b="1" spc="-25" dirty="0">
                <a:solidFill>
                  <a:srgbClr val="0070C0"/>
                </a:solidFill>
                <a:latin typeface="Arial"/>
                <a:cs typeface="Arial"/>
              </a:rPr>
              <a:t> </a:t>
            </a:r>
            <a:r>
              <a:rPr sz="2400" b="1" spc="-50" dirty="0">
                <a:solidFill>
                  <a:srgbClr val="0070C0"/>
                </a:solidFill>
                <a:latin typeface="Arial"/>
                <a:cs typeface="Arial"/>
              </a:rPr>
              <a:t>)</a:t>
            </a:r>
            <a:endParaRPr sz="2400">
              <a:latin typeface="Arial"/>
              <a:cs typeface="Arial"/>
            </a:endParaRPr>
          </a:p>
          <a:p>
            <a:pPr>
              <a:lnSpc>
                <a:spcPct val="100000"/>
              </a:lnSpc>
              <a:spcBef>
                <a:spcPts val="40"/>
              </a:spcBef>
              <a:buClr>
                <a:srgbClr val="0070C0"/>
              </a:buClr>
              <a:buFont typeface="Arial"/>
              <a:buChar char="•"/>
            </a:pPr>
            <a:endParaRPr sz="2400">
              <a:latin typeface="Arial"/>
              <a:cs typeface="Arial"/>
            </a:endParaRPr>
          </a:p>
          <a:p>
            <a:pPr marL="884555" lvl="1" indent="-301625">
              <a:lnSpc>
                <a:spcPct val="100000"/>
              </a:lnSpc>
              <a:buSzPct val="75000"/>
              <a:buChar char="•"/>
              <a:tabLst>
                <a:tab pos="884555" algn="l"/>
              </a:tabLst>
            </a:pPr>
            <a:r>
              <a:rPr sz="2400" spc="90" dirty="0">
                <a:latin typeface="Tahoma"/>
                <a:cs typeface="Tahoma"/>
              </a:rPr>
              <a:t>Add</a:t>
            </a:r>
            <a:r>
              <a:rPr sz="2400" spc="-80" dirty="0">
                <a:latin typeface="Tahoma"/>
                <a:cs typeface="Tahoma"/>
              </a:rPr>
              <a:t> </a:t>
            </a:r>
            <a:r>
              <a:rPr sz="2400" dirty="0">
                <a:latin typeface="Tahoma"/>
                <a:cs typeface="Tahoma"/>
              </a:rPr>
              <a:t>files</a:t>
            </a:r>
            <a:r>
              <a:rPr sz="2400" spc="-75" dirty="0">
                <a:latin typeface="Tahoma"/>
                <a:cs typeface="Tahoma"/>
              </a:rPr>
              <a:t> </a:t>
            </a:r>
            <a:r>
              <a:rPr sz="2400" dirty="0">
                <a:latin typeface="Tahoma"/>
                <a:cs typeface="Tahoma"/>
              </a:rPr>
              <a:t>to</a:t>
            </a:r>
            <a:r>
              <a:rPr sz="2400" spc="-75" dirty="0">
                <a:latin typeface="Tahoma"/>
                <a:cs typeface="Tahoma"/>
              </a:rPr>
              <a:t> </a:t>
            </a:r>
            <a:r>
              <a:rPr sz="2400" dirty="0">
                <a:latin typeface="Tahoma"/>
                <a:cs typeface="Tahoma"/>
              </a:rPr>
              <a:t>git</a:t>
            </a:r>
            <a:r>
              <a:rPr sz="2400" spc="-75" dirty="0">
                <a:latin typeface="Tahoma"/>
                <a:cs typeface="Tahoma"/>
              </a:rPr>
              <a:t> </a:t>
            </a:r>
            <a:r>
              <a:rPr sz="2400" dirty="0">
                <a:latin typeface="Tahoma"/>
                <a:cs typeface="Tahoma"/>
              </a:rPr>
              <a:t>repository</a:t>
            </a:r>
            <a:r>
              <a:rPr sz="2400" spc="-75" dirty="0">
                <a:latin typeface="Tahoma"/>
                <a:cs typeface="Tahoma"/>
              </a:rPr>
              <a:t> </a:t>
            </a:r>
            <a:r>
              <a:rPr sz="2400" dirty="0">
                <a:latin typeface="Tahoma"/>
                <a:cs typeface="Tahoma"/>
              </a:rPr>
              <a:t>and</a:t>
            </a:r>
            <a:r>
              <a:rPr sz="2400" spc="-75" dirty="0">
                <a:latin typeface="Tahoma"/>
                <a:cs typeface="Tahoma"/>
              </a:rPr>
              <a:t> </a:t>
            </a:r>
            <a:r>
              <a:rPr sz="2400" dirty="0">
                <a:latin typeface="Tahoma"/>
                <a:cs typeface="Tahoma"/>
              </a:rPr>
              <a:t>let</a:t>
            </a:r>
            <a:r>
              <a:rPr sz="2400" spc="-75" dirty="0">
                <a:latin typeface="Tahoma"/>
                <a:cs typeface="Tahoma"/>
              </a:rPr>
              <a:t> </a:t>
            </a:r>
            <a:r>
              <a:rPr sz="2400" dirty="0">
                <a:latin typeface="Tahoma"/>
                <a:cs typeface="Tahoma"/>
              </a:rPr>
              <a:t>git</a:t>
            </a:r>
            <a:r>
              <a:rPr sz="2400" spc="-75" dirty="0">
                <a:latin typeface="Tahoma"/>
                <a:cs typeface="Tahoma"/>
              </a:rPr>
              <a:t> </a:t>
            </a:r>
            <a:r>
              <a:rPr sz="2400" dirty="0">
                <a:latin typeface="Tahoma"/>
                <a:cs typeface="Tahoma"/>
              </a:rPr>
              <a:t>track</a:t>
            </a:r>
            <a:r>
              <a:rPr sz="2400" spc="-75" dirty="0">
                <a:latin typeface="Tahoma"/>
                <a:cs typeface="Tahoma"/>
              </a:rPr>
              <a:t> </a:t>
            </a:r>
            <a:r>
              <a:rPr sz="2400" spc="-10" dirty="0">
                <a:latin typeface="Tahoma"/>
                <a:cs typeface="Tahoma"/>
              </a:rPr>
              <a:t>them.</a:t>
            </a:r>
            <a:endParaRPr sz="2400">
              <a:latin typeface="Tahoma"/>
              <a:cs typeface="Tahoma"/>
            </a:endParaRPr>
          </a:p>
          <a:p>
            <a:pPr marL="280035" indent="-267335">
              <a:lnSpc>
                <a:spcPct val="100000"/>
              </a:lnSpc>
              <a:spcBef>
                <a:spcPts val="2800"/>
              </a:spcBef>
              <a:buSzPct val="75000"/>
              <a:buChar char="•"/>
              <a:tabLst>
                <a:tab pos="280035" algn="l"/>
              </a:tabLst>
            </a:pPr>
            <a:r>
              <a:rPr sz="2400" b="1" dirty="0">
                <a:solidFill>
                  <a:srgbClr val="0070C0"/>
                </a:solidFill>
                <a:latin typeface="Arial"/>
                <a:cs typeface="Arial"/>
              </a:rPr>
              <a:t>git</a:t>
            </a:r>
            <a:r>
              <a:rPr sz="2400" b="1" spc="-55" dirty="0">
                <a:solidFill>
                  <a:srgbClr val="0070C0"/>
                </a:solidFill>
                <a:latin typeface="Arial"/>
                <a:cs typeface="Arial"/>
              </a:rPr>
              <a:t> </a:t>
            </a:r>
            <a:r>
              <a:rPr sz="2400" b="1" dirty="0">
                <a:solidFill>
                  <a:srgbClr val="0070C0"/>
                </a:solidFill>
                <a:latin typeface="Arial"/>
                <a:cs typeface="Arial"/>
              </a:rPr>
              <a:t>commit</a:t>
            </a:r>
            <a:r>
              <a:rPr sz="2400" b="1" spc="-55" dirty="0">
                <a:solidFill>
                  <a:srgbClr val="0070C0"/>
                </a:solidFill>
                <a:latin typeface="Arial"/>
                <a:cs typeface="Arial"/>
              </a:rPr>
              <a:t> </a:t>
            </a:r>
            <a:r>
              <a:rPr sz="2400" b="1" spc="-20" dirty="0">
                <a:solidFill>
                  <a:srgbClr val="0070C0"/>
                </a:solidFill>
                <a:latin typeface="Arial"/>
                <a:cs typeface="Arial"/>
              </a:rPr>
              <a:t>-</a:t>
            </a:r>
            <a:r>
              <a:rPr sz="2400" b="1" dirty="0">
                <a:solidFill>
                  <a:srgbClr val="0070C0"/>
                </a:solidFill>
                <a:latin typeface="Arial"/>
                <a:cs typeface="Arial"/>
              </a:rPr>
              <a:t>m</a:t>
            </a:r>
            <a:r>
              <a:rPr sz="2400" b="1" spc="-55" dirty="0">
                <a:solidFill>
                  <a:srgbClr val="0070C0"/>
                </a:solidFill>
                <a:latin typeface="Arial"/>
                <a:cs typeface="Arial"/>
              </a:rPr>
              <a:t> </a:t>
            </a:r>
            <a:r>
              <a:rPr sz="2400" b="1" dirty="0">
                <a:solidFill>
                  <a:srgbClr val="0070C0"/>
                </a:solidFill>
                <a:latin typeface="Arial"/>
                <a:cs typeface="Arial"/>
              </a:rPr>
              <a:t>"commit</a:t>
            </a:r>
            <a:r>
              <a:rPr sz="2400" b="1" spc="-55" dirty="0">
                <a:solidFill>
                  <a:srgbClr val="0070C0"/>
                </a:solidFill>
                <a:latin typeface="Arial"/>
                <a:cs typeface="Arial"/>
              </a:rPr>
              <a:t> </a:t>
            </a:r>
            <a:r>
              <a:rPr sz="2400" b="1" spc="-10" dirty="0">
                <a:solidFill>
                  <a:srgbClr val="0070C0"/>
                </a:solidFill>
                <a:latin typeface="Arial"/>
                <a:cs typeface="Arial"/>
              </a:rPr>
              <a:t>messages"</a:t>
            </a:r>
            <a:endParaRPr sz="2400">
              <a:latin typeface="Arial"/>
              <a:cs typeface="Arial"/>
            </a:endParaRPr>
          </a:p>
          <a:p>
            <a:pPr>
              <a:lnSpc>
                <a:spcPct val="100000"/>
              </a:lnSpc>
              <a:spcBef>
                <a:spcPts val="40"/>
              </a:spcBef>
              <a:buClr>
                <a:srgbClr val="0070C0"/>
              </a:buClr>
              <a:buFont typeface="Arial"/>
              <a:buChar char="•"/>
            </a:pPr>
            <a:endParaRPr sz="2400">
              <a:latin typeface="Arial"/>
              <a:cs typeface="Arial"/>
            </a:endParaRPr>
          </a:p>
          <a:p>
            <a:pPr marL="884555" lvl="1" indent="-301625">
              <a:lnSpc>
                <a:spcPct val="100000"/>
              </a:lnSpc>
              <a:buSzPct val="75000"/>
              <a:buChar char="•"/>
              <a:tabLst>
                <a:tab pos="884555" algn="l"/>
              </a:tabLst>
            </a:pPr>
            <a:r>
              <a:rPr sz="2400" spc="55" dirty="0">
                <a:latin typeface="Tahoma"/>
                <a:cs typeface="Tahoma"/>
              </a:rPr>
              <a:t>Save</a:t>
            </a:r>
            <a:r>
              <a:rPr sz="2400" spc="-20" dirty="0">
                <a:latin typeface="Tahoma"/>
                <a:cs typeface="Tahoma"/>
              </a:rPr>
              <a:t> </a:t>
            </a:r>
            <a:r>
              <a:rPr sz="2400" dirty="0">
                <a:latin typeface="Tahoma"/>
                <a:cs typeface="Tahoma"/>
              </a:rPr>
              <a:t>the</a:t>
            </a:r>
            <a:r>
              <a:rPr sz="2400" spc="-20" dirty="0">
                <a:latin typeface="Tahoma"/>
                <a:cs typeface="Tahoma"/>
              </a:rPr>
              <a:t> </a:t>
            </a:r>
            <a:r>
              <a:rPr sz="2400" dirty="0">
                <a:latin typeface="Tahoma"/>
                <a:cs typeface="Tahoma"/>
              </a:rPr>
              <a:t>changes</a:t>
            </a:r>
            <a:r>
              <a:rPr sz="2400" spc="-15" dirty="0">
                <a:latin typeface="Tahoma"/>
                <a:cs typeface="Tahoma"/>
              </a:rPr>
              <a:t> </a:t>
            </a:r>
            <a:r>
              <a:rPr sz="2400" dirty="0">
                <a:latin typeface="Tahoma"/>
                <a:cs typeface="Tahoma"/>
              </a:rPr>
              <a:t>to</a:t>
            </a:r>
            <a:r>
              <a:rPr sz="2400" spc="-20" dirty="0">
                <a:latin typeface="Tahoma"/>
                <a:cs typeface="Tahoma"/>
              </a:rPr>
              <a:t> </a:t>
            </a:r>
            <a:r>
              <a:rPr sz="2400" dirty="0">
                <a:latin typeface="Tahoma"/>
                <a:cs typeface="Tahoma"/>
              </a:rPr>
              <a:t>the</a:t>
            </a:r>
            <a:r>
              <a:rPr sz="2400" spc="-20" dirty="0">
                <a:latin typeface="Tahoma"/>
                <a:cs typeface="Tahoma"/>
              </a:rPr>
              <a:t> </a:t>
            </a:r>
            <a:r>
              <a:rPr sz="2400" dirty="0">
                <a:latin typeface="Tahoma"/>
                <a:cs typeface="Tahoma"/>
              </a:rPr>
              <a:t>git</a:t>
            </a:r>
            <a:r>
              <a:rPr sz="2400" spc="-15" dirty="0">
                <a:latin typeface="Tahoma"/>
                <a:cs typeface="Tahoma"/>
              </a:rPr>
              <a:t> </a:t>
            </a:r>
            <a:r>
              <a:rPr sz="2400" dirty="0">
                <a:latin typeface="Tahoma"/>
                <a:cs typeface="Tahoma"/>
              </a:rPr>
              <a:t>repository</a:t>
            </a:r>
            <a:r>
              <a:rPr sz="2400" spc="-20" dirty="0">
                <a:latin typeface="Tahoma"/>
                <a:cs typeface="Tahoma"/>
              </a:rPr>
              <a:t> </a:t>
            </a:r>
            <a:r>
              <a:rPr sz="2400" dirty="0">
                <a:latin typeface="Tahoma"/>
                <a:cs typeface="Tahoma"/>
              </a:rPr>
              <a:t>and</a:t>
            </a:r>
            <a:r>
              <a:rPr sz="2400" spc="-20" dirty="0">
                <a:latin typeface="Tahoma"/>
                <a:cs typeface="Tahoma"/>
              </a:rPr>
              <a:t> </a:t>
            </a:r>
            <a:r>
              <a:rPr sz="2400" dirty="0">
                <a:latin typeface="Tahoma"/>
                <a:cs typeface="Tahoma"/>
              </a:rPr>
              <a:t>create</a:t>
            </a:r>
            <a:r>
              <a:rPr sz="2400" spc="-15" dirty="0">
                <a:latin typeface="Tahoma"/>
                <a:cs typeface="Tahoma"/>
              </a:rPr>
              <a:t> </a:t>
            </a:r>
            <a:r>
              <a:rPr sz="2400" dirty="0">
                <a:latin typeface="Tahoma"/>
                <a:cs typeface="Tahoma"/>
              </a:rPr>
              <a:t>snapshots</a:t>
            </a:r>
            <a:r>
              <a:rPr sz="2400" spc="-20" dirty="0">
                <a:latin typeface="Tahoma"/>
                <a:cs typeface="Tahoma"/>
              </a:rPr>
              <a:t> </a:t>
            </a:r>
            <a:r>
              <a:rPr sz="2400" dirty="0">
                <a:latin typeface="Tahoma"/>
                <a:cs typeface="Tahoma"/>
              </a:rPr>
              <a:t>of</a:t>
            </a:r>
            <a:r>
              <a:rPr sz="2400" spc="-15" dirty="0">
                <a:latin typeface="Tahoma"/>
                <a:cs typeface="Tahoma"/>
              </a:rPr>
              <a:t> </a:t>
            </a:r>
            <a:r>
              <a:rPr sz="2400" dirty="0">
                <a:latin typeface="Tahoma"/>
                <a:cs typeface="Tahoma"/>
              </a:rPr>
              <a:t>the</a:t>
            </a:r>
            <a:r>
              <a:rPr sz="2400" spc="-20" dirty="0">
                <a:latin typeface="Tahoma"/>
                <a:cs typeface="Tahoma"/>
              </a:rPr>
              <a:t> </a:t>
            </a:r>
            <a:r>
              <a:rPr sz="2400" spc="-10" dirty="0">
                <a:latin typeface="Tahoma"/>
                <a:cs typeface="Tahoma"/>
              </a:rPr>
              <a:t>files.</a:t>
            </a:r>
            <a:endParaRPr sz="2400">
              <a:latin typeface="Tahoma"/>
              <a:cs typeface="Tahoma"/>
            </a:endParaRPr>
          </a:p>
          <a:p>
            <a:pPr marL="280035" indent="-267335">
              <a:lnSpc>
                <a:spcPct val="100000"/>
              </a:lnSpc>
              <a:spcBef>
                <a:spcPts val="2800"/>
              </a:spcBef>
              <a:buSzPct val="75000"/>
              <a:buChar char="•"/>
              <a:tabLst>
                <a:tab pos="280035" algn="l"/>
              </a:tabLst>
            </a:pPr>
            <a:r>
              <a:rPr sz="2400" b="1" dirty="0">
                <a:solidFill>
                  <a:srgbClr val="0070C0"/>
                </a:solidFill>
                <a:latin typeface="Arial"/>
                <a:cs typeface="Arial"/>
              </a:rPr>
              <a:t>git</a:t>
            </a:r>
            <a:r>
              <a:rPr sz="2400" b="1" spc="-60" dirty="0">
                <a:solidFill>
                  <a:srgbClr val="0070C0"/>
                </a:solidFill>
                <a:latin typeface="Arial"/>
                <a:cs typeface="Arial"/>
              </a:rPr>
              <a:t> </a:t>
            </a:r>
            <a:r>
              <a:rPr sz="2400" b="1" dirty="0">
                <a:solidFill>
                  <a:srgbClr val="0070C0"/>
                </a:solidFill>
                <a:latin typeface="Arial"/>
                <a:cs typeface="Arial"/>
              </a:rPr>
              <a:t>checkout</a:t>
            </a:r>
            <a:r>
              <a:rPr sz="2400" b="1" spc="-60" dirty="0">
                <a:solidFill>
                  <a:srgbClr val="0070C0"/>
                </a:solidFill>
                <a:latin typeface="Arial"/>
                <a:cs typeface="Arial"/>
              </a:rPr>
              <a:t> </a:t>
            </a:r>
            <a:r>
              <a:rPr sz="2400" b="1" spc="-10" dirty="0">
                <a:solidFill>
                  <a:srgbClr val="0070C0"/>
                </a:solidFill>
                <a:latin typeface="Arial"/>
                <a:cs typeface="Arial"/>
              </a:rPr>
              <a:t>[version]</a:t>
            </a:r>
            <a:endParaRPr sz="2400">
              <a:latin typeface="Arial"/>
              <a:cs typeface="Arial"/>
            </a:endParaRPr>
          </a:p>
          <a:p>
            <a:pPr>
              <a:lnSpc>
                <a:spcPct val="100000"/>
              </a:lnSpc>
              <a:spcBef>
                <a:spcPts val="40"/>
              </a:spcBef>
              <a:buClr>
                <a:srgbClr val="0070C0"/>
              </a:buClr>
              <a:buFont typeface="Arial"/>
              <a:buChar char="•"/>
            </a:pPr>
            <a:endParaRPr sz="2400">
              <a:latin typeface="Arial"/>
              <a:cs typeface="Arial"/>
            </a:endParaRPr>
          </a:p>
          <a:p>
            <a:pPr marL="884555" lvl="1" indent="-301625">
              <a:lnSpc>
                <a:spcPct val="100000"/>
              </a:lnSpc>
              <a:buSzPct val="75000"/>
              <a:buChar char="•"/>
              <a:tabLst>
                <a:tab pos="884555" algn="l"/>
              </a:tabLst>
            </a:pPr>
            <a:r>
              <a:rPr sz="2400" spc="140" dirty="0">
                <a:latin typeface="Tahoma"/>
                <a:cs typeface="Tahoma"/>
              </a:rPr>
              <a:t>Go</a:t>
            </a:r>
            <a:r>
              <a:rPr sz="2400" spc="-80" dirty="0">
                <a:latin typeface="Tahoma"/>
                <a:cs typeface="Tahoma"/>
              </a:rPr>
              <a:t> </a:t>
            </a:r>
            <a:r>
              <a:rPr sz="2400" dirty="0">
                <a:latin typeface="Tahoma"/>
                <a:cs typeface="Tahoma"/>
              </a:rPr>
              <a:t>to</a:t>
            </a:r>
            <a:r>
              <a:rPr sz="2400" spc="-75" dirty="0">
                <a:latin typeface="Tahoma"/>
                <a:cs typeface="Tahoma"/>
              </a:rPr>
              <a:t> </a:t>
            </a:r>
            <a:r>
              <a:rPr sz="2400" dirty="0">
                <a:latin typeface="Tahoma"/>
                <a:cs typeface="Tahoma"/>
              </a:rPr>
              <a:t>a</a:t>
            </a:r>
            <a:r>
              <a:rPr sz="2400" spc="-75" dirty="0">
                <a:latin typeface="Tahoma"/>
                <a:cs typeface="Tahoma"/>
              </a:rPr>
              <a:t> </a:t>
            </a:r>
            <a:r>
              <a:rPr sz="2400" spc="50" dirty="0">
                <a:latin typeface="Tahoma"/>
                <a:cs typeface="Tahoma"/>
              </a:rPr>
              <a:t>specific</a:t>
            </a:r>
            <a:r>
              <a:rPr sz="2400" spc="-75" dirty="0">
                <a:latin typeface="Tahoma"/>
                <a:cs typeface="Tahoma"/>
              </a:rPr>
              <a:t> </a:t>
            </a:r>
            <a:r>
              <a:rPr sz="2400" spc="-10" dirty="0">
                <a:latin typeface="Tahoma"/>
                <a:cs typeface="Tahoma"/>
              </a:rPr>
              <a:t>version.</a:t>
            </a:r>
            <a:endParaRPr sz="2400">
              <a:latin typeface="Tahoma"/>
              <a:cs typeface="Tahom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24</a:t>
            </a:fld>
            <a:endParaRPr spc="-25" dirty="0"/>
          </a:p>
        </p:txBody>
      </p:sp>
      <p:sp>
        <p:nvSpPr>
          <p:cNvPr id="2" name="object 2"/>
          <p:cNvSpPr txBox="1">
            <a:spLocks noGrp="1"/>
          </p:cNvSpPr>
          <p:nvPr>
            <p:ph type="title"/>
          </p:nvPr>
        </p:nvSpPr>
        <p:spPr>
          <a:prstGeom prst="rect">
            <a:avLst/>
          </a:prstGeom>
        </p:spPr>
        <p:txBody>
          <a:bodyPr vert="horz" wrap="square" lIns="0" tIns="496439" rIns="0" bIns="0" rtlCol="0">
            <a:spAutoFit/>
          </a:bodyPr>
          <a:lstStyle/>
          <a:p>
            <a:pPr marL="4186554">
              <a:lnSpc>
                <a:spcPct val="100000"/>
              </a:lnSpc>
              <a:spcBef>
                <a:spcPts val="100"/>
              </a:spcBef>
            </a:pPr>
            <a:r>
              <a:rPr spc="130" dirty="0"/>
              <a:t>scenario</a:t>
            </a:r>
          </a:p>
        </p:txBody>
      </p:sp>
      <p:sp>
        <p:nvSpPr>
          <p:cNvPr id="3" name="object 3"/>
          <p:cNvSpPr txBox="1"/>
          <p:nvPr/>
        </p:nvSpPr>
        <p:spPr>
          <a:xfrm>
            <a:off x="1130300" y="2620136"/>
            <a:ext cx="10128885" cy="1122680"/>
          </a:xfrm>
          <a:prstGeom prst="rect">
            <a:avLst/>
          </a:prstGeom>
        </p:spPr>
        <p:txBody>
          <a:bodyPr vert="horz" wrap="square" lIns="0" tIns="12700" rIns="0" bIns="0" rtlCol="0">
            <a:spAutoFit/>
          </a:bodyPr>
          <a:lstStyle/>
          <a:p>
            <a:pPr marL="327025" marR="5080" indent="-314325">
              <a:lnSpc>
                <a:spcPct val="100000"/>
              </a:lnSpc>
              <a:spcBef>
                <a:spcPts val="100"/>
              </a:spcBef>
              <a:buSzPct val="37500"/>
              <a:buChar char="•"/>
              <a:tabLst>
                <a:tab pos="327025" algn="l"/>
              </a:tabLst>
            </a:pPr>
            <a:r>
              <a:rPr sz="3600" dirty="0">
                <a:latin typeface="Tahoma"/>
                <a:cs typeface="Tahoma"/>
              </a:rPr>
              <a:t>Create</a:t>
            </a:r>
            <a:r>
              <a:rPr sz="3600" spc="-75" dirty="0">
                <a:latin typeface="Tahoma"/>
                <a:cs typeface="Tahoma"/>
              </a:rPr>
              <a:t> </a:t>
            </a:r>
            <a:r>
              <a:rPr sz="3600" dirty="0">
                <a:latin typeface="Tahoma"/>
                <a:cs typeface="Tahoma"/>
              </a:rPr>
              <a:t>a</a:t>
            </a:r>
            <a:r>
              <a:rPr sz="3600" spc="-70" dirty="0">
                <a:latin typeface="Tahoma"/>
                <a:cs typeface="Tahoma"/>
              </a:rPr>
              <a:t> </a:t>
            </a:r>
            <a:r>
              <a:rPr sz="3600" dirty="0">
                <a:latin typeface="Tahoma"/>
                <a:cs typeface="Tahoma"/>
              </a:rPr>
              <a:t>project</a:t>
            </a:r>
            <a:r>
              <a:rPr sz="3600" spc="-75" dirty="0">
                <a:latin typeface="Tahoma"/>
                <a:cs typeface="Tahoma"/>
              </a:rPr>
              <a:t> </a:t>
            </a:r>
            <a:r>
              <a:rPr sz="3600" dirty="0">
                <a:latin typeface="Tahoma"/>
                <a:cs typeface="Tahoma"/>
              </a:rPr>
              <a:t>repository</a:t>
            </a:r>
            <a:r>
              <a:rPr sz="3600" spc="-70" dirty="0">
                <a:latin typeface="Tahoma"/>
                <a:cs typeface="Tahoma"/>
              </a:rPr>
              <a:t> </a:t>
            </a:r>
            <a:r>
              <a:rPr sz="3600" spc="55" dirty="0">
                <a:latin typeface="Tahoma"/>
                <a:cs typeface="Tahoma"/>
              </a:rPr>
              <a:t>and</a:t>
            </a:r>
            <a:r>
              <a:rPr sz="3600" spc="-75" dirty="0">
                <a:latin typeface="Tahoma"/>
                <a:cs typeface="Tahoma"/>
              </a:rPr>
              <a:t> </a:t>
            </a:r>
            <a:r>
              <a:rPr sz="3600" spc="-10" dirty="0">
                <a:latin typeface="Tahoma"/>
                <a:cs typeface="Tahoma"/>
              </a:rPr>
              <a:t>initialize</a:t>
            </a:r>
            <a:r>
              <a:rPr sz="3600" spc="-70" dirty="0">
                <a:latin typeface="Tahoma"/>
                <a:cs typeface="Tahoma"/>
              </a:rPr>
              <a:t> </a:t>
            </a:r>
            <a:r>
              <a:rPr sz="3600" dirty="0">
                <a:latin typeface="Tahoma"/>
                <a:cs typeface="Tahoma"/>
              </a:rPr>
              <a:t>Git,</a:t>
            </a:r>
            <a:r>
              <a:rPr sz="3600" spc="-75" dirty="0">
                <a:latin typeface="Tahoma"/>
                <a:cs typeface="Tahoma"/>
              </a:rPr>
              <a:t> </a:t>
            </a:r>
            <a:r>
              <a:rPr sz="3600" spc="25" dirty="0">
                <a:latin typeface="Tahoma"/>
                <a:cs typeface="Tahoma"/>
              </a:rPr>
              <a:t>and </a:t>
            </a:r>
            <a:r>
              <a:rPr sz="3600" dirty="0">
                <a:latin typeface="Tahoma"/>
                <a:cs typeface="Tahoma"/>
              </a:rPr>
              <a:t>track</a:t>
            </a:r>
            <a:r>
              <a:rPr sz="3600" spc="-130" dirty="0">
                <a:latin typeface="Tahoma"/>
                <a:cs typeface="Tahoma"/>
              </a:rPr>
              <a:t> </a:t>
            </a:r>
            <a:r>
              <a:rPr sz="3600" dirty="0">
                <a:latin typeface="Tahoma"/>
                <a:cs typeface="Tahoma"/>
              </a:rPr>
              <a:t>the</a:t>
            </a:r>
            <a:r>
              <a:rPr sz="3600" spc="-120" dirty="0">
                <a:latin typeface="Tahoma"/>
                <a:cs typeface="Tahoma"/>
              </a:rPr>
              <a:t> </a:t>
            </a:r>
            <a:r>
              <a:rPr sz="3600" i="1" spc="-235" dirty="0">
                <a:latin typeface="Verdana"/>
                <a:cs typeface="Verdana"/>
              </a:rPr>
              <a:t>HelloGit.txt</a:t>
            </a:r>
            <a:r>
              <a:rPr sz="3600" i="1" spc="-229" dirty="0">
                <a:latin typeface="Verdana"/>
                <a:cs typeface="Verdana"/>
              </a:rPr>
              <a:t> </a:t>
            </a:r>
            <a:r>
              <a:rPr sz="3600" spc="-10" dirty="0">
                <a:latin typeface="Tahoma"/>
                <a:cs typeface="Tahoma"/>
              </a:rPr>
              <a:t>file</a:t>
            </a:r>
            <a:r>
              <a:rPr sz="3600" spc="-125" dirty="0">
                <a:latin typeface="Tahoma"/>
                <a:cs typeface="Tahoma"/>
              </a:rPr>
              <a:t> </a:t>
            </a:r>
            <a:r>
              <a:rPr sz="3600" dirty="0">
                <a:latin typeface="Tahoma"/>
                <a:cs typeface="Tahoma"/>
              </a:rPr>
              <a:t>for</a:t>
            </a:r>
            <a:r>
              <a:rPr sz="3600" spc="-125" dirty="0">
                <a:latin typeface="Tahoma"/>
                <a:cs typeface="Tahoma"/>
              </a:rPr>
              <a:t> </a:t>
            </a:r>
            <a:r>
              <a:rPr sz="3600" dirty="0">
                <a:latin typeface="Tahoma"/>
                <a:cs typeface="Tahoma"/>
              </a:rPr>
              <a:t>version</a:t>
            </a:r>
            <a:r>
              <a:rPr sz="3600" spc="-125" dirty="0">
                <a:latin typeface="Tahoma"/>
                <a:cs typeface="Tahoma"/>
              </a:rPr>
              <a:t> </a:t>
            </a:r>
            <a:r>
              <a:rPr sz="3600" spc="-10" dirty="0">
                <a:latin typeface="Tahoma"/>
                <a:cs typeface="Tahoma"/>
              </a:rPr>
              <a:t>control.</a:t>
            </a:r>
            <a:endParaRPr sz="3600">
              <a:latin typeface="Tahoma"/>
              <a:cs typeface="Tahom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445558" y="1259540"/>
            <a:ext cx="10114280" cy="7234555"/>
            <a:chOff x="1445558" y="1259540"/>
            <a:chExt cx="10114280" cy="7234555"/>
          </a:xfrm>
        </p:grpSpPr>
        <p:pic>
          <p:nvPicPr>
            <p:cNvPr id="3" name="object 3"/>
            <p:cNvPicPr/>
            <p:nvPr/>
          </p:nvPicPr>
          <p:blipFill>
            <a:blip r:embed="rId2" cstate="print"/>
            <a:stretch>
              <a:fillRect/>
            </a:stretch>
          </p:blipFill>
          <p:spPr>
            <a:xfrm>
              <a:off x="1445558" y="1259540"/>
              <a:ext cx="10113682" cy="7234516"/>
            </a:xfrm>
            <a:prstGeom prst="rect">
              <a:avLst/>
            </a:prstGeom>
          </p:spPr>
        </p:pic>
        <p:sp>
          <p:nvSpPr>
            <p:cNvPr id="4" name="object 4"/>
            <p:cNvSpPr/>
            <p:nvPr/>
          </p:nvSpPr>
          <p:spPr>
            <a:xfrm>
              <a:off x="4219716" y="2501151"/>
              <a:ext cx="6551930" cy="820419"/>
            </a:xfrm>
            <a:custGeom>
              <a:avLst/>
              <a:gdLst/>
              <a:ahLst/>
              <a:cxnLst/>
              <a:rect l="l" t="t" r="r" b="b"/>
              <a:pathLst>
                <a:path w="6551930" h="820420">
                  <a:moveTo>
                    <a:pt x="6414664" y="820271"/>
                  </a:moveTo>
                  <a:lnTo>
                    <a:pt x="869349" y="820271"/>
                  </a:lnTo>
                  <a:lnTo>
                    <a:pt x="826137" y="813302"/>
                  </a:lnTo>
                  <a:lnTo>
                    <a:pt x="788609" y="793894"/>
                  </a:lnTo>
                  <a:lnTo>
                    <a:pt x="759014" y="764300"/>
                  </a:lnTo>
                  <a:lnTo>
                    <a:pt x="739607" y="726771"/>
                  </a:lnTo>
                  <a:lnTo>
                    <a:pt x="732637" y="683559"/>
                  </a:lnTo>
                  <a:lnTo>
                    <a:pt x="732637" y="341779"/>
                  </a:lnTo>
                  <a:lnTo>
                    <a:pt x="0" y="203271"/>
                  </a:lnTo>
                  <a:lnTo>
                    <a:pt x="732637" y="136711"/>
                  </a:lnTo>
                  <a:lnTo>
                    <a:pt x="739607" y="93500"/>
                  </a:lnTo>
                  <a:lnTo>
                    <a:pt x="759014" y="55971"/>
                  </a:lnTo>
                  <a:lnTo>
                    <a:pt x="788609" y="26377"/>
                  </a:lnTo>
                  <a:lnTo>
                    <a:pt x="826137" y="6969"/>
                  </a:lnTo>
                  <a:lnTo>
                    <a:pt x="869349" y="0"/>
                  </a:lnTo>
                  <a:lnTo>
                    <a:pt x="6414664" y="0"/>
                  </a:lnTo>
                  <a:lnTo>
                    <a:pt x="6466981" y="10406"/>
                  </a:lnTo>
                  <a:lnTo>
                    <a:pt x="6511334" y="40041"/>
                  </a:lnTo>
                  <a:lnTo>
                    <a:pt x="6540970" y="84394"/>
                  </a:lnTo>
                  <a:lnTo>
                    <a:pt x="6551376" y="136711"/>
                  </a:lnTo>
                  <a:lnTo>
                    <a:pt x="6551376" y="683559"/>
                  </a:lnTo>
                  <a:lnTo>
                    <a:pt x="6544406" y="726771"/>
                  </a:lnTo>
                  <a:lnTo>
                    <a:pt x="6524998" y="764300"/>
                  </a:lnTo>
                  <a:lnTo>
                    <a:pt x="6495404" y="793894"/>
                  </a:lnTo>
                  <a:lnTo>
                    <a:pt x="6457876" y="813302"/>
                  </a:lnTo>
                  <a:lnTo>
                    <a:pt x="6414664" y="820271"/>
                  </a:lnTo>
                  <a:close/>
                </a:path>
              </a:pathLst>
            </a:custGeom>
            <a:solidFill>
              <a:srgbClr val="C82506"/>
            </a:solidFill>
          </p:spPr>
          <p:txBody>
            <a:bodyPr wrap="square" lIns="0" tIns="0" rIns="0" bIns="0" rtlCol="0"/>
            <a:lstStyle/>
            <a:p>
              <a:endParaRPr/>
            </a:p>
          </p:txBody>
        </p:sp>
        <p:sp>
          <p:nvSpPr>
            <p:cNvPr id="5" name="object 5"/>
            <p:cNvSpPr/>
            <p:nvPr/>
          </p:nvSpPr>
          <p:spPr>
            <a:xfrm>
              <a:off x="4219716" y="2501151"/>
              <a:ext cx="6551930" cy="820419"/>
            </a:xfrm>
            <a:custGeom>
              <a:avLst/>
              <a:gdLst/>
              <a:ahLst/>
              <a:cxnLst/>
              <a:rect l="l" t="t" r="r" b="b"/>
              <a:pathLst>
                <a:path w="6551930" h="820420">
                  <a:moveTo>
                    <a:pt x="732637" y="136711"/>
                  </a:moveTo>
                  <a:lnTo>
                    <a:pt x="739607" y="93500"/>
                  </a:lnTo>
                  <a:lnTo>
                    <a:pt x="759014" y="55971"/>
                  </a:lnTo>
                  <a:lnTo>
                    <a:pt x="788609" y="26377"/>
                  </a:lnTo>
                  <a:lnTo>
                    <a:pt x="826137" y="6969"/>
                  </a:lnTo>
                  <a:lnTo>
                    <a:pt x="869349" y="0"/>
                  </a:lnTo>
                  <a:lnTo>
                    <a:pt x="1702427" y="0"/>
                  </a:lnTo>
                  <a:lnTo>
                    <a:pt x="3157112" y="0"/>
                  </a:lnTo>
                  <a:lnTo>
                    <a:pt x="6414664" y="0"/>
                  </a:lnTo>
                  <a:lnTo>
                    <a:pt x="6441460" y="2651"/>
                  </a:lnTo>
                  <a:lnTo>
                    <a:pt x="6490512" y="22969"/>
                  </a:lnTo>
                  <a:lnTo>
                    <a:pt x="6528407" y="60864"/>
                  </a:lnTo>
                  <a:lnTo>
                    <a:pt x="6548725" y="109916"/>
                  </a:lnTo>
                  <a:lnTo>
                    <a:pt x="6551376" y="136711"/>
                  </a:lnTo>
                  <a:lnTo>
                    <a:pt x="6551376" y="341779"/>
                  </a:lnTo>
                  <a:lnTo>
                    <a:pt x="6551376" y="683559"/>
                  </a:lnTo>
                  <a:lnTo>
                    <a:pt x="6544406" y="726771"/>
                  </a:lnTo>
                  <a:lnTo>
                    <a:pt x="6524999" y="764300"/>
                  </a:lnTo>
                  <a:lnTo>
                    <a:pt x="6495404" y="793894"/>
                  </a:lnTo>
                  <a:lnTo>
                    <a:pt x="6457876" y="813302"/>
                  </a:lnTo>
                  <a:lnTo>
                    <a:pt x="6414664" y="820271"/>
                  </a:lnTo>
                  <a:lnTo>
                    <a:pt x="3157112" y="820271"/>
                  </a:lnTo>
                  <a:lnTo>
                    <a:pt x="1702427" y="820271"/>
                  </a:lnTo>
                  <a:lnTo>
                    <a:pt x="869349" y="820271"/>
                  </a:lnTo>
                  <a:lnTo>
                    <a:pt x="826137" y="813302"/>
                  </a:lnTo>
                  <a:lnTo>
                    <a:pt x="788609" y="793894"/>
                  </a:lnTo>
                  <a:lnTo>
                    <a:pt x="759014" y="764300"/>
                  </a:lnTo>
                  <a:lnTo>
                    <a:pt x="739607" y="726771"/>
                  </a:lnTo>
                  <a:lnTo>
                    <a:pt x="732637" y="683559"/>
                  </a:lnTo>
                  <a:lnTo>
                    <a:pt x="732637" y="341779"/>
                  </a:lnTo>
                  <a:lnTo>
                    <a:pt x="0" y="203271"/>
                  </a:lnTo>
                  <a:lnTo>
                    <a:pt x="732637" y="136711"/>
                  </a:lnTo>
                  <a:close/>
                </a:path>
              </a:pathLst>
            </a:custGeom>
            <a:ln w="25399">
              <a:solidFill>
                <a:srgbClr val="540F02"/>
              </a:solidFill>
            </a:ln>
          </p:spPr>
          <p:txBody>
            <a:bodyPr wrap="square" lIns="0" tIns="0" rIns="0" bIns="0" rtlCol="0"/>
            <a:lstStyle/>
            <a:p>
              <a:endParaRPr/>
            </a:p>
          </p:txBody>
        </p:sp>
      </p:grpSp>
      <p:sp>
        <p:nvSpPr>
          <p:cNvPr id="6" name="object 6"/>
          <p:cNvSpPr txBox="1"/>
          <p:nvPr/>
        </p:nvSpPr>
        <p:spPr>
          <a:xfrm>
            <a:off x="5065421" y="2615124"/>
            <a:ext cx="5409565" cy="574040"/>
          </a:xfrm>
          <a:prstGeom prst="rect">
            <a:avLst/>
          </a:prstGeom>
        </p:spPr>
        <p:txBody>
          <a:bodyPr vert="horz" wrap="square" lIns="0" tIns="12700" rIns="0" bIns="0" rtlCol="0">
            <a:spAutoFit/>
          </a:bodyPr>
          <a:lstStyle/>
          <a:p>
            <a:pPr marL="12700" marR="5080">
              <a:lnSpc>
                <a:spcPct val="100000"/>
              </a:lnSpc>
              <a:spcBef>
                <a:spcPts val="100"/>
              </a:spcBef>
            </a:pPr>
            <a:r>
              <a:rPr sz="1800" dirty="0">
                <a:solidFill>
                  <a:srgbClr val="FFFFFF"/>
                </a:solidFill>
                <a:latin typeface="Arial MT"/>
                <a:cs typeface="Arial MT"/>
              </a:rPr>
              <a:t>1.</a:t>
            </a:r>
            <a:r>
              <a:rPr sz="1800" spc="-30" dirty="0">
                <a:solidFill>
                  <a:srgbClr val="FFFFFF"/>
                </a:solidFill>
                <a:latin typeface="Arial MT"/>
                <a:cs typeface="Arial MT"/>
              </a:rPr>
              <a:t> </a:t>
            </a:r>
            <a:r>
              <a:rPr sz="1800" dirty="0">
                <a:solidFill>
                  <a:srgbClr val="FFFFFF"/>
                </a:solidFill>
                <a:latin typeface="Arial MT"/>
                <a:cs typeface="Arial MT"/>
              </a:rPr>
              <a:t>Navigate</a:t>
            </a:r>
            <a:r>
              <a:rPr sz="1800" spc="-15" dirty="0">
                <a:solidFill>
                  <a:srgbClr val="FFFFFF"/>
                </a:solidFill>
                <a:latin typeface="Arial MT"/>
                <a:cs typeface="Arial MT"/>
              </a:rPr>
              <a:t> </a:t>
            </a:r>
            <a:r>
              <a:rPr sz="1800" dirty="0">
                <a:solidFill>
                  <a:srgbClr val="FFFFFF"/>
                </a:solidFill>
                <a:latin typeface="Arial MT"/>
                <a:cs typeface="Arial MT"/>
              </a:rPr>
              <a:t>to</a:t>
            </a:r>
            <a:r>
              <a:rPr sz="1800" spc="-15" dirty="0">
                <a:solidFill>
                  <a:srgbClr val="FFFFFF"/>
                </a:solidFill>
                <a:latin typeface="Arial MT"/>
                <a:cs typeface="Arial MT"/>
              </a:rPr>
              <a:t> </a:t>
            </a:r>
            <a:r>
              <a:rPr sz="1800" dirty="0">
                <a:solidFill>
                  <a:srgbClr val="FFFFFF"/>
                </a:solidFill>
                <a:latin typeface="Arial MT"/>
                <a:cs typeface="Arial MT"/>
              </a:rPr>
              <a:t>the</a:t>
            </a:r>
            <a:r>
              <a:rPr sz="1800" spc="-20" dirty="0">
                <a:solidFill>
                  <a:srgbClr val="FFFFFF"/>
                </a:solidFill>
                <a:latin typeface="Arial MT"/>
                <a:cs typeface="Arial MT"/>
              </a:rPr>
              <a:t> </a:t>
            </a:r>
            <a:r>
              <a:rPr sz="1800" dirty="0">
                <a:solidFill>
                  <a:srgbClr val="FFFFFF"/>
                </a:solidFill>
                <a:latin typeface="Arial MT"/>
                <a:cs typeface="Arial MT"/>
              </a:rPr>
              <a:t>repository</a:t>
            </a:r>
            <a:r>
              <a:rPr sz="1800" spc="-15" dirty="0">
                <a:solidFill>
                  <a:srgbClr val="FFFFFF"/>
                </a:solidFill>
                <a:latin typeface="Arial MT"/>
                <a:cs typeface="Arial MT"/>
              </a:rPr>
              <a:t> </a:t>
            </a:r>
            <a:r>
              <a:rPr sz="1800" dirty="0">
                <a:solidFill>
                  <a:srgbClr val="FFFFFF"/>
                </a:solidFill>
                <a:latin typeface="Arial MT"/>
                <a:cs typeface="Arial MT"/>
              </a:rPr>
              <a:t>where</a:t>
            </a:r>
            <a:r>
              <a:rPr sz="1800" spc="-15" dirty="0">
                <a:solidFill>
                  <a:srgbClr val="FFFFFF"/>
                </a:solidFill>
                <a:latin typeface="Arial MT"/>
                <a:cs typeface="Arial MT"/>
              </a:rPr>
              <a:t> </a:t>
            </a:r>
            <a:r>
              <a:rPr sz="1800" dirty="0">
                <a:solidFill>
                  <a:srgbClr val="FFFFFF"/>
                </a:solidFill>
                <a:latin typeface="Arial MT"/>
                <a:cs typeface="Arial MT"/>
              </a:rPr>
              <a:t>you</a:t>
            </a:r>
            <a:r>
              <a:rPr sz="1800" spc="-20" dirty="0">
                <a:solidFill>
                  <a:srgbClr val="FFFFFF"/>
                </a:solidFill>
                <a:latin typeface="Arial MT"/>
                <a:cs typeface="Arial MT"/>
              </a:rPr>
              <a:t> </a:t>
            </a:r>
            <a:r>
              <a:rPr sz="1800" dirty="0">
                <a:solidFill>
                  <a:srgbClr val="FFFFFF"/>
                </a:solidFill>
                <a:latin typeface="Arial MT"/>
                <a:cs typeface="Arial MT"/>
              </a:rPr>
              <a:t>want</a:t>
            </a:r>
            <a:r>
              <a:rPr sz="1800" spc="-15" dirty="0">
                <a:solidFill>
                  <a:srgbClr val="FFFFFF"/>
                </a:solidFill>
                <a:latin typeface="Arial MT"/>
                <a:cs typeface="Arial MT"/>
              </a:rPr>
              <a:t> </a:t>
            </a:r>
            <a:r>
              <a:rPr sz="1800" dirty="0">
                <a:solidFill>
                  <a:srgbClr val="FFFFFF"/>
                </a:solidFill>
                <a:latin typeface="Arial MT"/>
                <a:cs typeface="Arial MT"/>
              </a:rPr>
              <a:t>to</a:t>
            </a:r>
            <a:r>
              <a:rPr sz="1800" spc="-15" dirty="0">
                <a:solidFill>
                  <a:srgbClr val="FFFFFF"/>
                </a:solidFill>
                <a:latin typeface="Arial MT"/>
                <a:cs typeface="Arial MT"/>
              </a:rPr>
              <a:t> </a:t>
            </a:r>
            <a:r>
              <a:rPr sz="1800" spc="-10" dirty="0">
                <a:solidFill>
                  <a:srgbClr val="FFFFFF"/>
                </a:solidFill>
                <a:latin typeface="Arial MT"/>
                <a:cs typeface="Arial MT"/>
              </a:rPr>
              <a:t>place </a:t>
            </a:r>
            <a:r>
              <a:rPr sz="1800" dirty="0">
                <a:solidFill>
                  <a:srgbClr val="FFFFFF"/>
                </a:solidFill>
                <a:latin typeface="Arial MT"/>
                <a:cs typeface="Arial MT"/>
              </a:rPr>
              <a:t>the</a:t>
            </a:r>
            <a:r>
              <a:rPr sz="1800" spc="-25" dirty="0">
                <a:solidFill>
                  <a:srgbClr val="FFFFFF"/>
                </a:solidFill>
                <a:latin typeface="Arial MT"/>
                <a:cs typeface="Arial MT"/>
              </a:rPr>
              <a:t> </a:t>
            </a:r>
            <a:r>
              <a:rPr sz="1800" spc="-10" dirty="0">
                <a:solidFill>
                  <a:srgbClr val="FFFFFF"/>
                </a:solidFill>
                <a:latin typeface="Arial MT"/>
                <a:cs typeface="Arial MT"/>
              </a:rPr>
              <a:t>project.</a:t>
            </a:r>
            <a:endParaRPr sz="1800">
              <a:latin typeface="Arial MT"/>
              <a:cs typeface="Arial MT"/>
            </a:endParaRPr>
          </a:p>
        </p:txBody>
      </p:sp>
      <p:sp>
        <p:nvSpPr>
          <p:cNvPr id="7" name="object 7"/>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25</a:t>
            </a:fld>
            <a:endParaRPr spc="-2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348760" y="1555921"/>
            <a:ext cx="10307320" cy="6642100"/>
            <a:chOff x="1348760" y="1555921"/>
            <a:chExt cx="10307320" cy="6642100"/>
          </a:xfrm>
        </p:grpSpPr>
        <p:pic>
          <p:nvPicPr>
            <p:cNvPr id="3" name="object 3"/>
            <p:cNvPicPr/>
            <p:nvPr/>
          </p:nvPicPr>
          <p:blipFill>
            <a:blip r:embed="rId2" cstate="print"/>
            <a:stretch>
              <a:fillRect/>
            </a:stretch>
          </p:blipFill>
          <p:spPr>
            <a:xfrm>
              <a:off x="1348760" y="1555921"/>
              <a:ext cx="10307278" cy="6641755"/>
            </a:xfrm>
            <a:prstGeom prst="rect">
              <a:avLst/>
            </a:prstGeom>
          </p:spPr>
        </p:pic>
        <p:sp>
          <p:nvSpPr>
            <p:cNvPr id="4" name="object 4"/>
            <p:cNvSpPr/>
            <p:nvPr/>
          </p:nvSpPr>
          <p:spPr>
            <a:xfrm>
              <a:off x="4744152" y="3455893"/>
              <a:ext cx="6551930" cy="820419"/>
            </a:xfrm>
            <a:custGeom>
              <a:avLst/>
              <a:gdLst/>
              <a:ahLst/>
              <a:cxnLst/>
              <a:rect l="l" t="t" r="r" b="b"/>
              <a:pathLst>
                <a:path w="6551930" h="820420">
                  <a:moveTo>
                    <a:pt x="6414664" y="820271"/>
                  </a:moveTo>
                  <a:lnTo>
                    <a:pt x="869349" y="820271"/>
                  </a:lnTo>
                  <a:lnTo>
                    <a:pt x="826137" y="813302"/>
                  </a:lnTo>
                  <a:lnTo>
                    <a:pt x="788608" y="793894"/>
                  </a:lnTo>
                  <a:lnTo>
                    <a:pt x="759014" y="764300"/>
                  </a:lnTo>
                  <a:lnTo>
                    <a:pt x="739606" y="726771"/>
                  </a:lnTo>
                  <a:lnTo>
                    <a:pt x="732637" y="683559"/>
                  </a:lnTo>
                  <a:lnTo>
                    <a:pt x="732637" y="341779"/>
                  </a:lnTo>
                  <a:lnTo>
                    <a:pt x="0" y="203271"/>
                  </a:lnTo>
                  <a:lnTo>
                    <a:pt x="732637" y="136711"/>
                  </a:lnTo>
                  <a:lnTo>
                    <a:pt x="739606" y="93500"/>
                  </a:lnTo>
                  <a:lnTo>
                    <a:pt x="759014" y="55971"/>
                  </a:lnTo>
                  <a:lnTo>
                    <a:pt x="788608" y="26377"/>
                  </a:lnTo>
                  <a:lnTo>
                    <a:pt x="826137" y="6969"/>
                  </a:lnTo>
                  <a:lnTo>
                    <a:pt x="869349" y="0"/>
                  </a:lnTo>
                  <a:lnTo>
                    <a:pt x="6414664" y="0"/>
                  </a:lnTo>
                  <a:lnTo>
                    <a:pt x="6466981" y="10406"/>
                  </a:lnTo>
                  <a:lnTo>
                    <a:pt x="6511333" y="40041"/>
                  </a:lnTo>
                  <a:lnTo>
                    <a:pt x="6540969" y="84394"/>
                  </a:lnTo>
                  <a:lnTo>
                    <a:pt x="6551376" y="136711"/>
                  </a:lnTo>
                  <a:lnTo>
                    <a:pt x="6551376" y="683559"/>
                  </a:lnTo>
                  <a:lnTo>
                    <a:pt x="6544406" y="726771"/>
                  </a:lnTo>
                  <a:lnTo>
                    <a:pt x="6524998" y="764300"/>
                  </a:lnTo>
                  <a:lnTo>
                    <a:pt x="6495404" y="793894"/>
                  </a:lnTo>
                  <a:lnTo>
                    <a:pt x="6457876" y="813302"/>
                  </a:lnTo>
                  <a:lnTo>
                    <a:pt x="6414664" y="820271"/>
                  </a:lnTo>
                  <a:close/>
                </a:path>
              </a:pathLst>
            </a:custGeom>
            <a:solidFill>
              <a:srgbClr val="C82506"/>
            </a:solidFill>
          </p:spPr>
          <p:txBody>
            <a:bodyPr wrap="square" lIns="0" tIns="0" rIns="0" bIns="0" rtlCol="0"/>
            <a:lstStyle/>
            <a:p>
              <a:endParaRPr/>
            </a:p>
          </p:txBody>
        </p:sp>
        <p:sp>
          <p:nvSpPr>
            <p:cNvPr id="5" name="object 5"/>
            <p:cNvSpPr/>
            <p:nvPr/>
          </p:nvSpPr>
          <p:spPr>
            <a:xfrm>
              <a:off x="4744152" y="3455893"/>
              <a:ext cx="6551930" cy="820419"/>
            </a:xfrm>
            <a:custGeom>
              <a:avLst/>
              <a:gdLst/>
              <a:ahLst/>
              <a:cxnLst/>
              <a:rect l="l" t="t" r="r" b="b"/>
              <a:pathLst>
                <a:path w="6551930" h="820420">
                  <a:moveTo>
                    <a:pt x="732637" y="136711"/>
                  </a:moveTo>
                  <a:lnTo>
                    <a:pt x="739606" y="93500"/>
                  </a:lnTo>
                  <a:lnTo>
                    <a:pt x="759014" y="55971"/>
                  </a:lnTo>
                  <a:lnTo>
                    <a:pt x="788608" y="26377"/>
                  </a:lnTo>
                  <a:lnTo>
                    <a:pt x="826137" y="6969"/>
                  </a:lnTo>
                  <a:lnTo>
                    <a:pt x="869349" y="0"/>
                  </a:lnTo>
                  <a:lnTo>
                    <a:pt x="1702426" y="0"/>
                  </a:lnTo>
                  <a:lnTo>
                    <a:pt x="3157112" y="0"/>
                  </a:lnTo>
                  <a:lnTo>
                    <a:pt x="6414664" y="0"/>
                  </a:lnTo>
                  <a:lnTo>
                    <a:pt x="6441460" y="2651"/>
                  </a:lnTo>
                  <a:lnTo>
                    <a:pt x="6490511" y="22969"/>
                  </a:lnTo>
                  <a:lnTo>
                    <a:pt x="6528407" y="60864"/>
                  </a:lnTo>
                  <a:lnTo>
                    <a:pt x="6548725" y="109916"/>
                  </a:lnTo>
                  <a:lnTo>
                    <a:pt x="6551376" y="136711"/>
                  </a:lnTo>
                  <a:lnTo>
                    <a:pt x="6551376" y="341779"/>
                  </a:lnTo>
                  <a:lnTo>
                    <a:pt x="6551376" y="683559"/>
                  </a:lnTo>
                  <a:lnTo>
                    <a:pt x="6544406" y="726771"/>
                  </a:lnTo>
                  <a:lnTo>
                    <a:pt x="6524998" y="764300"/>
                  </a:lnTo>
                  <a:lnTo>
                    <a:pt x="6495404" y="793894"/>
                  </a:lnTo>
                  <a:lnTo>
                    <a:pt x="6457876" y="813302"/>
                  </a:lnTo>
                  <a:lnTo>
                    <a:pt x="6414664" y="820271"/>
                  </a:lnTo>
                  <a:lnTo>
                    <a:pt x="3157112" y="820271"/>
                  </a:lnTo>
                  <a:lnTo>
                    <a:pt x="1702426" y="820271"/>
                  </a:lnTo>
                  <a:lnTo>
                    <a:pt x="869349" y="820271"/>
                  </a:lnTo>
                  <a:lnTo>
                    <a:pt x="826137" y="813302"/>
                  </a:lnTo>
                  <a:lnTo>
                    <a:pt x="788608" y="793894"/>
                  </a:lnTo>
                  <a:lnTo>
                    <a:pt x="759014" y="764300"/>
                  </a:lnTo>
                  <a:lnTo>
                    <a:pt x="739606" y="726771"/>
                  </a:lnTo>
                  <a:lnTo>
                    <a:pt x="732637" y="683559"/>
                  </a:lnTo>
                  <a:lnTo>
                    <a:pt x="732637" y="341779"/>
                  </a:lnTo>
                  <a:lnTo>
                    <a:pt x="0" y="203271"/>
                  </a:lnTo>
                  <a:lnTo>
                    <a:pt x="732637" y="136711"/>
                  </a:lnTo>
                  <a:close/>
                </a:path>
              </a:pathLst>
            </a:custGeom>
            <a:ln w="25399">
              <a:solidFill>
                <a:srgbClr val="540F02"/>
              </a:solidFill>
            </a:ln>
          </p:spPr>
          <p:txBody>
            <a:bodyPr wrap="square" lIns="0" tIns="0" rIns="0" bIns="0" rtlCol="0"/>
            <a:lstStyle/>
            <a:p>
              <a:endParaRPr/>
            </a:p>
          </p:txBody>
        </p:sp>
      </p:grpSp>
      <p:sp>
        <p:nvSpPr>
          <p:cNvPr id="6" name="object 6"/>
          <p:cNvSpPr txBox="1"/>
          <p:nvPr/>
        </p:nvSpPr>
        <p:spPr>
          <a:xfrm>
            <a:off x="5589857" y="3707025"/>
            <a:ext cx="3440429"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Arial MT"/>
                <a:cs typeface="Arial MT"/>
              </a:rPr>
              <a:t>2.</a:t>
            </a:r>
            <a:r>
              <a:rPr sz="1800" spc="-20" dirty="0">
                <a:solidFill>
                  <a:srgbClr val="FFFFFF"/>
                </a:solidFill>
                <a:latin typeface="Arial MT"/>
                <a:cs typeface="Arial MT"/>
              </a:rPr>
              <a:t> </a:t>
            </a:r>
            <a:r>
              <a:rPr sz="1800" dirty="0">
                <a:solidFill>
                  <a:srgbClr val="FFFFFF"/>
                </a:solidFill>
                <a:latin typeface="Arial MT"/>
                <a:cs typeface="Arial MT"/>
              </a:rPr>
              <a:t>Create</a:t>
            </a:r>
            <a:r>
              <a:rPr sz="1800" spc="-10" dirty="0">
                <a:solidFill>
                  <a:srgbClr val="FFFFFF"/>
                </a:solidFill>
                <a:latin typeface="Arial MT"/>
                <a:cs typeface="Arial MT"/>
              </a:rPr>
              <a:t> </a:t>
            </a:r>
            <a:r>
              <a:rPr sz="1800" dirty="0">
                <a:solidFill>
                  <a:srgbClr val="FFFFFF"/>
                </a:solidFill>
                <a:latin typeface="Arial MT"/>
                <a:cs typeface="Arial MT"/>
              </a:rPr>
              <a:t>a</a:t>
            </a:r>
            <a:r>
              <a:rPr sz="1800" spc="-10" dirty="0">
                <a:solidFill>
                  <a:srgbClr val="FFFFFF"/>
                </a:solidFill>
                <a:latin typeface="Arial MT"/>
                <a:cs typeface="Arial MT"/>
              </a:rPr>
              <a:t> </a:t>
            </a:r>
            <a:r>
              <a:rPr sz="1800" dirty="0">
                <a:solidFill>
                  <a:srgbClr val="FFFFFF"/>
                </a:solidFill>
                <a:latin typeface="Arial MT"/>
                <a:cs typeface="Arial MT"/>
              </a:rPr>
              <a:t>folder</a:t>
            </a:r>
            <a:r>
              <a:rPr sz="1800" spc="-10" dirty="0">
                <a:solidFill>
                  <a:srgbClr val="FFFFFF"/>
                </a:solidFill>
                <a:latin typeface="Arial MT"/>
                <a:cs typeface="Arial MT"/>
              </a:rPr>
              <a:t> </a:t>
            </a:r>
            <a:r>
              <a:rPr sz="1800" dirty="0">
                <a:solidFill>
                  <a:srgbClr val="FFFFFF"/>
                </a:solidFill>
                <a:latin typeface="Arial MT"/>
                <a:cs typeface="Arial MT"/>
              </a:rPr>
              <a:t>for</a:t>
            </a:r>
            <a:r>
              <a:rPr sz="1800" spc="-10" dirty="0">
                <a:solidFill>
                  <a:srgbClr val="FFFFFF"/>
                </a:solidFill>
                <a:latin typeface="Arial MT"/>
                <a:cs typeface="Arial MT"/>
              </a:rPr>
              <a:t> </a:t>
            </a:r>
            <a:r>
              <a:rPr sz="1800" dirty="0">
                <a:solidFill>
                  <a:srgbClr val="FFFFFF"/>
                </a:solidFill>
                <a:latin typeface="Arial MT"/>
                <a:cs typeface="Arial MT"/>
              </a:rPr>
              <a:t>your</a:t>
            </a:r>
            <a:r>
              <a:rPr sz="1800" spc="-10" dirty="0">
                <a:solidFill>
                  <a:srgbClr val="FFFFFF"/>
                </a:solidFill>
                <a:latin typeface="Arial MT"/>
                <a:cs typeface="Arial MT"/>
              </a:rPr>
              <a:t> project.</a:t>
            </a:r>
            <a:endParaRPr sz="1800">
              <a:latin typeface="Arial MT"/>
              <a:cs typeface="Arial MT"/>
            </a:endParaRPr>
          </a:p>
        </p:txBody>
      </p:sp>
      <p:sp>
        <p:nvSpPr>
          <p:cNvPr id="7" name="object 7"/>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26</a:t>
            </a:fld>
            <a:endParaRPr spc="-2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84171" y="380627"/>
            <a:ext cx="11438255" cy="8307070"/>
            <a:chOff x="584171" y="380627"/>
            <a:chExt cx="11438255" cy="8307070"/>
          </a:xfrm>
        </p:grpSpPr>
        <p:pic>
          <p:nvPicPr>
            <p:cNvPr id="3" name="object 3"/>
            <p:cNvPicPr/>
            <p:nvPr/>
          </p:nvPicPr>
          <p:blipFill>
            <a:blip r:embed="rId2" cstate="print"/>
            <a:stretch>
              <a:fillRect/>
            </a:stretch>
          </p:blipFill>
          <p:spPr>
            <a:xfrm>
              <a:off x="584171" y="380627"/>
              <a:ext cx="10399997" cy="6615733"/>
            </a:xfrm>
            <a:prstGeom prst="rect">
              <a:avLst/>
            </a:prstGeom>
          </p:spPr>
        </p:pic>
        <p:pic>
          <p:nvPicPr>
            <p:cNvPr id="4" name="object 4"/>
            <p:cNvPicPr/>
            <p:nvPr/>
          </p:nvPicPr>
          <p:blipFill>
            <a:blip r:embed="rId3" cstate="print"/>
            <a:stretch>
              <a:fillRect/>
            </a:stretch>
          </p:blipFill>
          <p:spPr>
            <a:xfrm>
              <a:off x="4360349" y="2877410"/>
              <a:ext cx="7661996" cy="5809762"/>
            </a:xfrm>
            <a:prstGeom prst="rect">
              <a:avLst/>
            </a:prstGeom>
          </p:spPr>
        </p:pic>
        <p:sp>
          <p:nvSpPr>
            <p:cNvPr id="5" name="object 5"/>
            <p:cNvSpPr/>
            <p:nvPr/>
          </p:nvSpPr>
          <p:spPr>
            <a:xfrm>
              <a:off x="3883563" y="1613125"/>
              <a:ext cx="6605270" cy="820419"/>
            </a:xfrm>
            <a:custGeom>
              <a:avLst/>
              <a:gdLst/>
              <a:ahLst/>
              <a:cxnLst/>
              <a:rect l="l" t="t" r="r" b="b"/>
              <a:pathLst>
                <a:path w="6605270" h="820419">
                  <a:moveTo>
                    <a:pt x="6605141" y="478491"/>
                  </a:moveTo>
                  <a:lnTo>
                    <a:pt x="786402" y="478491"/>
                  </a:lnTo>
                  <a:lnTo>
                    <a:pt x="786402" y="136711"/>
                  </a:lnTo>
                  <a:lnTo>
                    <a:pt x="793372" y="93500"/>
                  </a:lnTo>
                  <a:lnTo>
                    <a:pt x="812780" y="55971"/>
                  </a:lnTo>
                  <a:lnTo>
                    <a:pt x="842374" y="26377"/>
                  </a:lnTo>
                  <a:lnTo>
                    <a:pt x="879903" y="6969"/>
                  </a:lnTo>
                  <a:lnTo>
                    <a:pt x="923114" y="0"/>
                  </a:lnTo>
                  <a:lnTo>
                    <a:pt x="6468429" y="0"/>
                  </a:lnTo>
                  <a:lnTo>
                    <a:pt x="6520747" y="10406"/>
                  </a:lnTo>
                  <a:lnTo>
                    <a:pt x="6565099" y="40041"/>
                  </a:lnTo>
                  <a:lnTo>
                    <a:pt x="6594735" y="84394"/>
                  </a:lnTo>
                  <a:lnTo>
                    <a:pt x="6605141" y="136711"/>
                  </a:lnTo>
                  <a:lnTo>
                    <a:pt x="6605141" y="478491"/>
                  </a:lnTo>
                  <a:close/>
                </a:path>
                <a:path w="6605270" h="820419">
                  <a:moveTo>
                    <a:pt x="6468429" y="820271"/>
                  </a:moveTo>
                  <a:lnTo>
                    <a:pt x="923114" y="820271"/>
                  </a:lnTo>
                  <a:lnTo>
                    <a:pt x="879903" y="813302"/>
                  </a:lnTo>
                  <a:lnTo>
                    <a:pt x="842374" y="793894"/>
                  </a:lnTo>
                  <a:lnTo>
                    <a:pt x="812780" y="764300"/>
                  </a:lnTo>
                  <a:lnTo>
                    <a:pt x="793372" y="726771"/>
                  </a:lnTo>
                  <a:lnTo>
                    <a:pt x="786402" y="683559"/>
                  </a:lnTo>
                  <a:lnTo>
                    <a:pt x="0" y="431873"/>
                  </a:lnTo>
                  <a:lnTo>
                    <a:pt x="786402" y="478491"/>
                  </a:lnTo>
                  <a:lnTo>
                    <a:pt x="6605141" y="478491"/>
                  </a:lnTo>
                  <a:lnTo>
                    <a:pt x="6605141" y="683559"/>
                  </a:lnTo>
                  <a:lnTo>
                    <a:pt x="6598172" y="726771"/>
                  </a:lnTo>
                  <a:lnTo>
                    <a:pt x="6578764" y="764300"/>
                  </a:lnTo>
                  <a:lnTo>
                    <a:pt x="6549170" y="793894"/>
                  </a:lnTo>
                  <a:lnTo>
                    <a:pt x="6511641" y="813302"/>
                  </a:lnTo>
                  <a:lnTo>
                    <a:pt x="6468429" y="820271"/>
                  </a:lnTo>
                  <a:close/>
                </a:path>
              </a:pathLst>
            </a:custGeom>
            <a:solidFill>
              <a:srgbClr val="C82506"/>
            </a:solidFill>
          </p:spPr>
          <p:txBody>
            <a:bodyPr wrap="square" lIns="0" tIns="0" rIns="0" bIns="0" rtlCol="0"/>
            <a:lstStyle/>
            <a:p>
              <a:endParaRPr/>
            </a:p>
          </p:txBody>
        </p:sp>
        <p:sp>
          <p:nvSpPr>
            <p:cNvPr id="6" name="object 6"/>
            <p:cNvSpPr/>
            <p:nvPr/>
          </p:nvSpPr>
          <p:spPr>
            <a:xfrm>
              <a:off x="3883563" y="1613125"/>
              <a:ext cx="6605270" cy="820419"/>
            </a:xfrm>
            <a:custGeom>
              <a:avLst/>
              <a:gdLst/>
              <a:ahLst/>
              <a:cxnLst/>
              <a:rect l="l" t="t" r="r" b="b"/>
              <a:pathLst>
                <a:path w="6605270" h="820419">
                  <a:moveTo>
                    <a:pt x="786402" y="136711"/>
                  </a:moveTo>
                  <a:lnTo>
                    <a:pt x="793372" y="93500"/>
                  </a:lnTo>
                  <a:lnTo>
                    <a:pt x="812780" y="55971"/>
                  </a:lnTo>
                  <a:lnTo>
                    <a:pt x="842374" y="26377"/>
                  </a:lnTo>
                  <a:lnTo>
                    <a:pt x="879903" y="6969"/>
                  </a:lnTo>
                  <a:lnTo>
                    <a:pt x="923114" y="0"/>
                  </a:lnTo>
                  <a:lnTo>
                    <a:pt x="1756192" y="0"/>
                  </a:lnTo>
                  <a:lnTo>
                    <a:pt x="3210877" y="0"/>
                  </a:lnTo>
                  <a:lnTo>
                    <a:pt x="6468429" y="0"/>
                  </a:lnTo>
                  <a:lnTo>
                    <a:pt x="6495225" y="2651"/>
                  </a:lnTo>
                  <a:lnTo>
                    <a:pt x="6544277" y="22969"/>
                  </a:lnTo>
                  <a:lnTo>
                    <a:pt x="6582172" y="60864"/>
                  </a:lnTo>
                  <a:lnTo>
                    <a:pt x="6602490" y="109916"/>
                  </a:lnTo>
                  <a:lnTo>
                    <a:pt x="6605141" y="136711"/>
                  </a:lnTo>
                  <a:lnTo>
                    <a:pt x="6605141" y="478491"/>
                  </a:lnTo>
                  <a:lnTo>
                    <a:pt x="6605141" y="683559"/>
                  </a:lnTo>
                  <a:lnTo>
                    <a:pt x="6598172" y="726771"/>
                  </a:lnTo>
                  <a:lnTo>
                    <a:pt x="6578764" y="764300"/>
                  </a:lnTo>
                  <a:lnTo>
                    <a:pt x="6549170" y="793894"/>
                  </a:lnTo>
                  <a:lnTo>
                    <a:pt x="6511641" y="813302"/>
                  </a:lnTo>
                  <a:lnTo>
                    <a:pt x="6468429" y="820271"/>
                  </a:lnTo>
                  <a:lnTo>
                    <a:pt x="3210877" y="820271"/>
                  </a:lnTo>
                  <a:lnTo>
                    <a:pt x="1756192" y="820271"/>
                  </a:lnTo>
                  <a:lnTo>
                    <a:pt x="923114" y="820271"/>
                  </a:lnTo>
                  <a:lnTo>
                    <a:pt x="879903" y="813302"/>
                  </a:lnTo>
                  <a:lnTo>
                    <a:pt x="842374" y="793894"/>
                  </a:lnTo>
                  <a:lnTo>
                    <a:pt x="812780" y="764300"/>
                  </a:lnTo>
                  <a:lnTo>
                    <a:pt x="793372" y="726771"/>
                  </a:lnTo>
                  <a:lnTo>
                    <a:pt x="786402" y="683559"/>
                  </a:lnTo>
                  <a:lnTo>
                    <a:pt x="0" y="431873"/>
                  </a:lnTo>
                  <a:lnTo>
                    <a:pt x="786402" y="478491"/>
                  </a:lnTo>
                  <a:lnTo>
                    <a:pt x="786402" y="136711"/>
                  </a:lnTo>
                  <a:close/>
                </a:path>
              </a:pathLst>
            </a:custGeom>
            <a:ln w="25399">
              <a:solidFill>
                <a:srgbClr val="540F02"/>
              </a:solidFill>
            </a:ln>
          </p:spPr>
          <p:txBody>
            <a:bodyPr wrap="square" lIns="0" tIns="0" rIns="0" bIns="0" rtlCol="0"/>
            <a:lstStyle/>
            <a:p>
              <a:endParaRPr/>
            </a:p>
          </p:txBody>
        </p:sp>
      </p:grpSp>
      <p:sp>
        <p:nvSpPr>
          <p:cNvPr id="7" name="object 7"/>
          <p:cNvSpPr txBox="1"/>
          <p:nvPr/>
        </p:nvSpPr>
        <p:spPr>
          <a:xfrm>
            <a:off x="4783032" y="1864256"/>
            <a:ext cx="484695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Arial MT"/>
                <a:cs typeface="Arial MT"/>
              </a:rPr>
              <a:t>3.</a:t>
            </a:r>
            <a:r>
              <a:rPr sz="1800" spc="-30" dirty="0">
                <a:solidFill>
                  <a:srgbClr val="FFFFFF"/>
                </a:solidFill>
                <a:latin typeface="Arial MT"/>
                <a:cs typeface="Arial MT"/>
              </a:rPr>
              <a:t> </a:t>
            </a:r>
            <a:r>
              <a:rPr sz="1800" dirty="0">
                <a:solidFill>
                  <a:srgbClr val="FFFFFF"/>
                </a:solidFill>
                <a:latin typeface="Arial MT"/>
                <a:cs typeface="Arial MT"/>
              </a:rPr>
              <a:t>In</a:t>
            </a:r>
            <a:r>
              <a:rPr sz="1800" spc="-20" dirty="0">
                <a:solidFill>
                  <a:srgbClr val="FFFFFF"/>
                </a:solidFill>
                <a:latin typeface="Arial MT"/>
                <a:cs typeface="Arial MT"/>
              </a:rPr>
              <a:t> </a:t>
            </a:r>
            <a:r>
              <a:rPr sz="1800" dirty="0">
                <a:solidFill>
                  <a:srgbClr val="FFFFFF"/>
                </a:solidFill>
                <a:latin typeface="Arial MT"/>
                <a:cs typeface="Arial MT"/>
              </a:rPr>
              <a:t>your</a:t>
            </a:r>
            <a:r>
              <a:rPr sz="1800" spc="-20" dirty="0">
                <a:solidFill>
                  <a:srgbClr val="FFFFFF"/>
                </a:solidFill>
                <a:latin typeface="Arial MT"/>
                <a:cs typeface="Arial MT"/>
              </a:rPr>
              <a:t> </a:t>
            </a:r>
            <a:r>
              <a:rPr sz="1800" dirty="0">
                <a:solidFill>
                  <a:srgbClr val="FFFFFF"/>
                </a:solidFill>
                <a:latin typeface="Arial MT"/>
                <a:cs typeface="Arial MT"/>
              </a:rPr>
              <a:t>project</a:t>
            </a:r>
            <a:r>
              <a:rPr sz="1800" spc="-20" dirty="0">
                <a:solidFill>
                  <a:srgbClr val="FFFFFF"/>
                </a:solidFill>
                <a:latin typeface="Arial MT"/>
                <a:cs typeface="Arial MT"/>
              </a:rPr>
              <a:t> </a:t>
            </a:r>
            <a:r>
              <a:rPr sz="1800" dirty="0">
                <a:solidFill>
                  <a:srgbClr val="FFFFFF"/>
                </a:solidFill>
                <a:latin typeface="Arial MT"/>
                <a:cs typeface="Arial MT"/>
              </a:rPr>
              <a:t>folder</a:t>
            </a:r>
            <a:r>
              <a:rPr sz="1800" spc="-20" dirty="0">
                <a:solidFill>
                  <a:srgbClr val="FFFFFF"/>
                </a:solidFill>
                <a:latin typeface="Arial MT"/>
                <a:cs typeface="Arial MT"/>
              </a:rPr>
              <a:t> </a:t>
            </a:r>
            <a:r>
              <a:rPr sz="1800" dirty="0">
                <a:solidFill>
                  <a:srgbClr val="FFFFFF"/>
                </a:solidFill>
                <a:latin typeface="Arial MT"/>
                <a:cs typeface="Arial MT"/>
              </a:rPr>
              <a:t>create</a:t>
            </a:r>
            <a:r>
              <a:rPr sz="1800" spc="-20" dirty="0">
                <a:solidFill>
                  <a:srgbClr val="FFFFFF"/>
                </a:solidFill>
                <a:latin typeface="Arial MT"/>
                <a:cs typeface="Arial MT"/>
              </a:rPr>
              <a:t> </a:t>
            </a:r>
            <a:r>
              <a:rPr sz="1800" dirty="0">
                <a:solidFill>
                  <a:srgbClr val="FFFFFF"/>
                </a:solidFill>
                <a:latin typeface="Arial MT"/>
                <a:cs typeface="Arial MT"/>
              </a:rPr>
              <a:t>a</a:t>
            </a:r>
            <a:r>
              <a:rPr sz="1800" spc="-20" dirty="0">
                <a:solidFill>
                  <a:srgbClr val="FFFFFF"/>
                </a:solidFill>
                <a:latin typeface="Arial MT"/>
                <a:cs typeface="Arial MT"/>
              </a:rPr>
              <a:t> </a:t>
            </a:r>
            <a:r>
              <a:rPr sz="1800" dirty="0">
                <a:solidFill>
                  <a:srgbClr val="FFFFFF"/>
                </a:solidFill>
                <a:latin typeface="Arial MT"/>
                <a:cs typeface="Arial MT"/>
              </a:rPr>
              <a:t>HelloGit.txt</a:t>
            </a:r>
            <a:r>
              <a:rPr sz="1800" spc="-20" dirty="0">
                <a:solidFill>
                  <a:srgbClr val="FFFFFF"/>
                </a:solidFill>
                <a:latin typeface="Arial MT"/>
                <a:cs typeface="Arial MT"/>
              </a:rPr>
              <a:t> </a:t>
            </a:r>
            <a:r>
              <a:rPr sz="1800" spc="-10" dirty="0">
                <a:solidFill>
                  <a:srgbClr val="FFFFFF"/>
                </a:solidFill>
                <a:latin typeface="Arial MT"/>
                <a:cs typeface="Arial MT"/>
              </a:rPr>
              <a:t>file.</a:t>
            </a:r>
            <a:endParaRPr sz="1800">
              <a:latin typeface="Arial MT"/>
              <a:cs typeface="Arial MT"/>
            </a:endParaRPr>
          </a:p>
        </p:txBody>
      </p:sp>
      <p:grpSp>
        <p:nvGrpSpPr>
          <p:cNvPr id="8" name="object 8"/>
          <p:cNvGrpSpPr/>
          <p:nvPr/>
        </p:nvGrpSpPr>
        <p:grpSpPr>
          <a:xfrm>
            <a:off x="5833898" y="4239967"/>
            <a:ext cx="5844540" cy="1113155"/>
            <a:chOff x="5833898" y="4239967"/>
            <a:chExt cx="5844540" cy="1113155"/>
          </a:xfrm>
        </p:grpSpPr>
        <p:sp>
          <p:nvSpPr>
            <p:cNvPr id="9" name="object 9"/>
            <p:cNvSpPr/>
            <p:nvPr/>
          </p:nvSpPr>
          <p:spPr>
            <a:xfrm>
              <a:off x="5846598" y="4252667"/>
              <a:ext cx="5819140" cy="1087755"/>
            </a:xfrm>
            <a:custGeom>
              <a:avLst/>
              <a:gdLst/>
              <a:ahLst/>
              <a:cxnLst/>
              <a:rect l="l" t="t" r="r" b="b"/>
              <a:pathLst>
                <a:path w="5819140" h="1087754">
                  <a:moveTo>
                    <a:pt x="2424474" y="267376"/>
                  </a:moveTo>
                  <a:lnTo>
                    <a:pt x="969790" y="267376"/>
                  </a:lnTo>
                  <a:lnTo>
                    <a:pt x="652397" y="0"/>
                  </a:lnTo>
                  <a:lnTo>
                    <a:pt x="2424474" y="267376"/>
                  </a:lnTo>
                  <a:close/>
                </a:path>
                <a:path w="5819140" h="1087754">
                  <a:moveTo>
                    <a:pt x="5682026" y="1087647"/>
                  </a:moveTo>
                  <a:lnTo>
                    <a:pt x="136712" y="1087647"/>
                  </a:lnTo>
                  <a:lnTo>
                    <a:pt x="93500" y="1080678"/>
                  </a:lnTo>
                  <a:lnTo>
                    <a:pt x="55971" y="1061270"/>
                  </a:lnTo>
                  <a:lnTo>
                    <a:pt x="26377" y="1031676"/>
                  </a:lnTo>
                  <a:lnTo>
                    <a:pt x="6969" y="994147"/>
                  </a:lnTo>
                  <a:lnTo>
                    <a:pt x="0" y="950935"/>
                  </a:lnTo>
                  <a:lnTo>
                    <a:pt x="0" y="404087"/>
                  </a:lnTo>
                  <a:lnTo>
                    <a:pt x="6969" y="360876"/>
                  </a:lnTo>
                  <a:lnTo>
                    <a:pt x="26377" y="323347"/>
                  </a:lnTo>
                  <a:lnTo>
                    <a:pt x="55971" y="293753"/>
                  </a:lnTo>
                  <a:lnTo>
                    <a:pt x="93500" y="274345"/>
                  </a:lnTo>
                  <a:lnTo>
                    <a:pt x="136712" y="267376"/>
                  </a:lnTo>
                  <a:lnTo>
                    <a:pt x="5682026" y="267376"/>
                  </a:lnTo>
                  <a:lnTo>
                    <a:pt x="5734344" y="277782"/>
                  </a:lnTo>
                  <a:lnTo>
                    <a:pt x="5778697" y="307417"/>
                  </a:lnTo>
                  <a:lnTo>
                    <a:pt x="5808332" y="351770"/>
                  </a:lnTo>
                  <a:lnTo>
                    <a:pt x="5818739" y="404087"/>
                  </a:lnTo>
                  <a:lnTo>
                    <a:pt x="5818739" y="950935"/>
                  </a:lnTo>
                  <a:lnTo>
                    <a:pt x="5811769" y="994147"/>
                  </a:lnTo>
                  <a:lnTo>
                    <a:pt x="5792361" y="1031676"/>
                  </a:lnTo>
                  <a:lnTo>
                    <a:pt x="5762767" y="1061270"/>
                  </a:lnTo>
                  <a:lnTo>
                    <a:pt x="5725238" y="1080678"/>
                  </a:lnTo>
                  <a:lnTo>
                    <a:pt x="5682026" y="1087647"/>
                  </a:lnTo>
                  <a:close/>
                </a:path>
              </a:pathLst>
            </a:custGeom>
            <a:solidFill>
              <a:srgbClr val="C82506"/>
            </a:solidFill>
          </p:spPr>
          <p:txBody>
            <a:bodyPr wrap="square" lIns="0" tIns="0" rIns="0" bIns="0" rtlCol="0"/>
            <a:lstStyle/>
            <a:p>
              <a:endParaRPr/>
            </a:p>
          </p:txBody>
        </p:sp>
        <p:sp>
          <p:nvSpPr>
            <p:cNvPr id="10" name="object 10"/>
            <p:cNvSpPr/>
            <p:nvPr/>
          </p:nvSpPr>
          <p:spPr>
            <a:xfrm>
              <a:off x="5846598" y="4252667"/>
              <a:ext cx="5819140" cy="1087755"/>
            </a:xfrm>
            <a:custGeom>
              <a:avLst/>
              <a:gdLst/>
              <a:ahLst/>
              <a:cxnLst/>
              <a:rect l="l" t="t" r="r" b="b"/>
              <a:pathLst>
                <a:path w="5819140" h="1087754">
                  <a:moveTo>
                    <a:pt x="0" y="404087"/>
                  </a:moveTo>
                  <a:lnTo>
                    <a:pt x="6969" y="360876"/>
                  </a:lnTo>
                  <a:lnTo>
                    <a:pt x="26377" y="323347"/>
                  </a:lnTo>
                  <a:lnTo>
                    <a:pt x="55971" y="293753"/>
                  </a:lnTo>
                  <a:lnTo>
                    <a:pt x="93500" y="274345"/>
                  </a:lnTo>
                  <a:lnTo>
                    <a:pt x="136712" y="267376"/>
                  </a:lnTo>
                  <a:lnTo>
                    <a:pt x="969790" y="267376"/>
                  </a:lnTo>
                  <a:lnTo>
                    <a:pt x="652397" y="0"/>
                  </a:lnTo>
                  <a:lnTo>
                    <a:pt x="2424474" y="267376"/>
                  </a:lnTo>
                  <a:lnTo>
                    <a:pt x="5682026" y="267376"/>
                  </a:lnTo>
                  <a:lnTo>
                    <a:pt x="5708822" y="270027"/>
                  </a:lnTo>
                  <a:lnTo>
                    <a:pt x="5757875" y="290345"/>
                  </a:lnTo>
                  <a:lnTo>
                    <a:pt x="5795770" y="328240"/>
                  </a:lnTo>
                  <a:lnTo>
                    <a:pt x="5816088" y="377292"/>
                  </a:lnTo>
                  <a:lnTo>
                    <a:pt x="5818739" y="404087"/>
                  </a:lnTo>
                  <a:lnTo>
                    <a:pt x="5818739" y="609155"/>
                  </a:lnTo>
                  <a:lnTo>
                    <a:pt x="5818739" y="950935"/>
                  </a:lnTo>
                  <a:lnTo>
                    <a:pt x="5811769" y="994147"/>
                  </a:lnTo>
                  <a:lnTo>
                    <a:pt x="5792361" y="1031676"/>
                  </a:lnTo>
                  <a:lnTo>
                    <a:pt x="5762767" y="1061270"/>
                  </a:lnTo>
                  <a:lnTo>
                    <a:pt x="5725238" y="1080678"/>
                  </a:lnTo>
                  <a:lnTo>
                    <a:pt x="5682026" y="1087647"/>
                  </a:lnTo>
                  <a:lnTo>
                    <a:pt x="2424474" y="1087647"/>
                  </a:lnTo>
                  <a:lnTo>
                    <a:pt x="969790" y="1087647"/>
                  </a:lnTo>
                  <a:lnTo>
                    <a:pt x="136712" y="1087647"/>
                  </a:lnTo>
                  <a:lnTo>
                    <a:pt x="93500" y="1080678"/>
                  </a:lnTo>
                  <a:lnTo>
                    <a:pt x="55971" y="1061270"/>
                  </a:lnTo>
                  <a:lnTo>
                    <a:pt x="26377" y="1031676"/>
                  </a:lnTo>
                  <a:lnTo>
                    <a:pt x="6969" y="994147"/>
                  </a:lnTo>
                  <a:lnTo>
                    <a:pt x="0" y="950935"/>
                  </a:lnTo>
                  <a:lnTo>
                    <a:pt x="0" y="609155"/>
                  </a:lnTo>
                  <a:lnTo>
                    <a:pt x="0" y="404087"/>
                  </a:lnTo>
                  <a:close/>
                </a:path>
              </a:pathLst>
            </a:custGeom>
            <a:ln w="25399">
              <a:solidFill>
                <a:srgbClr val="540F02"/>
              </a:solidFill>
            </a:ln>
          </p:spPr>
          <p:txBody>
            <a:bodyPr wrap="square" lIns="0" tIns="0" rIns="0" bIns="0" rtlCol="0"/>
            <a:lstStyle/>
            <a:p>
              <a:endParaRPr/>
            </a:p>
          </p:txBody>
        </p:sp>
      </p:grpSp>
      <p:sp>
        <p:nvSpPr>
          <p:cNvPr id="11" name="object 11"/>
          <p:cNvSpPr txBox="1"/>
          <p:nvPr/>
        </p:nvSpPr>
        <p:spPr>
          <a:xfrm>
            <a:off x="5959665" y="4771176"/>
            <a:ext cx="4145279"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Arial MT"/>
                <a:cs typeface="Arial MT"/>
              </a:rPr>
              <a:t>4.</a:t>
            </a:r>
            <a:r>
              <a:rPr sz="1800" spc="-40" dirty="0">
                <a:solidFill>
                  <a:srgbClr val="FFFFFF"/>
                </a:solidFill>
                <a:latin typeface="Arial MT"/>
                <a:cs typeface="Arial MT"/>
              </a:rPr>
              <a:t> </a:t>
            </a:r>
            <a:r>
              <a:rPr sz="1800" dirty="0">
                <a:solidFill>
                  <a:srgbClr val="FFFFFF"/>
                </a:solidFill>
                <a:latin typeface="Arial MT"/>
                <a:cs typeface="Arial MT"/>
              </a:rPr>
              <a:t>Write</a:t>
            </a:r>
            <a:r>
              <a:rPr sz="1800" spc="-35" dirty="0">
                <a:solidFill>
                  <a:srgbClr val="FFFFFF"/>
                </a:solidFill>
                <a:latin typeface="Arial MT"/>
                <a:cs typeface="Arial MT"/>
              </a:rPr>
              <a:t> </a:t>
            </a:r>
            <a:r>
              <a:rPr sz="1800" dirty="0">
                <a:solidFill>
                  <a:srgbClr val="FFFFFF"/>
                </a:solidFill>
                <a:latin typeface="Arial MT"/>
                <a:cs typeface="Arial MT"/>
              </a:rPr>
              <a:t>something</a:t>
            </a:r>
            <a:r>
              <a:rPr sz="1800" spc="-35" dirty="0">
                <a:solidFill>
                  <a:srgbClr val="FFFFFF"/>
                </a:solidFill>
                <a:latin typeface="Arial MT"/>
                <a:cs typeface="Arial MT"/>
              </a:rPr>
              <a:t> </a:t>
            </a:r>
            <a:r>
              <a:rPr sz="1800" dirty="0">
                <a:solidFill>
                  <a:srgbClr val="FFFFFF"/>
                </a:solidFill>
                <a:latin typeface="Arial MT"/>
                <a:cs typeface="Arial MT"/>
              </a:rPr>
              <a:t>in</a:t>
            </a:r>
            <a:r>
              <a:rPr sz="1800" spc="-35" dirty="0">
                <a:solidFill>
                  <a:srgbClr val="FFFFFF"/>
                </a:solidFill>
                <a:latin typeface="Arial MT"/>
                <a:cs typeface="Arial MT"/>
              </a:rPr>
              <a:t> </a:t>
            </a:r>
            <a:r>
              <a:rPr sz="1800" dirty="0">
                <a:solidFill>
                  <a:srgbClr val="FFFFFF"/>
                </a:solidFill>
                <a:latin typeface="Arial MT"/>
                <a:cs typeface="Arial MT"/>
              </a:rPr>
              <a:t>the</a:t>
            </a:r>
            <a:r>
              <a:rPr sz="1800" spc="-35" dirty="0">
                <a:solidFill>
                  <a:srgbClr val="FFFFFF"/>
                </a:solidFill>
                <a:latin typeface="Arial MT"/>
                <a:cs typeface="Arial MT"/>
              </a:rPr>
              <a:t> </a:t>
            </a:r>
            <a:r>
              <a:rPr sz="1800" dirty="0">
                <a:solidFill>
                  <a:srgbClr val="FFFFFF"/>
                </a:solidFill>
                <a:latin typeface="Arial MT"/>
                <a:cs typeface="Arial MT"/>
              </a:rPr>
              <a:t>HelloGit.txt</a:t>
            </a:r>
            <a:r>
              <a:rPr sz="1800" spc="-35" dirty="0">
                <a:solidFill>
                  <a:srgbClr val="FFFFFF"/>
                </a:solidFill>
                <a:latin typeface="Arial MT"/>
                <a:cs typeface="Arial MT"/>
              </a:rPr>
              <a:t> </a:t>
            </a:r>
            <a:r>
              <a:rPr sz="1800" spc="-10" dirty="0">
                <a:solidFill>
                  <a:srgbClr val="FFFFFF"/>
                </a:solidFill>
                <a:latin typeface="Arial MT"/>
                <a:cs typeface="Arial MT"/>
              </a:rPr>
              <a:t>file.</a:t>
            </a:r>
            <a:endParaRPr sz="1800">
              <a:latin typeface="Arial MT"/>
              <a:cs typeface="Arial MT"/>
            </a:endParaRPr>
          </a:p>
        </p:txBody>
      </p:sp>
      <p:sp>
        <p:nvSpPr>
          <p:cNvPr id="12" name="object 12"/>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27</a:t>
            </a:fld>
            <a:endParaRPr spc="-2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28628" y="739588"/>
            <a:ext cx="12147550" cy="7513955"/>
            <a:chOff x="428628" y="739588"/>
            <a:chExt cx="12147550" cy="7513955"/>
          </a:xfrm>
        </p:grpSpPr>
        <p:pic>
          <p:nvPicPr>
            <p:cNvPr id="3" name="object 3"/>
            <p:cNvPicPr/>
            <p:nvPr/>
          </p:nvPicPr>
          <p:blipFill>
            <a:blip r:embed="rId2" cstate="print"/>
            <a:stretch>
              <a:fillRect/>
            </a:stretch>
          </p:blipFill>
          <p:spPr>
            <a:xfrm>
              <a:off x="428628" y="739588"/>
              <a:ext cx="12147543" cy="7513753"/>
            </a:xfrm>
            <a:prstGeom prst="rect">
              <a:avLst/>
            </a:prstGeom>
          </p:spPr>
        </p:pic>
        <p:sp>
          <p:nvSpPr>
            <p:cNvPr id="4" name="object 4"/>
            <p:cNvSpPr/>
            <p:nvPr/>
          </p:nvSpPr>
          <p:spPr>
            <a:xfrm>
              <a:off x="4690393" y="1896032"/>
              <a:ext cx="6484620" cy="641350"/>
            </a:xfrm>
            <a:custGeom>
              <a:avLst/>
              <a:gdLst/>
              <a:ahLst/>
              <a:cxnLst/>
              <a:rect l="l" t="t" r="r" b="b"/>
              <a:pathLst>
                <a:path w="6484620" h="641350">
                  <a:moveTo>
                    <a:pt x="0" y="640828"/>
                  </a:moveTo>
                  <a:lnTo>
                    <a:pt x="665372" y="337297"/>
                  </a:lnTo>
                  <a:lnTo>
                    <a:pt x="665372" y="96370"/>
                  </a:lnTo>
                  <a:lnTo>
                    <a:pt x="672946" y="58858"/>
                  </a:lnTo>
                  <a:lnTo>
                    <a:pt x="693599" y="28226"/>
                  </a:lnTo>
                  <a:lnTo>
                    <a:pt x="724231" y="7573"/>
                  </a:lnTo>
                  <a:lnTo>
                    <a:pt x="761743" y="0"/>
                  </a:lnTo>
                  <a:lnTo>
                    <a:pt x="6387741" y="0"/>
                  </a:lnTo>
                  <a:lnTo>
                    <a:pt x="6441207" y="16191"/>
                  </a:lnTo>
                  <a:lnTo>
                    <a:pt x="6476775" y="59491"/>
                  </a:lnTo>
                  <a:lnTo>
                    <a:pt x="6484111" y="96370"/>
                  </a:lnTo>
                  <a:lnTo>
                    <a:pt x="6484111" y="481853"/>
                  </a:lnTo>
                  <a:lnTo>
                    <a:pt x="665372" y="481853"/>
                  </a:lnTo>
                  <a:lnTo>
                    <a:pt x="0" y="640828"/>
                  </a:lnTo>
                  <a:close/>
                </a:path>
                <a:path w="6484620" h="641350">
                  <a:moveTo>
                    <a:pt x="6387741" y="578223"/>
                  </a:moveTo>
                  <a:lnTo>
                    <a:pt x="761743" y="578223"/>
                  </a:lnTo>
                  <a:lnTo>
                    <a:pt x="724231" y="570650"/>
                  </a:lnTo>
                  <a:lnTo>
                    <a:pt x="693599" y="549997"/>
                  </a:lnTo>
                  <a:lnTo>
                    <a:pt x="672946" y="519365"/>
                  </a:lnTo>
                  <a:lnTo>
                    <a:pt x="665372" y="481853"/>
                  </a:lnTo>
                  <a:lnTo>
                    <a:pt x="6484111" y="481853"/>
                  </a:lnTo>
                  <a:lnTo>
                    <a:pt x="6476538" y="519365"/>
                  </a:lnTo>
                  <a:lnTo>
                    <a:pt x="6455885" y="549997"/>
                  </a:lnTo>
                  <a:lnTo>
                    <a:pt x="6425252" y="570650"/>
                  </a:lnTo>
                  <a:lnTo>
                    <a:pt x="6387741" y="578223"/>
                  </a:lnTo>
                  <a:close/>
                </a:path>
              </a:pathLst>
            </a:custGeom>
            <a:solidFill>
              <a:srgbClr val="C82506"/>
            </a:solidFill>
          </p:spPr>
          <p:txBody>
            <a:bodyPr wrap="square" lIns="0" tIns="0" rIns="0" bIns="0" rtlCol="0"/>
            <a:lstStyle/>
            <a:p>
              <a:endParaRPr/>
            </a:p>
          </p:txBody>
        </p:sp>
        <p:sp>
          <p:nvSpPr>
            <p:cNvPr id="5" name="object 5"/>
            <p:cNvSpPr/>
            <p:nvPr/>
          </p:nvSpPr>
          <p:spPr>
            <a:xfrm>
              <a:off x="4690393" y="1896032"/>
              <a:ext cx="6484620" cy="641350"/>
            </a:xfrm>
            <a:custGeom>
              <a:avLst/>
              <a:gdLst/>
              <a:ahLst/>
              <a:cxnLst/>
              <a:rect l="l" t="t" r="r" b="b"/>
              <a:pathLst>
                <a:path w="6484620" h="641350">
                  <a:moveTo>
                    <a:pt x="665372" y="96370"/>
                  </a:moveTo>
                  <a:lnTo>
                    <a:pt x="672946" y="58858"/>
                  </a:lnTo>
                  <a:lnTo>
                    <a:pt x="693599" y="28226"/>
                  </a:lnTo>
                  <a:lnTo>
                    <a:pt x="724231" y="7573"/>
                  </a:lnTo>
                  <a:lnTo>
                    <a:pt x="761743" y="0"/>
                  </a:lnTo>
                  <a:lnTo>
                    <a:pt x="1635162" y="0"/>
                  </a:lnTo>
                  <a:lnTo>
                    <a:pt x="3089847" y="0"/>
                  </a:lnTo>
                  <a:lnTo>
                    <a:pt x="6387741" y="0"/>
                  </a:lnTo>
                  <a:lnTo>
                    <a:pt x="6406630" y="1868"/>
                  </a:lnTo>
                  <a:lnTo>
                    <a:pt x="6455885" y="28226"/>
                  </a:lnTo>
                  <a:lnTo>
                    <a:pt x="6482242" y="77481"/>
                  </a:lnTo>
                  <a:lnTo>
                    <a:pt x="6484111" y="96370"/>
                  </a:lnTo>
                  <a:lnTo>
                    <a:pt x="6484111" y="337297"/>
                  </a:lnTo>
                  <a:lnTo>
                    <a:pt x="6484111" y="481853"/>
                  </a:lnTo>
                  <a:lnTo>
                    <a:pt x="6476538" y="519365"/>
                  </a:lnTo>
                  <a:lnTo>
                    <a:pt x="6455885" y="549997"/>
                  </a:lnTo>
                  <a:lnTo>
                    <a:pt x="6425252" y="570650"/>
                  </a:lnTo>
                  <a:lnTo>
                    <a:pt x="6387741" y="578223"/>
                  </a:lnTo>
                  <a:lnTo>
                    <a:pt x="3089847" y="578223"/>
                  </a:lnTo>
                  <a:lnTo>
                    <a:pt x="1635162" y="578223"/>
                  </a:lnTo>
                  <a:lnTo>
                    <a:pt x="761743" y="578223"/>
                  </a:lnTo>
                  <a:lnTo>
                    <a:pt x="724231" y="570650"/>
                  </a:lnTo>
                  <a:lnTo>
                    <a:pt x="693599" y="549997"/>
                  </a:lnTo>
                  <a:lnTo>
                    <a:pt x="672946" y="519365"/>
                  </a:lnTo>
                  <a:lnTo>
                    <a:pt x="665372" y="481853"/>
                  </a:lnTo>
                  <a:lnTo>
                    <a:pt x="0" y="640828"/>
                  </a:lnTo>
                  <a:lnTo>
                    <a:pt x="665372" y="337297"/>
                  </a:lnTo>
                  <a:lnTo>
                    <a:pt x="665372" y="96370"/>
                  </a:lnTo>
                  <a:close/>
                </a:path>
              </a:pathLst>
            </a:custGeom>
            <a:ln w="25399">
              <a:solidFill>
                <a:srgbClr val="540F02"/>
              </a:solidFill>
            </a:ln>
          </p:spPr>
          <p:txBody>
            <a:bodyPr wrap="square" lIns="0" tIns="0" rIns="0" bIns="0" rtlCol="0"/>
            <a:lstStyle/>
            <a:p>
              <a:endParaRPr/>
            </a:p>
          </p:txBody>
        </p:sp>
        <p:sp>
          <p:nvSpPr>
            <p:cNvPr id="6" name="object 6"/>
            <p:cNvSpPr/>
            <p:nvPr/>
          </p:nvSpPr>
          <p:spPr>
            <a:xfrm>
              <a:off x="4730705" y="2894640"/>
              <a:ext cx="6551930" cy="578485"/>
            </a:xfrm>
            <a:custGeom>
              <a:avLst/>
              <a:gdLst/>
              <a:ahLst/>
              <a:cxnLst/>
              <a:rect l="l" t="t" r="r" b="b"/>
              <a:pathLst>
                <a:path w="6551930" h="578485">
                  <a:moveTo>
                    <a:pt x="6455006" y="578223"/>
                  </a:moveTo>
                  <a:lnTo>
                    <a:pt x="829008" y="578223"/>
                  </a:lnTo>
                  <a:lnTo>
                    <a:pt x="791496" y="570650"/>
                  </a:lnTo>
                  <a:lnTo>
                    <a:pt x="760863" y="549997"/>
                  </a:lnTo>
                  <a:lnTo>
                    <a:pt x="740210" y="519365"/>
                  </a:lnTo>
                  <a:lnTo>
                    <a:pt x="732637" y="481853"/>
                  </a:lnTo>
                  <a:lnTo>
                    <a:pt x="732637" y="240926"/>
                  </a:lnTo>
                  <a:lnTo>
                    <a:pt x="0" y="143289"/>
                  </a:lnTo>
                  <a:lnTo>
                    <a:pt x="732637" y="96370"/>
                  </a:lnTo>
                  <a:lnTo>
                    <a:pt x="740210" y="58858"/>
                  </a:lnTo>
                  <a:lnTo>
                    <a:pt x="760863" y="28226"/>
                  </a:lnTo>
                  <a:lnTo>
                    <a:pt x="791496" y="7573"/>
                  </a:lnTo>
                  <a:lnTo>
                    <a:pt x="829008" y="0"/>
                  </a:lnTo>
                  <a:lnTo>
                    <a:pt x="6455006" y="0"/>
                  </a:lnTo>
                  <a:lnTo>
                    <a:pt x="6508472" y="16191"/>
                  </a:lnTo>
                  <a:lnTo>
                    <a:pt x="6544040" y="59491"/>
                  </a:lnTo>
                  <a:lnTo>
                    <a:pt x="6551376" y="96370"/>
                  </a:lnTo>
                  <a:lnTo>
                    <a:pt x="6551376" y="481853"/>
                  </a:lnTo>
                  <a:lnTo>
                    <a:pt x="6543803" y="519365"/>
                  </a:lnTo>
                  <a:lnTo>
                    <a:pt x="6523150" y="549997"/>
                  </a:lnTo>
                  <a:lnTo>
                    <a:pt x="6492517" y="570650"/>
                  </a:lnTo>
                  <a:lnTo>
                    <a:pt x="6455006" y="578223"/>
                  </a:lnTo>
                  <a:close/>
                </a:path>
              </a:pathLst>
            </a:custGeom>
            <a:solidFill>
              <a:srgbClr val="C82506"/>
            </a:solidFill>
          </p:spPr>
          <p:txBody>
            <a:bodyPr wrap="square" lIns="0" tIns="0" rIns="0" bIns="0" rtlCol="0"/>
            <a:lstStyle/>
            <a:p>
              <a:endParaRPr/>
            </a:p>
          </p:txBody>
        </p:sp>
        <p:sp>
          <p:nvSpPr>
            <p:cNvPr id="7" name="object 7"/>
            <p:cNvSpPr/>
            <p:nvPr/>
          </p:nvSpPr>
          <p:spPr>
            <a:xfrm>
              <a:off x="4730705" y="2894640"/>
              <a:ext cx="6551930" cy="578485"/>
            </a:xfrm>
            <a:custGeom>
              <a:avLst/>
              <a:gdLst/>
              <a:ahLst/>
              <a:cxnLst/>
              <a:rect l="l" t="t" r="r" b="b"/>
              <a:pathLst>
                <a:path w="6551930" h="578485">
                  <a:moveTo>
                    <a:pt x="732637" y="96370"/>
                  </a:moveTo>
                  <a:lnTo>
                    <a:pt x="740210" y="58858"/>
                  </a:lnTo>
                  <a:lnTo>
                    <a:pt x="760863" y="28226"/>
                  </a:lnTo>
                  <a:lnTo>
                    <a:pt x="791496" y="7573"/>
                  </a:lnTo>
                  <a:lnTo>
                    <a:pt x="829008" y="0"/>
                  </a:lnTo>
                  <a:lnTo>
                    <a:pt x="1702427" y="0"/>
                  </a:lnTo>
                  <a:lnTo>
                    <a:pt x="3157112" y="0"/>
                  </a:lnTo>
                  <a:lnTo>
                    <a:pt x="6455006" y="0"/>
                  </a:lnTo>
                  <a:lnTo>
                    <a:pt x="6473894" y="1868"/>
                  </a:lnTo>
                  <a:lnTo>
                    <a:pt x="6523149" y="28226"/>
                  </a:lnTo>
                  <a:lnTo>
                    <a:pt x="6549507" y="77481"/>
                  </a:lnTo>
                  <a:lnTo>
                    <a:pt x="6551376" y="96370"/>
                  </a:lnTo>
                  <a:lnTo>
                    <a:pt x="6551376" y="240926"/>
                  </a:lnTo>
                  <a:lnTo>
                    <a:pt x="6551376" y="481853"/>
                  </a:lnTo>
                  <a:lnTo>
                    <a:pt x="6543803" y="519365"/>
                  </a:lnTo>
                  <a:lnTo>
                    <a:pt x="6523150" y="549997"/>
                  </a:lnTo>
                  <a:lnTo>
                    <a:pt x="6492517" y="570650"/>
                  </a:lnTo>
                  <a:lnTo>
                    <a:pt x="6455006" y="578223"/>
                  </a:lnTo>
                  <a:lnTo>
                    <a:pt x="3157112" y="578223"/>
                  </a:lnTo>
                  <a:lnTo>
                    <a:pt x="1702427" y="578223"/>
                  </a:lnTo>
                  <a:lnTo>
                    <a:pt x="829008" y="578223"/>
                  </a:lnTo>
                  <a:lnTo>
                    <a:pt x="791496" y="570650"/>
                  </a:lnTo>
                  <a:lnTo>
                    <a:pt x="760863" y="549997"/>
                  </a:lnTo>
                  <a:lnTo>
                    <a:pt x="740210" y="519365"/>
                  </a:lnTo>
                  <a:lnTo>
                    <a:pt x="732637" y="481853"/>
                  </a:lnTo>
                  <a:lnTo>
                    <a:pt x="732637" y="240926"/>
                  </a:lnTo>
                  <a:lnTo>
                    <a:pt x="0" y="143289"/>
                  </a:lnTo>
                  <a:lnTo>
                    <a:pt x="732637" y="96370"/>
                  </a:lnTo>
                  <a:close/>
                </a:path>
              </a:pathLst>
            </a:custGeom>
            <a:ln w="25399">
              <a:solidFill>
                <a:srgbClr val="540F02"/>
              </a:solidFill>
            </a:ln>
          </p:spPr>
          <p:txBody>
            <a:bodyPr wrap="square" lIns="0" tIns="0" rIns="0" bIns="0" rtlCol="0"/>
            <a:lstStyle/>
            <a:p>
              <a:endParaRPr/>
            </a:p>
          </p:txBody>
        </p:sp>
      </p:grpSp>
      <p:sp>
        <p:nvSpPr>
          <p:cNvPr id="8" name="object 8"/>
          <p:cNvSpPr txBox="1"/>
          <p:nvPr/>
        </p:nvSpPr>
        <p:spPr>
          <a:xfrm>
            <a:off x="5457017" y="2026140"/>
            <a:ext cx="5106035" cy="1435735"/>
          </a:xfrm>
          <a:prstGeom prst="rect">
            <a:avLst/>
          </a:prstGeom>
        </p:spPr>
        <p:txBody>
          <a:bodyPr vert="horz" wrap="square" lIns="0" tIns="12700" rIns="0" bIns="0" rtlCol="0">
            <a:spAutoFit/>
          </a:bodyPr>
          <a:lstStyle/>
          <a:p>
            <a:pPr marL="265430" indent="-252729">
              <a:lnSpc>
                <a:spcPct val="100000"/>
              </a:lnSpc>
              <a:spcBef>
                <a:spcPts val="100"/>
              </a:spcBef>
              <a:buAutoNum type="arabicPeriod" startAt="5"/>
              <a:tabLst>
                <a:tab pos="265430" algn="l"/>
              </a:tabLst>
            </a:pPr>
            <a:r>
              <a:rPr sz="1800" dirty="0">
                <a:solidFill>
                  <a:srgbClr val="FFFFFF"/>
                </a:solidFill>
                <a:latin typeface="Arial MT"/>
                <a:cs typeface="Arial MT"/>
              </a:rPr>
              <a:t>Navigate</a:t>
            </a:r>
            <a:r>
              <a:rPr sz="1800" spc="-25" dirty="0">
                <a:solidFill>
                  <a:srgbClr val="FFFFFF"/>
                </a:solidFill>
                <a:latin typeface="Arial MT"/>
                <a:cs typeface="Arial MT"/>
              </a:rPr>
              <a:t> </a:t>
            </a:r>
            <a:r>
              <a:rPr sz="1800" dirty="0">
                <a:solidFill>
                  <a:srgbClr val="FFFFFF"/>
                </a:solidFill>
                <a:latin typeface="Arial MT"/>
                <a:cs typeface="Arial MT"/>
              </a:rPr>
              <a:t>to</a:t>
            </a:r>
            <a:r>
              <a:rPr sz="1800" spc="-25" dirty="0">
                <a:solidFill>
                  <a:srgbClr val="FFFFFF"/>
                </a:solidFill>
                <a:latin typeface="Arial MT"/>
                <a:cs typeface="Arial MT"/>
              </a:rPr>
              <a:t> </a:t>
            </a:r>
            <a:r>
              <a:rPr sz="1800" dirty="0">
                <a:solidFill>
                  <a:srgbClr val="FFFFFF"/>
                </a:solidFill>
                <a:latin typeface="Arial MT"/>
                <a:cs typeface="Arial MT"/>
              </a:rPr>
              <a:t>the</a:t>
            </a:r>
            <a:r>
              <a:rPr sz="1800" spc="-25" dirty="0">
                <a:solidFill>
                  <a:srgbClr val="FFFFFF"/>
                </a:solidFill>
                <a:latin typeface="Arial MT"/>
                <a:cs typeface="Arial MT"/>
              </a:rPr>
              <a:t> </a:t>
            </a:r>
            <a:r>
              <a:rPr sz="1800" dirty="0">
                <a:solidFill>
                  <a:srgbClr val="FFFFFF"/>
                </a:solidFill>
                <a:latin typeface="Arial MT"/>
                <a:cs typeface="Arial MT"/>
              </a:rPr>
              <a:t>project</a:t>
            </a:r>
            <a:r>
              <a:rPr sz="1800" spc="-25" dirty="0">
                <a:solidFill>
                  <a:srgbClr val="FFFFFF"/>
                </a:solidFill>
                <a:latin typeface="Arial MT"/>
                <a:cs typeface="Arial MT"/>
              </a:rPr>
              <a:t> </a:t>
            </a:r>
            <a:r>
              <a:rPr sz="1800" spc="-10" dirty="0">
                <a:solidFill>
                  <a:srgbClr val="FFFFFF"/>
                </a:solidFill>
                <a:latin typeface="Arial MT"/>
                <a:cs typeface="Arial MT"/>
              </a:rPr>
              <a:t>fold.</a:t>
            </a:r>
            <a:endParaRPr sz="1800">
              <a:latin typeface="Arial MT"/>
              <a:cs typeface="Arial MT"/>
            </a:endParaRPr>
          </a:p>
          <a:p>
            <a:pPr>
              <a:lnSpc>
                <a:spcPct val="100000"/>
              </a:lnSpc>
              <a:buClr>
                <a:srgbClr val="FFFFFF"/>
              </a:buClr>
              <a:buFont typeface="Arial MT"/>
              <a:buAutoNum type="arabicPeriod" startAt="5"/>
            </a:pPr>
            <a:endParaRPr sz="1800">
              <a:latin typeface="Arial MT"/>
              <a:cs typeface="Arial MT"/>
            </a:endParaRPr>
          </a:p>
          <a:p>
            <a:pPr>
              <a:lnSpc>
                <a:spcPct val="100000"/>
              </a:lnSpc>
              <a:spcBef>
                <a:spcPts val="480"/>
              </a:spcBef>
              <a:buClr>
                <a:srgbClr val="FFFFFF"/>
              </a:buClr>
              <a:buFont typeface="Arial MT"/>
              <a:buAutoNum type="arabicPeriod" startAt="5"/>
            </a:pPr>
            <a:endParaRPr sz="1800">
              <a:latin typeface="Arial MT"/>
              <a:cs typeface="Arial MT"/>
            </a:endParaRPr>
          </a:p>
          <a:p>
            <a:pPr marL="120014" marR="5080" indent="252729">
              <a:lnSpc>
                <a:spcPct val="100000"/>
              </a:lnSpc>
              <a:buAutoNum type="arabicPeriod" startAt="5"/>
              <a:tabLst>
                <a:tab pos="372745" algn="l"/>
              </a:tabLst>
            </a:pPr>
            <a:r>
              <a:rPr sz="1800" dirty="0">
                <a:solidFill>
                  <a:srgbClr val="FFFFFF"/>
                </a:solidFill>
                <a:latin typeface="Arial MT"/>
                <a:cs typeface="Arial MT"/>
              </a:rPr>
              <a:t>Use</a:t>
            </a:r>
            <a:r>
              <a:rPr sz="1800" spc="-15" dirty="0">
                <a:solidFill>
                  <a:srgbClr val="FFFFFF"/>
                </a:solidFill>
                <a:latin typeface="Arial MT"/>
                <a:cs typeface="Arial MT"/>
              </a:rPr>
              <a:t> </a:t>
            </a:r>
            <a:r>
              <a:rPr sz="1800" dirty="0">
                <a:solidFill>
                  <a:srgbClr val="FFFFFF"/>
                </a:solidFill>
                <a:latin typeface="Arial MT"/>
                <a:cs typeface="Arial MT"/>
              </a:rPr>
              <a:t>the</a:t>
            </a:r>
            <a:r>
              <a:rPr sz="1800" spc="-10" dirty="0">
                <a:solidFill>
                  <a:srgbClr val="FFFFFF"/>
                </a:solidFill>
                <a:latin typeface="Arial MT"/>
                <a:cs typeface="Arial MT"/>
              </a:rPr>
              <a:t> </a:t>
            </a:r>
            <a:r>
              <a:rPr sz="1800" dirty="0">
                <a:solidFill>
                  <a:srgbClr val="FFFFFF"/>
                </a:solidFill>
                <a:latin typeface="Arial MT"/>
                <a:cs typeface="Arial MT"/>
              </a:rPr>
              <a:t>‘’dir’’</a:t>
            </a:r>
            <a:r>
              <a:rPr sz="1800" spc="-80" dirty="0">
                <a:solidFill>
                  <a:srgbClr val="FFFFFF"/>
                </a:solidFill>
                <a:latin typeface="Arial MT"/>
                <a:cs typeface="Arial MT"/>
              </a:rPr>
              <a:t> </a:t>
            </a:r>
            <a:r>
              <a:rPr sz="1800" dirty="0">
                <a:solidFill>
                  <a:srgbClr val="FFFFFF"/>
                </a:solidFill>
                <a:latin typeface="Arial MT"/>
                <a:cs typeface="Arial MT"/>
              </a:rPr>
              <a:t>command</a:t>
            </a:r>
            <a:r>
              <a:rPr sz="1800" spc="-10" dirty="0">
                <a:solidFill>
                  <a:srgbClr val="FFFFFF"/>
                </a:solidFill>
                <a:latin typeface="Arial MT"/>
                <a:cs typeface="Arial MT"/>
              </a:rPr>
              <a:t> </a:t>
            </a:r>
            <a:r>
              <a:rPr sz="1800" dirty="0">
                <a:solidFill>
                  <a:srgbClr val="FFFFFF"/>
                </a:solidFill>
                <a:latin typeface="Arial MT"/>
                <a:cs typeface="Arial MT"/>
              </a:rPr>
              <a:t>to</a:t>
            </a:r>
            <a:r>
              <a:rPr sz="1800" spc="-10" dirty="0">
                <a:solidFill>
                  <a:srgbClr val="FFFFFF"/>
                </a:solidFill>
                <a:latin typeface="Arial MT"/>
                <a:cs typeface="Arial MT"/>
              </a:rPr>
              <a:t> </a:t>
            </a:r>
            <a:r>
              <a:rPr sz="1800" dirty="0">
                <a:solidFill>
                  <a:srgbClr val="FFFFFF"/>
                </a:solidFill>
                <a:latin typeface="Arial MT"/>
                <a:cs typeface="Arial MT"/>
              </a:rPr>
              <a:t>list</a:t>
            </a:r>
            <a:r>
              <a:rPr sz="1800" spc="-15" dirty="0">
                <a:solidFill>
                  <a:srgbClr val="FFFFFF"/>
                </a:solidFill>
                <a:latin typeface="Arial MT"/>
                <a:cs typeface="Arial MT"/>
              </a:rPr>
              <a:t> </a:t>
            </a:r>
            <a:r>
              <a:rPr sz="1800" dirty="0">
                <a:solidFill>
                  <a:srgbClr val="FFFFFF"/>
                </a:solidFill>
                <a:latin typeface="Arial MT"/>
                <a:cs typeface="Arial MT"/>
              </a:rPr>
              <a:t>the</a:t>
            </a:r>
            <a:r>
              <a:rPr sz="1800" spc="-10" dirty="0">
                <a:solidFill>
                  <a:srgbClr val="FFFFFF"/>
                </a:solidFill>
                <a:latin typeface="Arial MT"/>
                <a:cs typeface="Arial MT"/>
              </a:rPr>
              <a:t> </a:t>
            </a:r>
            <a:r>
              <a:rPr sz="1800" dirty="0">
                <a:solidFill>
                  <a:srgbClr val="FFFFFF"/>
                </a:solidFill>
                <a:latin typeface="Arial MT"/>
                <a:cs typeface="Arial MT"/>
              </a:rPr>
              <a:t>contents</a:t>
            </a:r>
            <a:r>
              <a:rPr sz="1800" spc="-15" dirty="0">
                <a:solidFill>
                  <a:srgbClr val="FFFFFF"/>
                </a:solidFill>
                <a:latin typeface="Arial MT"/>
                <a:cs typeface="Arial MT"/>
              </a:rPr>
              <a:t> </a:t>
            </a:r>
            <a:r>
              <a:rPr sz="1800" dirty="0">
                <a:solidFill>
                  <a:srgbClr val="FFFFFF"/>
                </a:solidFill>
                <a:latin typeface="Arial MT"/>
                <a:cs typeface="Arial MT"/>
              </a:rPr>
              <a:t>of</a:t>
            </a:r>
            <a:r>
              <a:rPr sz="1800" spc="-10" dirty="0">
                <a:solidFill>
                  <a:srgbClr val="FFFFFF"/>
                </a:solidFill>
                <a:latin typeface="Arial MT"/>
                <a:cs typeface="Arial MT"/>
              </a:rPr>
              <a:t> </a:t>
            </a:r>
            <a:r>
              <a:rPr sz="1800" spc="-50" dirty="0">
                <a:solidFill>
                  <a:srgbClr val="FFFFFF"/>
                </a:solidFill>
                <a:latin typeface="Arial MT"/>
                <a:cs typeface="Arial MT"/>
              </a:rPr>
              <a:t>a </a:t>
            </a:r>
            <a:r>
              <a:rPr sz="1800" dirty="0">
                <a:solidFill>
                  <a:srgbClr val="FFFFFF"/>
                </a:solidFill>
                <a:latin typeface="Arial MT"/>
                <a:cs typeface="Arial MT"/>
              </a:rPr>
              <a:t>folder.</a:t>
            </a:r>
            <a:r>
              <a:rPr sz="1800" spc="-70" dirty="0">
                <a:solidFill>
                  <a:srgbClr val="FFFFFF"/>
                </a:solidFill>
                <a:latin typeface="Arial MT"/>
                <a:cs typeface="Arial MT"/>
              </a:rPr>
              <a:t> </a:t>
            </a:r>
            <a:r>
              <a:rPr sz="1800" dirty="0">
                <a:solidFill>
                  <a:srgbClr val="FFFFFF"/>
                </a:solidFill>
                <a:latin typeface="Arial MT"/>
                <a:cs typeface="Arial MT"/>
              </a:rPr>
              <a:t>(if</a:t>
            </a:r>
            <a:r>
              <a:rPr sz="1800" spc="-65" dirty="0">
                <a:solidFill>
                  <a:srgbClr val="FFFFFF"/>
                </a:solidFill>
                <a:latin typeface="Arial MT"/>
                <a:cs typeface="Arial MT"/>
              </a:rPr>
              <a:t> </a:t>
            </a:r>
            <a:r>
              <a:rPr sz="1800" spc="-10" dirty="0">
                <a:solidFill>
                  <a:srgbClr val="FFFFFF"/>
                </a:solidFill>
                <a:latin typeface="Arial MT"/>
                <a:cs typeface="Arial MT"/>
              </a:rPr>
              <a:t>windows)</a:t>
            </a:r>
            <a:endParaRPr sz="1800">
              <a:latin typeface="Arial MT"/>
              <a:cs typeface="Arial MT"/>
            </a:endParaRPr>
          </a:p>
        </p:txBody>
      </p:sp>
      <p:grpSp>
        <p:nvGrpSpPr>
          <p:cNvPr id="9" name="object 9"/>
          <p:cNvGrpSpPr/>
          <p:nvPr/>
        </p:nvGrpSpPr>
        <p:grpSpPr>
          <a:xfrm>
            <a:off x="2916330" y="2445681"/>
            <a:ext cx="8947785" cy="3796029"/>
            <a:chOff x="2916330" y="2445681"/>
            <a:chExt cx="8947785" cy="3796029"/>
          </a:xfrm>
        </p:grpSpPr>
        <p:sp>
          <p:nvSpPr>
            <p:cNvPr id="10" name="object 10"/>
            <p:cNvSpPr/>
            <p:nvPr/>
          </p:nvSpPr>
          <p:spPr>
            <a:xfrm>
              <a:off x="2944905" y="2474256"/>
              <a:ext cx="1708150" cy="282575"/>
            </a:xfrm>
            <a:custGeom>
              <a:avLst/>
              <a:gdLst/>
              <a:ahLst/>
              <a:cxnLst/>
              <a:rect l="l" t="t" r="r" b="b"/>
              <a:pathLst>
                <a:path w="1708150" h="282575">
                  <a:moveTo>
                    <a:pt x="0" y="47065"/>
                  </a:moveTo>
                  <a:lnTo>
                    <a:pt x="3698" y="28745"/>
                  </a:lnTo>
                  <a:lnTo>
                    <a:pt x="13785" y="13785"/>
                  </a:lnTo>
                  <a:lnTo>
                    <a:pt x="28745" y="3698"/>
                  </a:lnTo>
                  <a:lnTo>
                    <a:pt x="47065" y="0"/>
                  </a:lnTo>
                  <a:lnTo>
                    <a:pt x="1660711" y="0"/>
                  </a:lnTo>
                  <a:lnTo>
                    <a:pt x="1699869" y="20953"/>
                  </a:lnTo>
                  <a:lnTo>
                    <a:pt x="1707776" y="47065"/>
                  </a:lnTo>
                  <a:lnTo>
                    <a:pt x="1707776" y="235323"/>
                  </a:lnTo>
                  <a:lnTo>
                    <a:pt x="1704078" y="253644"/>
                  </a:lnTo>
                  <a:lnTo>
                    <a:pt x="1693991" y="268604"/>
                  </a:lnTo>
                  <a:lnTo>
                    <a:pt x="1679031" y="278691"/>
                  </a:lnTo>
                  <a:lnTo>
                    <a:pt x="1660711" y="282389"/>
                  </a:lnTo>
                  <a:lnTo>
                    <a:pt x="47065" y="282389"/>
                  </a:lnTo>
                  <a:lnTo>
                    <a:pt x="28745" y="278691"/>
                  </a:lnTo>
                  <a:lnTo>
                    <a:pt x="13785" y="268604"/>
                  </a:lnTo>
                  <a:lnTo>
                    <a:pt x="3698" y="253644"/>
                  </a:lnTo>
                  <a:lnTo>
                    <a:pt x="0" y="235323"/>
                  </a:lnTo>
                  <a:lnTo>
                    <a:pt x="0" y="47065"/>
                  </a:lnTo>
                  <a:close/>
                </a:path>
              </a:pathLst>
            </a:custGeom>
            <a:ln w="57149">
              <a:solidFill>
                <a:srgbClr val="C82506"/>
              </a:solidFill>
            </a:ln>
          </p:spPr>
          <p:txBody>
            <a:bodyPr wrap="square" lIns="0" tIns="0" rIns="0" bIns="0" rtlCol="0"/>
            <a:lstStyle/>
            <a:p>
              <a:endParaRPr/>
            </a:p>
          </p:txBody>
        </p:sp>
        <p:sp>
          <p:nvSpPr>
            <p:cNvPr id="11" name="object 11"/>
            <p:cNvSpPr/>
            <p:nvPr/>
          </p:nvSpPr>
          <p:spPr>
            <a:xfrm>
              <a:off x="5299964" y="5650190"/>
              <a:ext cx="6551930" cy="578485"/>
            </a:xfrm>
            <a:custGeom>
              <a:avLst/>
              <a:gdLst/>
              <a:ahLst/>
              <a:cxnLst/>
              <a:rect l="l" t="t" r="r" b="b"/>
              <a:pathLst>
                <a:path w="6551930" h="578485">
                  <a:moveTo>
                    <a:pt x="6455005" y="578223"/>
                  </a:moveTo>
                  <a:lnTo>
                    <a:pt x="829007" y="578223"/>
                  </a:lnTo>
                  <a:lnTo>
                    <a:pt x="791496" y="570650"/>
                  </a:lnTo>
                  <a:lnTo>
                    <a:pt x="760863" y="549997"/>
                  </a:lnTo>
                  <a:lnTo>
                    <a:pt x="740210" y="519365"/>
                  </a:lnTo>
                  <a:lnTo>
                    <a:pt x="732637" y="481853"/>
                  </a:lnTo>
                  <a:lnTo>
                    <a:pt x="732637" y="240926"/>
                  </a:lnTo>
                  <a:lnTo>
                    <a:pt x="0" y="143289"/>
                  </a:lnTo>
                  <a:lnTo>
                    <a:pt x="732637" y="96370"/>
                  </a:lnTo>
                  <a:lnTo>
                    <a:pt x="740210" y="58858"/>
                  </a:lnTo>
                  <a:lnTo>
                    <a:pt x="760863" y="28226"/>
                  </a:lnTo>
                  <a:lnTo>
                    <a:pt x="791496" y="7573"/>
                  </a:lnTo>
                  <a:lnTo>
                    <a:pt x="829007" y="0"/>
                  </a:lnTo>
                  <a:lnTo>
                    <a:pt x="6455005" y="0"/>
                  </a:lnTo>
                  <a:lnTo>
                    <a:pt x="6508472" y="16191"/>
                  </a:lnTo>
                  <a:lnTo>
                    <a:pt x="6544040" y="59491"/>
                  </a:lnTo>
                  <a:lnTo>
                    <a:pt x="6551375" y="96370"/>
                  </a:lnTo>
                  <a:lnTo>
                    <a:pt x="6551375" y="481853"/>
                  </a:lnTo>
                  <a:lnTo>
                    <a:pt x="6543802" y="519365"/>
                  </a:lnTo>
                  <a:lnTo>
                    <a:pt x="6523149" y="549997"/>
                  </a:lnTo>
                  <a:lnTo>
                    <a:pt x="6492517" y="570650"/>
                  </a:lnTo>
                  <a:lnTo>
                    <a:pt x="6455005" y="578223"/>
                  </a:lnTo>
                  <a:close/>
                </a:path>
              </a:pathLst>
            </a:custGeom>
            <a:solidFill>
              <a:srgbClr val="C82506"/>
            </a:solidFill>
          </p:spPr>
          <p:txBody>
            <a:bodyPr wrap="square" lIns="0" tIns="0" rIns="0" bIns="0" rtlCol="0"/>
            <a:lstStyle/>
            <a:p>
              <a:endParaRPr/>
            </a:p>
          </p:txBody>
        </p:sp>
        <p:sp>
          <p:nvSpPr>
            <p:cNvPr id="12" name="object 12"/>
            <p:cNvSpPr/>
            <p:nvPr/>
          </p:nvSpPr>
          <p:spPr>
            <a:xfrm>
              <a:off x="5299964" y="5650190"/>
              <a:ext cx="6551930" cy="578485"/>
            </a:xfrm>
            <a:custGeom>
              <a:avLst/>
              <a:gdLst/>
              <a:ahLst/>
              <a:cxnLst/>
              <a:rect l="l" t="t" r="r" b="b"/>
              <a:pathLst>
                <a:path w="6551930" h="578485">
                  <a:moveTo>
                    <a:pt x="732637" y="96370"/>
                  </a:moveTo>
                  <a:lnTo>
                    <a:pt x="740210" y="58858"/>
                  </a:lnTo>
                  <a:lnTo>
                    <a:pt x="760863" y="28226"/>
                  </a:lnTo>
                  <a:lnTo>
                    <a:pt x="791496" y="7573"/>
                  </a:lnTo>
                  <a:lnTo>
                    <a:pt x="829007" y="0"/>
                  </a:lnTo>
                  <a:lnTo>
                    <a:pt x="1702427" y="0"/>
                  </a:lnTo>
                  <a:lnTo>
                    <a:pt x="3157111" y="0"/>
                  </a:lnTo>
                  <a:lnTo>
                    <a:pt x="6455005" y="0"/>
                  </a:lnTo>
                  <a:lnTo>
                    <a:pt x="6473894" y="1868"/>
                  </a:lnTo>
                  <a:lnTo>
                    <a:pt x="6523150" y="28226"/>
                  </a:lnTo>
                  <a:lnTo>
                    <a:pt x="6549507" y="77481"/>
                  </a:lnTo>
                  <a:lnTo>
                    <a:pt x="6551375" y="96370"/>
                  </a:lnTo>
                  <a:lnTo>
                    <a:pt x="6551375" y="240926"/>
                  </a:lnTo>
                  <a:lnTo>
                    <a:pt x="6551375" y="481853"/>
                  </a:lnTo>
                  <a:lnTo>
                    <a:pt x="6543802" y="519365"/>
                  </a:lnTo>
                  <a:lnTo>
                    <a:pt x="6523149" y="549997"/>
                  </a:lnTo>
                  <a:lnTo>
                    <a:pt x="6492517" y="570650"/>
                  </a:lnTo>
                  <a:lnTo>
                    <a:pt x="6455005" y="578223"/>
                  </a:lnTo>
                  <a:lnTo>
                    <a:pt x="3157111" y="578223"/>
                  </a:lnTo>
                  <a:lnTo>
                    <a:pt x="1702427" y="578223"/>
                  </a:lnTo>
                  <a:lnTo>
                    <a:pt x="829007" y="578223"/>
                  </a:lnTo>
                  <a:lnTo>
                    <a:pt x="791496" y="570650"/>
                  </a:lnTo>
                  <a:lnTo>
                    <a:pt x="760863" y="549997"/>
                  </a:lnTo>
                  <a:lnTo>
                    <a:pt x="740210" y="519365"/>
                  </a:lnTo>
                  <a:lnTo>
                    <a:pt x="732637" y="481853"/>
                  </a:lnTo>
                  <a:lnTo>
                    <a:pt x="732637" y="240926"/>
                  </a:lnTo>
                  <a:lnTo>
                    <a:pt x="0" y="143289"/>
                  </a:lnTo>
                  <a:lnTo>
                    <a:pt x="732637" y="96370"/>
                  </a:lnTo>
                  <a:close/>
                </a:path>
              </a:pathLst>
            </a:custGeom>
            <a:ln w="25399">
              <a:solidFill>
                <a:srgbClr val="540F02"/>
              </a:solidFill>
            </a:ln>
          </p:spPr>
          <p:txBody>
            <a:bodyPr wrap="square" lIns="0" tIns="0" rIns="0" bIns="0" rtlCol="0"/>
            <a:lstStyle/>
            <a:p>
              <a:endParaRPr/>
            </a:p>
          </p:txBody>
        </p:sp>
      </p:grpSp>
      <p:sp>
        <p:nvSpPr>
          <p:cNvPr id="13" name="object 13"/>
          <p:cNvSpPr txBox="1"/>
          <p:nvPr/>
        </p:nvSpPr>
        <p:spPr>
          <a:xfrm>
            <a:off x="6133853" y="5643138"/>
            <a:ext cx="4658360" cy="574040"/>
          </a:xfrm>
          <a:prstGeom prst="rect">
            <a:avLst/>
          </a:prstGeom>
        </p:spPr>
        <p:txBody>
          <a:bodyPr vert="horz" wrap="square" lIns="0" tIns="12700" rIns="0" bIns="0" rtlCol="0">
            <a:spAutoFit/>
          </a:bodyPr>
          <a:lstStyle/>
          <a:p>
            <a:pPr marL="12700" marR="5080">
              <a:lnSpc>
                <a:spcPct val="100000"/>
              </a:lnSpc>
              <a:spcBef>
                <a:spcPts val="100"/>
              </a:spcBef>
            </a:pPr>
            <a:r>
              <a:rPr sz="1800" dirty="0">
                <a:solidFill>
                  <a:srgbClr val="FFFFFF"/>
                </a:solidFill>
                <a:latin typeface="Arial MT"/>
                <a:cs typeface="Arial MT"/>
              </a:rPr>
              <a:t>7.</a:t>
            </a:r>
            <a:r>
              <a:rPr sz="1800" spc="-20" dirty="0">
                <a:solidFill>
                  <a:srgbClr val="FFFFFF"/>
                </a:solidFill>
                <a:latin typeface="Arial MT"/>
                <a:cs typeface="Arial MT"/>
              </a:rPr>
              <a:t> </a:t>
            </a:r>
            <a:r>
              <a:rPr sz="1800" dirty="0">
                <a:solidFill>
                  <a:srgbClr val="FFFFFF"/>
                </a:solidFill>
                <a:latin typeface="Arial MT"/>
                <a:cs typeface="Arial MT"/>
              </a:rPr>
              <a:t>Use</a:t>
            </a:r>
            <a:r>
              <a:rPr sz="1800" spc="-20" dirty="0">
                <a:solidFill>
                  <a:srgbClr val="FFFFFF"/>
                </a:solidFill>
                <a:latin typeface="Arial MT"/>
                <a:cs typeface="Arial MT"/>
              </a:rPr>
              <a:t> </a:t>
            </a:r>
            <a:r>
              <a:rPr sz="1800" dirty="0">
                <a:solidFill>
                  <a:srgbClr val="FFFFFF"/>
                </a:solidFill>
                <a:latin typeface="Arial MT"/>
                <a:cs typeface="Arial MT"/>
              </a:rPr>
              <a:t>the</a:t>
            </a:r>
            <a:r>
              <a:rPr sz="1800" spc="-20" dirty="0">
                <a:solidFill>
                  <a:srgbClr val="FFFFFF"/>
                </a:solidFill>
                <a:latin typeface="Arial MT"/>
                <a:cs typeface="Arial MT"/>
              </a:rPr>
              <a:t> </a:t>
            </a:r>
            <a:r>
              <a:rPr sz="1800" dirty="0">
                <a:solidFill>
                  <a:srgbClr val="FFFFFF"/>
                </a:solidFill>
                <a:latin typeface="Arial MT"/>
                <a:cs typeface="Arial MT"/>
              </a:rPr>
              <a:t>‘’git</a:t>
            </a:r>
            <a:r>
              <a:rPr sz="1800" spc="-20" dirty="0">
                <a:solidFill>
                  <a:srgbClr val="FFFFFF"/>
                </a:solidFill>
                <a:latin typeface="Arial MT"/>
                <a:cs typeface="Arial MT"/>
              </a:rPr>
              <a:t> </a:t>
            </a:r>
            <a:r>
              <a:rPr sz="1800" spc="-10" dirty="0">
                <a:solidFill>
                  <a:srgbClr val="FFFFFF"/>
                </a:solidFill>
                <a:latin typeface="Arial MT"/>
                <a:cs typeface="Arial MT"/>
              </a:rPr>
              <a:t>init’’</a:t>
            </a:r>
            <a:r>
              <a:rPr sz="1800" spc="-80" dirty="0">
                <a:solidFill>
                  <a:srgbClr val="FFFFFF"/>
                </a:solidFill>
                <a:latin typeface="Arial MT"/>
                <a:cs typeface="Arial MT"/>
              </a:rPr>
              <a:t> </a:t>
            </a:r>
            <a:r>
              <a:rPr sz="1800" dirty="0">
                <a:solidFill>
                  <a:srgbClr val="FFFFFF"/>
                </a:solidFill>
                <a:latin typeface="Arial MT"/>
                <a:cs typeface="Arial MT"/>
              </a:rPr>
              <a:t>command</a:t>
            </a:r>
            <a:r>
              <a:rPr sz="1800" spc="-20" dirty="0">
                <a:solidFill>
                  <a:srgbClr val="FFFFFF"/>
                </a:solidFill>
                <a:latin typeface="Arial MT"/>
                <a:cs typeface="Arial MT"/>
              </a:rPr>
              <a:t> </a:t>
            </a:r>
            <a:r>
              <a:rPr sz="1800" dirty="0">
                <a:solidFill>
                  <a:srgbClr val="FFFFFF"/>
                </a:solidFill>
                <a:latin typeface="Arial MT"/>
                <a:cs typeface="Arial MT"/>
              </a:rPr>
              <a:t>to</a:t>
            </a:r>
            <a:r>
              <a:rPr sz="1800" spc="-20" dirty="0">
                <a:solidFill>
                  <a:srgbClr val="FFFFFF"/>
                </a:solidFill>
                <a:latin typeface="Arial MT"/>
                <a:cs typeface="Arial MT"/>
              </a:rPr>
              <a:t> </a:t>
            </a:r>
            <a:r>
              <a:rPr sz="1800" dirty="0">
                <a:solidFill>
                  <a:srgbClr val="FFFFFF"/>
                </a:solidFill>
                <a:latin typeface="Arial MT"/>
                <a:cs typeface="Arial MT"/>
              </a:rPr>
              <a:t>initialize</a:t>
            </a:r>
            <a:r>
              <a:rPr sz="1800" spc="-15" dirty="0">
                <a:solidFill>
                  <a:srgbClr val="FFFFFF"/>
                </a:solidFill>
                <a:latin typeface="Arial MT"/>
                <a:cs typeface="Arial MT"/>
              </a:rPr>
              <a:t> </a:t>
            </a:r>
            <a:r>
              <a:rPr sz="1800" dirty="0">
                <a:solidFill>
                  <a:srgbClr val="FFFFFF"/>
                </a:solidFill>
                <a:latin typeface="Arial MT"/>
                <a:cs typeface="Arial MT"/>
              </a:rPr>
              <a:t>a</a:t>
            </a:r>
            <a:r>
              <a:rPr sz="1800" spc="-20" dirty="0">
                <a:solidFill>
                  <a:srgbClr val="FFFFFF"/>
                </a:solidFill>
                <a:latin typeface="Arial MT"/>
                <a:cs typeface="Arial MT"/>
              </a:rPr>
              <a:t> </a:t>
            </a:r>
            <a:r>
              <a:rPr sz="1800" spc="-25" dirty="0">
                <a:solidFill>
                  <a:srgbClr val="FFFFFF"/>
                </a:solidFill>
                <a:latin typeface="Arial MT"/>
                <a:cs typeface="Arial MT"/>
              </a:rPr>
              <a:t>Git </a:t>
            </a:r>
            <a:r>
              <a:rPr sz="1800" spc="-10" dirty="0">
                <a:solidFill>
                  <a:srgbClr val="FFFFFF"/>
                </a:solidFill>
                <a:latin typeface="Arial MT"/>
                <a:cs typeface="Arial MT"/>
              </a:rPr>
              <a:t>repository.</a:t>
            </a:r>
            <a:endParaRPr sz="1800">
              <a:latin typeface="Arial MT"/>
              <a:cs typeface="Arial MT"/>
            </a:endParaRPr>
          </a:p>
        </p:txBody>
      </p:sp>
      <p:sp>
        <p:nvSpPr>
          <p:cNvPr id="14" name="object 14"/>
          <p:cNvSpPr/>
          <p:nvPr/>
        </p:nvSpPr>
        <p:spPr>
          <a:xfrm>
            <a:off x="4159626" y="2973560"/>
            <a:ext cx="3281679" cy="2959100"/>
          </a:xfrm>
          <a:custGeom>
            <a:avLst/>
            <a:gdLst/>
            <a:ahLst/>
            <a:cxnLst/>
            <a:rect l="l" t="t" r="r" b="b"/>
            <a:pathLst>
              <a:path w="3281679" h="2959100">
                <a:moveTo>
                  <a:pt x="1237126" y="1923410"/>
                </a:moveTo>
                <a:lnTo>
                  <a:pt x="1242234" y="1898111"/>
                </a:lnTo>
                <a:lnTo>
                  <a:pt x="1256163" y="1877451"/>
                </a:lnTo>
                <a:lnTo>
                  <a:pt x="1276823" y="1863522"/>
                </a:lnTo>
                <a:lnTo>
                  <a:pt x="1302122" y="1858415"/>
                </a:lnTo>
                <a:lnTo>
                  <a:pt x="3216083" y="1858415"/>
                </a:lnTo>
                <a:lnTo>
                  <a:pt x="3262043" y="1877451"/>
                </a:lnTo>
                <a:lnTo>
                  <a:pt x="3281079" y="1923410"/>
                </a:lnTo>
                <a:lnTo>
                  <a:pt x="3281079" y="2183384"/>
                </a:lnTo>
                <a:lnTo>
                  <a:pt x="3275972" y="2208683"/>
                </a:lnTo>
                <a:lnTo>
                  <a:pt x="3262042" y="2229343"/>
                </a:lnTo>
                <a:lnTo>
                  <a:pt x="3241383" y="2243272"/>
                </a:lnTo>
                <a:lnTo>
                  <a:pt x="3216083" y="2248379"/>
                </a:lnTo>
                <a:lnTo>
                  <a:pt x="1302122" y="2248379"/>
                </a:lnTo>
                <a:lnTo>
                  <a:pt x="1276823" y="2243272"/>
                </a:lnTo>
                <a:lnTo>
                  <a:pt x="1256163" y="2229343"/>
                </a:lnTo>
                <a:lnTo>
                  <a:pt x="1242234" y="2208683"/>
                </a:lnTo>
                <a:lnTo>
                  <a:pt x="1237126" y="2183384"/>
                </a:lnTo>
                <a:lnTo>
                  <a:pt x="1237126" y="1923410"/>
                </a:lnTo>
                <a:close/>
              </a:path>
              <a:path w="3281679" h="2959100">
                <a:moveTo>
                  <a:pt x="9627" y="47065"/>
                </a:moveTo>
                <a:lnTo>
                  <a:pt x="13326" y="28745"/>
                </a:lnTo>
                <a:lnTo>
                  <a:pt x="23413" y="13785"/>
                </a:lnTo>
                <a:lnTo>
                  <a:pt x="38373" y="3698"/>
                </a:lnTo>
                <a:lnTo>
                  <a:pt x="56693" y="0"/>
                </a:lnTo>
                <a:lnTo>
                  <a:pt x="445991" y="0"/>
                </a:lnTo>
                <a:lnTo>
                  <a:pt x="485150" y="20953"/>
                </a:lnTo>
                <a:lnTo>
                  <a:pt x="493057" y="47065"/>
                </a:lnTo>
                <a:lnTo>
                  <a:pt x="493057" y="235324"/>
                </a:lnTo>
                <a:lnTo>
                  <a:pt x="489359" y="253644"/>
                </a:lnTo>
                <a:lnTo>
                  <a:pt x="479272" y="268604"/>
                </a:lnTo>
                <a:lnTo>
                  <a:pt x="464311" y="278691"/>
                </a:lnTo>
                <a:lnTo>
                  <a:pt x="445991" y="282389"/>
                </a:lnTo>
                <a:lnTo>
                  <a:pt x="56693" y="282389"/>
                </a:lnTo>
                <a:lnTo>
                  <a:pt x="38373" y="278691"/>
                </a:lnTo>
                <a:lnTo>
                  <a:pt x="23413" y="268604"/>
                </a:lnTo>
                <a:lnTo>
                  <a:pt x="13326" y="253644"/>
                </a:lnTo>
                <a:lnTo>
                  <a:pt x="9627" y="235324"/>
                </a:lnTo>
                <a:lnTo>
                  <a:pt x="9627" y="47065"/>
                </a:lnTo>
                <a:close/>
              </a:path>
              <a:path w="3281679" h="2959100">
                <a:moveTo>
                  <a:pt x="0" y="2723695"/>
                </a:moveTo>
                <a:lnTo>
                  <a:pt x="3698" y="2705375"/>
                </a:lnTo>
                <a:lnTo>
                  <a:pt x="13785" y="2690415"/>
                </a:lnTo>
                <a:lnTo>
                  <a:pt x="28745" y="2680328"/>
                </a:lnTo>
                <a:lnTo>
                  <a:pt x="47065" y="2676629"/>
                </a:lnTo>
                <a:lnTo>
                  <a:pt x="1101079" y="2676629"/>
                </a:lnTo>
                <a:lnTo>
                  <a:pt x="1140238" y="2697583"/>
                </a:lnTo>
                <a:lnTo>
                  <a:pt x="1148145" y="2723695"/>
                </a:lnTo>
                <a:lnTo>
                  <a:pt x="1148145" y="2911954"/>
                </a:lnTo>
                <a:lnTo>
                  <a:pt x="1144447" y="2930274"/>
                </a:lnTo>
                <a:lnTo>
                  <a:pt x="1134360" y="2945234"/>
                </a:lnTo>
                <a:lnTo>
                  <a:pt x="1119400" y="2955321"/>
                </a:lnTo>
                <a:lnTo>
                  <a:pt x="1101079" y="2959019"/>
                </a:lnTo>
                <a:lnTo>
                  <a:pt x="47065" y="2959019"/>
                </a:lnTo>
                <a:lnTo>
                  <a:pt x="28745" y="2955321"/>
                </a:lnTo>
                <a:lnTo>
                  <a:pt x="13785" y="2945234"/>
                </a:lnTo>
                <a:lnTo>
                  <a:pt x="3698" y="2930274"/>
                </a:lnTo>
                <a:lnTo>
                  <a:pt x="0" y="2911954"/>
                </a:lnTo>
                <a:lnTo>
                  <a:pt x="0" y="2723695"/>
                </a:lnTo>
                <a:close/>
              </a:path>
            </a:pathLst>
          </a:custGeom>
          <a:ln w="57149">
            <a:solidFill>
              <a:srgbClr val="C82506"/>
            </a:solidFill>
          </a:ln>
        </p:spPr>
        <p:txBody>
          <a:bodyPr wrap="square" lIns="0" tIns="0" rIns="0" bIns="0" rtlCol="0"/>
          <a:lstStyle/>
          <a:p>
            <a:endParaRPr/>
          </a:p>
        </p:txBody>
      </p:sp>
      <p:sp>
        <p:nvSpPr>
          <p:cNvPr id="15" name="object 15"/>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28</a:t>
            </a:fld>
            <a:endParaRPr spc="-2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15152" y="815447"/>
            <a:ext cx="12802870" cy="6746240"/>
            <a:chOff x="215152" y="815447"/>
            <a:chExt cx="12802870" cy="6746240"/>
          </a:xfrm>
        </p:grpSpPr>
        <p:pic>
          <p:nvPicPr>
            <p:cNvPr id="3" name="object 3"/>
            <p:cNvPicPr/>
            <p:nvPr/>
          </p:nvPicPr>
          <p:blipFill>
            <a:blip r:embed="rId2" cstate="print"/>
            <a:stretch>
              <a:fillRect/>
            </a:stretch>
          </p:blipFill>
          <p:spPr>
            <a:xfrm>
              <a:off x="215152" y="815447"/>
              <a:ext cx="11418047" cy="6746024"/>
            </a:xfrm>
            <a:prstGeom prst="rect">
              <a:avLst/>
            </a:prstGeom>
          </p:spPr>
        </p:pic>
        <p:sp>
          <p:nvSpPr>
            <p:cNvPr id="4" name="object 4"/>
            <p:cNvSpPr/>
            <p:nvPr/>
          </p:nvSpPr>
          <p:spPr>
            <a:xfrm>
              <a:off x="6613299" y="4258234"/>
              <a:ext cx="6391910" cy="1498600"/>
            </a:xfrm>
            <a:custGeom>
              <a:avLst/>
              <a:gdLst/>
              <a:ahLst/>
              <a:cxnLst/>
              <a:rect l="l" t="t" r="r" b="b"/>
              <a:pathLst>
                <a:path w="6391909" h="1498600">
                  <a:moveTo>
                    <a:pt x="0" y="1498580"/>
                  </a:moveTo>
                  <a:lnTo>
                    <a:pt x="1715868" y="688041"/>
                  </a:lnTo>
                  <a:lnTo>
                    <a:pt x="860752" y="688041"/>
                  </a:lnTo>
                  <a:lnTo>
                    <a:pt x="816116" y="679029"/>
                  </a:lnTo>
                  <a:lnTo>
                    <a:pt x="779665" y="654453"/>
                  </a:lnTo>
                  <a:lnTo>
                    <a:pt x="755090" y="618003"/>
                  </a:lnTo>
                  <a:lnTo>
                    <a:pt x="746078" y="573367"/>
                  </a:lnTo>
                  <a:lnTo>
                    <a:pt x="746078" y="114673"/>
                  </a:lnTo>
                  <a:lnTo>
                    <a:pt x="755090" y="70037"/>
                  </a:lnTo>
                  <a:lnTo>
                    <a:pt x="779665" y="33587"/>
                  </a:lnTo>
                  <a:lnTo>
                    <a:pt x="816116" y="9011"/>
                  </a:lnTo>
                  <a:lnTo>
                    <a:pt x="860752" y="0"/>
                  </a:lnTo>
                  <a:lnTo>
                    <a:pt x="6391500" y="0"/>
                  </a:lnTo>
                  <a:lnTo>
                    <a:pt x="6391500" y="688041"/>
                  </a:lnTo>
                  <a:lnTo>
                    <a:pt x="3170553" y="688041"/>
                  </a:lnTo>
                  <a:lnTo>
                    <a:pt x="0" y="1498580"/>
                  </a:lnTo>
                  <a:close/>
                </a:path>
              </a:pathLst>
            </a:custGeom>
            <a:solidFill>
              <a:srgbClr val="C82506"/>
            </a:solidFill>
          </p:spPr>
          <p:txBody>
            <a:bodyPr wrap="square" lIns="0" tIns="0" rIns="0" bIns="0" rtlCol="0"/>
            <a:lstStyle/>
            <a:p>
              <a:endParaRPr/>
            </a:p>
          </p:txBody>
        </p:sp>
        <p:sp>
          <p:nvSpPr>
            <p:cNvPr id="5" name="object 5"/>
            <p:cNvSpPr/>
            <p:nvPr/>
          </p:nvSpPr>
          <p:spPr>
            <a:xfrm>
              <a:off x="6613299" y="4258234"/>
              <a:ext cx="6391910" cy="1498600"/>
            </a:xfrm>
            <a:custGeom>
              <a:avLst/>
              <a:gdLst/>
              <a:ahLst/>
              <a:cxnLst/>
              <a:rect l="l" t="t" r="r" b="b"/>
              <a:pathLst>
                <a:path w="6391909" h="1498600">
                  <a:moveTo>
                    <a:pt x="6391500" y="688041"/>
                  </a:moveTo>
                  <a:lnTo>
                    <a:pt x="3170553" y="688041"/>
                  </a:lnTo>
                  <a:lnTo>
                    <a:pt x="0" y="1498580"/>
                  </a:lnTo>
                  <a:lnTo>
                    <a:pt x="1715868" y="688041"/>
                  </a:lnTo>
                  <a:lnTo>
                    <a:pt x="860752" y="688041"/>
                  </a:lnTo>
                  <a:lnTo>
                    <a:pt x="816116" y="679029"/>
                  </a:lnTo>
                  <a:lnTo>
                    <a:pt x="779665" y="654453"/>
                  </a:lnTo>
                  <a:lnTo>
                    <a:pt x="755090" y="618003"/>
                  </a:lnTo>
                  <a:lnTo>
                    <a:pt x="746078" y="573367"/>
                  </a:lnTo>
                  <a:lnTo>
                    <a:pt x="746078" y="401357"/>
                  </a:lnTo>
                  <a:lnTo>
                    <a:pt x="746078" y="114673"/>
                  </a:lnTo>
                  <a:lnTo>
                    <a:pt x="755090" y="70037"/>
                  </a:lnTo>
                  <a:lnTo>
                    <a:pt x="779665" y="33587"/>
                  </a:lnTo>
                  <a:lnTo>
                    <a:pt x="816116" y="9011"/>
                  </a:lnTo>
                  <a:lnTo>
                    <a:pt x="860752" y="0"/>
                  </a:lnTo>
                  <a:lnTo>
                    <a:pt x="1715868" y="0"/>
                  </a:lnTo>
                  <a:lnTo>
                    <a:pt x="3170553" y="0"/>
                  </a:lnTo>
                  <a:lnTo>
                    <a:pt x="6391500" y="0"/>
                  </a:lnTo>
                </a:path>
              </a:pathLst>
            </a:custGeom>
            <a:ln w="25399">
              <a:solidFill>
                <a:srgbClr val="540F02"/>
              </a:solidFill>
            </a:ln>
          </p:spPr>
          <p:txBody>
            <a:bodyPr wrap="square" lIns="0" tIns="0" rIns="0" bIns="0" rtlCol="0"/>
            <a:lstStyle/>
            <a:p>
              <a:endParaRPr/>
            </a:p>
          </p:txBody>
        </p:sp>
      </p:grpSp>
      <p:sp>
        <p:nvSpPr>
          <p:cNvPr id="6" name="object 6"/>
          <p:cNvSpPr txBox="1"/>
          <p:nvPr/>
        </p:nvSpPr>
        <p:spPr>
          <a:xfrm>
            <a:off x="7465990" y="4306091"/>
            <a:ext cx="5203825" cy="574040"/>
          </a:xfrm>
          <a:prstGeom prst="rect">
            <a:avLst/>
          </a:prstGeom>
        </p:spPr>
        <p:txBody>
          <a:bodyPr vert="horz" wrap="square" lIns="0" tIns="12700" rIns="0" bIns="0" rtlCol="0">
            <a:spAutoFit/>
          </a:bodyPr>
          <a:lstStyle/>
          <a:p>
            <a:pPr marL="12700" marR="5080">
              <a:lnSpc>
                <a:spcPct val="100000"/>
              </a:lnSpc>
              <a:spcBef>
                <a:spcPts val="100"/>
              </a:spcBef>
            </a:pPr>
            <a:r>
              <a:rPr sz="1800" dirty="0">
                <a:solidFill>
                  <a:srgbClr val="FFFFFF"/>
                </a:solidFill>
                <a:latin typeface="Arial MT"/>
                <a:cs typeface="Arial MT"/>
              </a:rPr>
              <a:t>8.</a:t>
            </a:r>
            <a:r>
              <a:rPr sz="1800" spc="-30" dirty="0">
                <a:solidFill>
                  <a:srgbClr val="FFFFFF"/>
                </a:solidFill>
                <a:latin typeface="Arial MT"/>
                <a:cs typeface="Arial MT"/>
              </a:rPr>
              <a:t> </a:t>
            </a:r>
            <a:r>
              <a:rPr sz="1800" dirty="0">
                <a:solidFill>
                  <a:srgbClr val="FFFFFF"/>
                </a:solidFill>
                <a:latin typeface="Arial MT"/>
                <a:cs typeface="Arial MT"/>
              </a:rPr>
              <a:t>Use</a:t>
            </a:r>
            <a:r>
              <a:rPr sz="1800" spc="-25" dirty="0">
                <a:solidFill>
                  <a:srgbClr val="FFFFFF"/>
                </a:solidFill>
                <a:latin typeface="Arial MT"/>
                <a:cs typeface="Arial MT"/>
              </a:rPr>
              <a:t> </a:t>
            </a:r>
            <a:r>
              <a:rPr sz="1800" dirty="0">
                <a:solidFill>
                  <a:srgbClr val="FFFFFF"/>
                </a:solidFill>
                <a:latin typeface="Arial MT"/>
                <a:cs typeface="Arial MT"/>
              </a:rPr>
              <a:t>the</a:t>
            </a:r>
            <a:r>
              <a:rPr sz="1800" spc="-30" dirty="0">
                <a:solidFill>
                  <a:srgbClr val="FFFFFF"/>
                </a:solidFill>
                <a:latin typeface="Arial MT"/>
                <a:cs typeface="Arial MT"/>
              </a:rPr>
              <a:t> </a:t>
            </a:r>
            <a:r>
              <a:rPr sz="1800" dirty="0">
                <a:solidFill>
                  <a:srgbClr val="FFFFFF"/>
                </a:solidFill>
                <a:latin typeface="Arial MT"/>
                <a:cs typeface="Arial MT"/>
              </a:rPr>
              <a:t>‘’git</a:t>
            </a:r>
            <a:r>
              <a:rPr sz="1800" spc="-25" dirty="0">
                <a:solidFill>
                  <a:srgbClr val="FFFFFF"/>
                </a:solidFill>
                <a:latin typeface="Arial MT"/>
                <a:cs typeface="Arial MT"/>
              </a:rPr>
              <a:t> </a:t>
            </a:r>
            <a:r>
              <a:rPr sz="1800" dirty="0">
                <a:solidFill>
                  <a:srgbClr val="FFFFFF"/>
                </a:solidFill>
                <a:latin typeface="Arial MT"/>
                <a:cs typeface="Arial MT"/>
              </a:rPr>
              <a:t>add’’</a:t>
            </a:r>
            <a:r>
              <a:rPr sz="1800" spc="-90" dirty="0">
                <a:solidFill>
                  <a:srgbClr val="FFFFFF"/>
                </a:solidFill>
                <a:latin typeface="Arial MT"/>
                <a:cs typeface="Arial MT"/>
              </a:rPr>
              <a:t> </a:t>
            </a:r>
            <a:r>
              <a:rPr sz="1800" dirty="0">
                <a:solidFill>
                  <a:srgbClr val="FFFFFF"/>
                </a:solidFill>
                <a:latin typeface="Arial MT"/>
                <a:cs typeface="Arial MT"/>
              </a:rPr>
              <a:t>command</a:t>
            </a:r>
            <a:r>
              <a:rPr sz="1800" spc="-30" dirty="0">
                <a:solidFill>
                  <a:srgbClr val="FFFFFF"/>
                </a:solidFill>
                <a:latin typeface="Arial MT"/>
                <a:cs typeface="Arial MT"/>
              </a:rPr>
              <a:t> </a:t>
            </a:r>
            <a:r>
              <a:rPr sz="1800" dirty="0">
                <a:solidFill>
                  <a:srgbClr val="FFFFFF"/>
                </a:solidFill>
                <a:latin typeface="Arial MT"/>
                <a:cs typeface="Arial MT"/>
              </a:rPr>
              <a:t>to</a:t>
            </a:r>
            <a:r>
              <a:rPr sz="1800" spc="-25" dirty="0">
                <a:solidFill>
                  <a:srgbClr val="FFFFFF"/>
                </a:solidFill>
                <a:latin typeface="Arial MT"/>
                <a:cs typeface="Arial MT"/>
              </a:rPr>
              <a:t> </a:t>
            </a:r>
            <a:r>
              <a:rPr sz="1800" dirty="0">
                <a:solidFill>
                  <a:srgbClr val="FFFFFF"/>
                </a:solidFill>
                <a:latin typeface="Arial MT"/>
                <a:cs typeface="Arial MT"/>
              </a:rPr>
              <a:t>add</a:t>
            </a:r>
            <a:r>
              <a:rPr sz="1800" spc="-30" dirty="0">
                <a:solidFill>
                  <a:srgbClr val="FFFFFF"/>
                </a:solidFill>
                <a:latin typeface="Arial MT"/>
                <a:cs typeface="Arial MT"/>
              </a:rPr>
              <a:t> </a:t>
            </a:r>
            <a:r>
              <a:rPr sz="1800" dirty="0">
                <a:solidFill>
                  <a:srgbClr val="FFFFFF"/>
                </a:solidFill>
                <a:latin typeface="Arial MT"/>
                <a:cs typeface="Arial MT"/>
              </a:rPr>
              <a:t>HelloGit.txt</a:t>
            </a:r>
            <a:r>
              <a:rPr sz="1800" spc="-25" dirty="0">
                <a:solidFill>
                  <a:srgbClr val="FFFFFF"/>
                </a:solidFill>
                <a:latin typeface="Arial MT"/>
                <a:cs typeface="Arial MT"/>
              </a:rPr>
              <a:t> to </a:t>
            </a:r>
            <a:r>
              <a:rPr sz="1800" dirty="0">
                <a:solidFill>
                  <a:srgbClr val="FFFFFF"/>
                </a:solidFill>
                <a:latin typeface="Arial MT"/>
                <a:cs typeface="Arial MT"/>
              </a:rPr>
              <a:t>staging</a:t>
            </a:r>
            <a:r>
              <a:rPr sz="1800" spc="-35" dirty="0">
                <a:solidFill>
                  <a:srgbClr val="FFFFFF"/>
                </a:solidFill>
                <a:latin typeface="Arial MT"/>
                <a:cs typeface="Arial MT"/>
              </a:rPr>
              <a:t> </a:t>
            </a:r>
            <a:r>
              <a:rPr sz="1800" spc="-10" dirty="0">
                <a:solidFill>
                  <a:srgbClr val="FFFFFF"/>
                </a:solidFill>
                <a:latin typeface="Arial MT"/>
                <a:cs typeface="Arial MT"/>
              </a:rPr>
              <a:t>file.</a:t>
            </a:r>
            <a:endParaRPr sz="1800">
              <a:latin typeface="Arial MT"/>
              <a:cs typeface="Arial MT"/>
            </a:endParaRPr>
          </a:p>
        </p:txBody>
      </p:sp>
      <p:grpSp>
        <p:nvGrpSpPr>
          <p:cNvPr id="7" name="object 7"/>
          <p:cNvGrpSpPr/>
          <p:nvPr/>
        </p:nvGrpSpPr>
        <p:grpSpPr>
          <a:xfrm>
            <a:off x="6819145" y="6606453"/>
            <a:ext cx="6198870" cy="791845"/>
            <a:chOff x="6819145" y="6606453"/>
            <a:chExt cx="6198870" cy="791845"/>
          </a:xfrm>
        </p:grpSpPr>
        <p:sp>
          <p:nvSpPr>
            <p:cNvPr id="8" name="object 8"/>
            <p:cNvSpPr/>
            <p:nvPr/>
          </p:nvSpPr>
          <p:spPr>
            <a:xfrm>
              <a:off x="6831845" y="6619153"/>
              <a:ext cx="6173470" cy="766445"/>
            </a:xfrm>
            <a:custGeom>
              <a:avLst/>
              <a:gdLst/>
              <a:ahLst/>
              <a:cxnLst/>
              <a:rect l="l" t="t" r="r" b="b"/>
              <a:pathLst>
                <a:path w="6173469" h="766445">
                  <a:moveTo>
                    <a:pt x="6172954" y="765817"/>
                  </a:moveTo>
                  <a:lnTo>
                    <a:pt x="887043" y="765817"/>
                  </a:lnTo>
                  <a:lnTo>
                    <a:pt x="837428" y="755801"/>
                  </a:lnTo>
                  <a:lnTo>
                    <a:pt x="796912" y="728484"/>
                  </a:lnTo>
                  <a:lnTo>
                    <a:pt x="769595" y="687967"/>
                  </a:lnTo>
                  <a:lnTo>
                    <a:pt x="759578" y="638352"/>
                  </a:lnTo>
                  <a:lnTo>
                    <a:pt x="759578" y="319688"/>
                  </a:lnTo>
                  <a:lnTo>
                    <a:pt x="0" y="0"/>
                  </a:lnTo>
                  <a:lnTo>
                    <a:pt x="759578" y="128490"/>
                  </a:lnTo>
                  <a:lnTo>
                    <a:pt x="769595" y="78875"/>
                  </a:lnTo>
                  <a:lnTo>
                    <a:pt x="796912" y="38358"/>
                  </a:lnTo>
                  <a:lnTo>
                    <a:pt x="837428" y="11041"/>
                  </a:lnTo>
                  <a:lnTo>
                    <a:pt x="887043" y="1024"/>
                  </a:lnTo>
                  <a:lnTo>
                    <a:pt x="6172954" y="1024"/>
                  </a:lnTo>
                  <a:lnTo>
                    <a:pt x="6172954" y="765817"/>
                  </a:lnTo>
                  <a:close/>
                </a:path>
              </a:pathLst>
            </a:custGeom>
            <a:solidFill>
              <a:srgbClr val="C82506"/>
            </a:solidFill>
          </p:spPr>
          <p:txBody>
            <a:bodyPr wrap="square" lIns="0" tIns="0" rIns="0" bIns="0" rtlCol="0"/>
            <a:lstStyle/>
            <a:p>
              <a:endParaRPr/>
            </a:p>
          </p:txBody>
        </p:sp>
        <p:sp>
          <p:nvSpPr>
            <p:cNvPr id="9" name="object 9"/>
            <p:cNvSpPr/>
            <p:nvPr/>
          </p:nvSpPr>
          <p:spPr>
            <a:xfrm>
              <a:off x="6831845" y="6619153"/>
              <a:ext cx="6173470" cy="766445"/>
            </a:xfrm>
            <a:custGeom>
              <a:avLst/>
              <a:gdLst/>
              <a:ahLst/>
              <a:cxnLst/>
              <a:rect l="l" t="t" r="r" b="b"/>
              <a:pathLst>
                <a:path w="6173469" h="766445">
                  <a:moveTo>
                    <a:pt x="6172954" y="765817"/>
                  </a:moveTo>
                  <a:lnTo>
                    <a:pt x="3184052" y="765817"/>
                  </a:lnTo>
                  <a:lnTo>
                    <a:pt x="1729367" y="765817"/>
                  </a:lnTo>
                  <a:lnTo>
                    <a:pt x="887043" y="765817"/>
                  </a:lnTo>
                  <a:lnTo>
                    <a:pt x="837428" y="755801"/>
                  </a:lnTo>
                  <a:lnTo>
                    <a:pt x="796912" y="728484"/>
                  </a:lnTo>
                  <a:lnTo>
                    <a:pt x="769595" y="687967"/>
                  </a:lnTo>
                  <a:lnTo>
                    <a:pt x="759578" y="638352"/>
                  </a:lnTo>
                  <a:lnTo>
                    <a:pt x="759578" y="319688"/>
                  </a:lnTo>
                  <a:lnTo>
                    <a:pt x="0" y="0"/>
                  </a:lnTo>
                  <a:lnTo>
                    <a:pt x="759578" y="128490"/>
                  </a:lnTo>
                  <a:lnTo>
                    <a:pt x="769595" y="78875"/>
                  </a:lnTo>
                  <a:lnTo>
                    <a:pt x="796912" y="38358"/>
                  </a:lnTo>
                  <a:lnTo>
                    <a:pt x="837428" y="11041"/>
                  </a:lnTo>
                  <a:lnTo>
                    <a:pt x="887043" y="1024"/>
                  </a:lnTo>
                  <a:lnTo>
                    <a:pt x="1729367" y="1024"/>
                  </a:lnTo>
                  <a:lnTo>
                    <a:pt x="3184052" y="1024"/>
                  </a:lnTo>
                  <a:lnTo>
                    <a:pt x="6172954" y="1024"/>
                  </a:lnTo>
                </a:path>
              </a:pathLst>
            </a:custGeom>
            <a:ln w="25399">
              <a:solidFill>
                <a:srgbClr val="540F02"/>
              </a:solidFill>
            </a:ln>
          </p:spPr>
          <p:txBody>
            <a:bodyPr wrap="square" lIns="0" tIns="0" rIns="0" bIns="0" rtlCol="0"/>
            <a:lstStyle/>
            <a:p>
              <a:endParaRPr/>
            </a:p>
          </p:txBody>
        </p:sp>
      </p:grpSp>
      <p:sp>
        <p:nvSpPr>
          <p:cNvPr id="10" name="object 10"/>
          <p:cNvSpPr txBox="1"/>
          <p:nvPr/>
        </p:nvSpPr>
        <p:spPr>
          <a:xfrm>
            <a:off x="7701782" y="6706410"/>
            <a:ext cx="5203190" cy="574040"/>
          </a:xfrm>
          <a:prstGeom prst="rect">
            <a:avLst/>
          </a:prstGeom>
        </p:spPr>
        <p:txBody>
          <a:bodyPr vert="horz" wrap="square" lIns="0" tIns="12700" rIns="0" bIns="0" rtlCol="0">
            <a:spAutoFit/>
          </a:bodyPr>
          <a:lstStyle/>
          <a:p>
            <a:pPr marL="12700" marR="5080">
              <a:lnSpc>
                <a:spcPct val="100000"/>
              </a:lnSpc>
              <a:spcBef>
                <a:spcPts val="100"/>
              </a:spcBef>
            </a:pPr>
            <a:r>
              <a:rPr sz="1800" dirty="0">
                <a:solidFill>
                  <a:srgbClr val="FFFFFF"/>
                </a:solidFill>
                <a:latin typeface="Arial MT"/>
                <a:cs typeface="Arial MT"/>
              </a:rPr>
              <a:t>9.</a:t>
            </a:r>
            <a:r>
              <a:rPr sz="1800" spc="-30" dirty="0">
                <a:solidFill>
                  <a:srgbClr val="FFFFFF"/>
                </a:solidFill>
                <a:latin typeface="Arial MT"/>
                <a:cs typeface="Arial MT"/>
              </a:rPr>
              <a:t> </a:t>
            </a:r>
            <a:r>
              <a:rPr sz="1800" dirty="0">
                <a:solidFill>
                  <a:srgbClr val="FFFFFF"/>
                </a:solidFill>
                <a:latin typeface="Arial MT"/>
                <a:cs typeface="Arial MT"/>
              </a:rPr>
              <a:t>Use</a:t>
            </a:r>
            <a:r>
              <a:rPr sz="1800" spc="-20" dirty="0">
                <a:solidFill>
                  <a:srgbClr val="FFFFFF"/>
                </a:solidFill>
                <a:latin typeface="Arial MT"/>
                <a:cs typeface="Arial MT"/>
              </a:rPr>
              <a:t> </a:t>
            </a:r>
            <a:r>
              <a:rPr sz="1800" dirty="0">
                <a:solidFill>
                  <a:srgbClr val="FFFFFF"/>
                </a:solidFill>
                <a:latin typeface="Arial MT"/>
                <a:cs typeface="Arial MT"/>
              </a:rPr>
              <a:t>the</a:t>
            </a:r>
            <a:r>
              <a:rPr sz="1800" spc="-20" dirty="0">
                <a:solidFill>
                  <a:srgbClr val="FFFFFF"/>
                </a:solidFill>
                <a:latin typeface="Arial MT"/>
                <a:cs typeface="Arial MT"/>
              </a:rPr>
              <a:t> </a:t>
            </a:r>
            <a:r>
              <a:rPr sz="1800" dirty="0">
                <a:solidFill>
                  <a:srgbClr val="FFFFFF"/>
                </a:solidFill>
                <a:latin typeface="Arial MT"/>
                <a:cs typeface="Arial MT"/>
              </a:rPr>
              <a:t>“git</a:t>
            </a:r>
            <a:r>
              <a:rPr sz="1800" spc="-20" dirty="0">
                <a:solidFill>
                  <a:srgbClr val="FFFFFF"/>
                </a:solidFill>
                <a:latin typeface="Arial MT"/>
                <a:cs typeface="Arial MT"/>
              </a:rPr>
              <a:t> </a:t>
            </a:r>
            <a:r>
              <a:rPr sz="1800" dirty="0">
                <a:solidFill>
                  <a:srgbClr val="FFFFFF"/>
                </a:solidFill>
                <a:latin typeface="Arial MT"/>
                <a:cs typeface="Arial MT"/>
              </a:rPr>
              <a:t>commit</a:t>
            </a:r>
            <a:r>
              <a:rPr sz="1800" spc="-15" dirty="0">
                <a:solidFill>
                  <a:srgbClr val="FFFFFF"/>
                </a:solidFill>
                <a:latin typeface="Arial MT"/>
                <a:cs typeface="Arial MT"/>
              </a:rPr>
              <a:t> </a:t>
            </a:r>
            <a:r>
              <a:rPr sz="1800" dirty="0">
                <a:solidFill>
                  <a:srgbClr val="FFFFFF"/>
                </a:solidFill>
                <a:latin typeface="Arial MT"/>
                <a:cs typeface="Arial MT"/>
              </a:rPr>
              <a:t>–m”</a:t>
            </a:r>
            <a:r>
              <a:rPr sz="1800" spc="-20" dirty="0">
                <a:solidFill>
                  <a:srgbClr val="FFFFFF"/>
                </a:solidFill>
                <a:latin typeface="Arial MT"/>
                <a:cs typeface="Arial MT"/>
              </a:rPr>
              <a:t> </a:t>
            </a:r>
            <a:r>
              <a:rPr sz="1800" dirty="0">
                <a:solidFill>
                  <a:srgbClr val="FFFFFF"/>
                </a:solidFill>
                <a:latin typeface="Arial MT"/>
                <a:cs typeface="Arial MT"/>
              </a:rPr>
              <a:t>command</a:t>
            </a:r>
            <a:r>
              <a:rPr sz="1800" spc="-20" dirty="0">
                <a:solidFill>
                  <a:srgbClr val="FFFFFF"/>
                </a:solidFill>
                <a:latin typeface="Arial MT"/>
                <a:cs typeface="Arial MT"/>
              </a:rPr>
              <a:t> </a:t>
            </a:r>
            <a:r>
              <a:rPr sz="1800" dirty="0">
                <a:solidFill>
                  <a:srgbClr val="FFFFFF"/>
                </a:solidFill>
                <a:latin typeface="Arial MT"/>
                <a:cs typeface="Arial MT"/>
              </a:rPr>
              <a:t>to</a:t>
            </a:r>
            <a:r>
              <a:rPr sz="1800" spc="-20" dirty="0">
                <a:solidFill>
                  <a:srgbClr val="FFFFFF"/>
                </a:solidFill>
                <a:latin typeface="Arial MT"/>
                <a:cs typeface="Arial MT"/>
              </a:rPr>
              <a:t> </a:t>
            </a:r>
            <a:r>
              <a:rPr sz="1800" dirty="0">
                <a:solidFill>
                  <a:srgbClr val="FFFFFF"/>
                </a:solidFill>
                <a:latin typeface="Arial MT"/>
                <a:cs typeface="Arial MT"/>
              </a:rPr>
              <a:t>commit</a:t>
            </a:r>
            <a:r>
              <a:rPr sz="1800" spc="-15" dirty="0">
                <a:solidFill>
                  <a:srgbClr val="FFFFFF"/>
                </a:solidFill>
                <a:latin typeface="Arial MT"/>
                <a:cs typeface="Arial MT"/>
              </a:rPr>
              <a:t> </a:t>
            </a:r>
            <a:r>
              <a:rPr sz="1800" spc="-25" dirty="0">
                <a:solidFill>
                  <a:srgbClr val="FFFFFF"/>
                </a:solidFill>
                <a:latin typeface="Arial MT"/>
                <a:cs typeface="Arial MT"/>
              </a:rPr>
              <a:t>the </a:t>
            </a:r>
            <a:r>
              <a:rPr sz="1800" spc="-10" dirty="0">
                <a:solidFill>
                  <a:srgbClr val="FFFFFF"/>
                </a:solidFill>
                <a:latin typeface="Arial MT"/>
                <a:cs typeface="Arial MT"/>
              </a:rPr>
              <a:t>change.</a:t>
            </a:r>
            <a:endParaRPr sz="1800">
              <a:latin typeface="Arial MT"/>
              <a:cs typeface="Arial MT"/>
            </a:endParaRPr>
          </a:p>
        </p:txBody>
      </p:sp>
      <p:sp>
        <p:nvSpPr>
          <p:cNvPr id="11" name="object 11"/>
          <p:cNvSpPr/>
          <p:nvPr/>
        </p:nvSpPr>
        <p:spPr>
          <a:xfrm>
            <a:off x="3685613" y="5822577"/>
            <a:ext cx="2810510" cy="688340"/>
          </a:xfrm>
          <a:custGeom>
            <a:avLst/>
            <a:gdLst/>
            <a:ahLst/>
            <a:cxnLst/>
            <a:rect l="l" t="t" r="r" b="b"/>
            <a:pathLst>
              <a:path w="2810510" h="688340">
                <a:moveTo>
                  <a:pt x="0" y="49306"/>
                </a:moveTo>
                <a:lnTo>
                  <a:pt x="3874" y="30114"/>
                </a:lnTo>
                <a:lnTo>
                  <a:pt x="14441" y="14441"/>
                </a:lnTo>
                <a:lnTo>
                  <a:pt x="30114" y="3874"/>
                </a:lnTo>
                <a:lnTo>
                  <a:pt x="49306" y="0"/>
                </a:lnTo>
                <a:lnTo>
                  <a:pt x="2224367" y="0"/>
                </a:lnTo>
                <a:lnTo>
                  <a:pt x="2265389" y="21951"/>
                </a:lnTo>
                <a:lnTo>
                  <a:pt x="2273673" y="49306"/>
                </a:lnTo>
                <a:lnTo>
                  <a:pt x="2273673" y="246527"/>
                </a:lnTo>
                <a:lnTo>
                  <a:pt x="2269799" y="265720"/>
                </a:lnTo>
                <a:lnTo>
                  <a:pt x="2259232" y="281393"/>
                </a:lnTo>
                <a:lnTo>
                  <a:pt x="2243559" y="291960"/>
                </a:lnTo>
                <a:lnTo>
                  <a:pt x="2224367" y="295834"/>
                </a:lnTo>
                <a:lnTo>
                  <a:pt x="49306" y="295834"/>
                </a:lnTo>
                <a:lnTo>
                  <a:pt x="30114" y="291960"/>
                </a:lnTo>
                <a:lnTo>
                  <a:pt x="14441" y="281393"/>
                </a:lnTo>
                <a:lnTo>
                  <a:pt x="3874" y="265720"/>
                </a:lnTo>
                <a:lnTo>
                  <a:pt x="0" y="246527"/>
                </a:lnTo>
                <a:lnTo>
                  <a:pt x="0" y="49306"/>
                </a:lnTo>
                <a:close/>
              </a:path>
              <a:path w="2810510" h="688340">
                <a:moveTo>
                  <a:pt x="0" y="441700"/>
                </a:moveTo>
                <a:lnTo>
                  <a:pt x="3874" y="422508"/>
                </a:lnTo>
                <a:lnTo>
                  <a:pt x="14441" y="406835"/>
                </a:lnTo>
                <a:lnTo>
                  <a:pt x="30114" y="396268"/>
                </a:lnTo>
                <a:lnTo>
                  <a:pt x="49306" y="392393"/>
                </a:lnTo>
                <a:lnTo>
                  <a:pt x="2761129" y="392393"/>
                </a:lnTo>
                <a:lnTo>
                  <a:pt x="2802151" y="414345"/>
                </a:lnTo>
                <a:lnTo>
                  <a:pt x="2810435" y="441700"/>
                </a:lnTo>
                <a:lnTo>
                  <a:pt x="2810435" y="638922"/>
                </a:lnTo>
                <a:lnTo>
                  <a:pt x="2806561" y="658114"/>
                </a:lnTo>
                <a:lnTo>
                  <a:pt x="2795994" y="673787"/>
                </a:lnTo>
                <a:lnTo>
                  <a:pt x="2780321" y="684354"/>
                </a:lnTo>
                <a:lnTo>
                  <a:pt x="2761129" y="688228"/>
                </a:lnTo>
                <a:lnTo>
                  <a:pt x="49306" y="688228"/>
                </a:lnTo>
                <a:lnTo>
                  <a:pt x="30114" y="684354"/>
                </a:lnTo>
                <a:lnTo>
                  <a:pt x="14441" y="673787"/>
                </a:lnTo>
                <a:lnTo>
                  <a:pt x="3874" y="658114"/>
                </a:lnTo>
                <a:lnTo>
                  <a:pt x="0" y="638922"/>
                </a:lnTo>
                <a:lnTo>
                  <a:pt x="0" y="441700"/>
                </a:lnTo>
                <a:close/>
              </a:path>
            </a:pathLst>
          </a:custGeom>
          <a:ln w="38099">
            <a:solidFill>
              <a:srgbClr val="C82506"/>
            </a:solidFill>
          </a:ln>
        </p:spPr>
        <p:txBody>
          <a:bodyPr wrap="square" lIns="0" tIns="0" rIns="0" bIns="0" rtlCol="0"/>
          <a:lstStyle/>
          <a:p>
            <a:endParaRPr/>
          </a:p>
        </p:txBody>
      </p:sp>
      <p:sp>
        <p:nvSpPr>
          <p:cNvPr id="12" name="object 12"/>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29</a:t>
            </a:fld>
            <a:endParaRPr spc="-2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58905" y="886027"/>
            <a:ext cx="11202035" cy="8164830"/>
            <a:chOff x="658905" y="886027"/>
            <a:chExt cx="11202035" cy="8164830"/>
          </a:xfrm>
        </p:grpSpPr>
        <p:pic>
          <p:nvPicPr>
            <p:cNvPr id="3" name="object 3"/>
            <p:cNvPicPr/>
            <p:nvPr/>
          </p:nvPicPr>
          <p:blipFill>
            <a:blip r:embed="rId2" cstate="print"/>
            <a:stretch>
              <a:fillRect/>
            </a:stretch>
          </p:blipFill>
          <p:spPr>
            <a:xfrm>
              <a:off x="658905" y="886027"/>
              <a:ext cx="9481670" cy="6714323"/>
            </a:xfrm>
            <a:prstGeom prst="rect">
              <a:avLst/>
            </a:prstGeom>
          </p:spPr>
        </p:pic>
        <p:pic>
          <p:nvPicPr>
            <p:cNvPr id="4" name="object 4"/>
            <p:cNvPicPr/>
            <p:nvPr/>
          </p:nvPicPr>
          <p:blipFill>
            <a:blip r:embed="rId3" cstate="print"/>
            <a:stretch>
              <a:fillRect/>
            </a:stretch>
          </p:blipFill>
          <p:spPr>
            <a:xfrm>
              <a:off x="1929991" y="2598242"/>
              <a:ext cx="9930923" cy="6452001"/>
            </a:xfrm>
            <a:prstGeom prst="rect">
              <a:avLst/>
            </a:prstGeom>
          </p:spPr>
        </p:pic>
        <p:sp>
          <p:nvSpPr>
            <p:cNvPr id="5" name="object 5"/>
            <p:cNvSpPr/>
            <p:nvPr/>
          </p:nvSpPr>
          <p:spPr>
            <a:xfrm>
              <a:off x="3253447" y="1876367"/>
              <a:ext cx="6551930" cy="578485"/>
            </a:xfrm>
            <a:custGeom>
              <a:avLst/>
              <a:gdLst/>
              <a:ahLst/>
              <a:cxnLst/>
              <a:rect l="l" t="t" r="r" b="b"/>
              <a:pathLst>
                <a:path w="6551930" h="578485">
                  <a:moveTo>
                    <a:pt x="6455005" y="578223"/>
                  </a:moveTo>
                  <a:lnTo>
                    <a:pt x="829007" y="578223"/>
                  </a:lnTo>
                  <a:lnTo>
                    <a:pt x="791496" y="570650"/>
                  </a:lnTo>
                  <a:lnTo>
                    <a:pt x="760863" y="549997"/>
                  </a:lnTo>
                  <a:lnTo>
                    <a:pt x="740210" y="519365"/>
                  </a:lnTo>
                  <a:lnTo>
                    <a:pt x="732637" y="481853"/>
                  </a:lnTo>
                  <a:lnTo>
                    <a:pt x="732637" y="240926"/>
                  </a:lnTo>
                  <a:lnTo>
                    <a:pt x="0" y="143289"/>
                  </a:lnTo>
                  <a:lnTo>
                    <a:pt x="732637" y="96370"/>
                  </a:lnTo>
                  <a:lnTo>
                    <a:pt x="740210" y="58858"/>
                  </a:lnTo>
                  <a:lnTo>
                    <a:pt x="760863" y="28226"/>
                  </a:lnTo>
                  <a:lnTo>
                    <a:pt x="791496" y="7573"/>
                  </a:lnTo>
                  <a:lnTo>
                    <a:pt x="829007" y="0"/>
                  </a:lnTo>
                  <a:lnTo>
                    <a:pt x="6455005" y="0"/>
                  </a:lnTo>
                  <a:lnTo>
                    <a:pt x="6508472" y="16191"/>
                  </a:lnTo>
                  <a:lnTo>
                    <a:pt x="6544040" y="59491"/>
                  </a:lnTo>
                  <a:lnTo>
                    <a:pt x="6551376" y="96370"/>
                  </a:lnTo>
                  <a:lnTo>
                    <a:pt x="6551376" y="481853"/>
                  </a:lnTo>
                  <a:lnTo>
                    <a:pt x="6543803" y="519365"/>
                  </a:lnTo>
                  <a:lnTo>
                    <a:pt x="6523150" y="549997"/>
                  </a:lnTo>
                  <a:lnTo>
                    <a:pt x="6492517" y="570650"/>
                  </a:lnTo>
                  <a:lnTo>
                    <a:pt x="6455005" y="578223"/>
                  </a:lnTo>
                  <a:close/>
                </a:path>
              </a:pathLst>
            </a:custGeom>
            <a:solidFill>
              <a:srgbClr val="C82506"/>
            </a:solidFill>
          </p:spPr>
          <p:txBody>
            <a:bodyPr wrap="square" lIns="0" tIns="0" rIns="0" bIns="0" rtlCol="0"/>
            <a:lstStyle/>
            <a:p>
              <a:endParaRPr/>
            </a:p>
          </p:txBody>
        </p:sp>
        <p:sp>
          <p:nvSpPr>
            <p:cNvPr id="6" name="object 6"/>
            <p:cNvSpPr/>
            <p:nvPr/>
          </p:nvSpPr>
          <p:spPr>
            <a:xfrm>
              <a:off x="3253447" y="1876367"/>
              <a:ext cx="6551930" cy="578485"/>
            </a:xfrm>
            <a:custGeom>
              <a:avLst/>
              <a:gdLst/>
              <a:ahLst/>
              <a:cxnLst/>
              <a:rect l="l" t="t" r="r" b="b"/>
              <a:pathLst>
                <a:path w="6551930" h="578485">
                  <a:moveTo>
                    <a:pt x="732637" y="96370"/>
                  </a:moveTo>
                  <a:lnTo>
                    <a:pt x="740210" y="58858"/>
                  </a:lnTo>
                  <a:lnTo>
                    <a:pt x="760863" y="28226"/>
                  </a:lnTo>
                  <a:lnTo>
                    <a:pt x="791496" y="7573"/>
                  </a:lnTo>
                  <a:lnTo>
                    <a:pt x="829007" y="0"/>
                  </a:lnTo>
                  <a:lnTo>
                    <a:pt x="1702427" y="0"/>
                  </a:lnTo>
                  <a:lnTo>
                    <a:pt x="3157111" y="0"/>
                  </a:lnTo>
                  <a:lnTo>
                    <a:pt x="6455005" y="0"/>
                  </a:lnTo>
                  <a:lnTo>
                    <a:pt x="6473894" y="1868"/>
                  </a:lnTo>
                  <a:lnTo>
                    <a:pt x="6523149" y="28226"/>
                  </a:lnTo>
                  <a:lnTo>
                    <a:pt x="6549507" y="77481"/>
                  </a:lnTo>
                  <a:lnTo>
                    <a:pt x="6551376" y="96370"/>
                  </a:lnTo>
                  <a:lnTo>
                    <a:pt x="6551376" y="240926"/>
                  </a:lnTo>
                  <a:lnTo>
                    <a:pt x="6551376" y="481853"/>
                  </a:lnTo>
                  <a:lnTo>
                    <a:pt x="6543803" y="519365"/>
                  </a:lnTo>
                  <a:lnTo>
                    <a:pt x="6523150" y="549997"/>
                  </a:lnTo>
                  <a:lnTo>
                    <a:pt x="6492517" y="570650"/>
                  </a:lnTo>
                  <a:lnTo>
                    <a:pt x="6455005" y="578223"/>
                  </a:lnTo>
                  <a:lnTo>
                    <a:pt x="3157111" y="578223"/>
                  </a:lnTo>
                  <a:lnTo>
                    <a:pt x="1702427" y="578223"/>
                  </a:lnTo>
                  <a:lnTo>
                    <a:pt x="829007" y="578223"/>
                  </a:lnTo>
                  <a:lnTo>
                    <a:pt x="791496" y="570650"/>
                  </a:lnTo>
                  <a:lnTo>
                    <a:pt x="760863" y="549997"/>
                  </a:lnTo>
                  <a:lnTo>
                    <a:pt x="740210" y="519365"/>
                  </a:lnTo>
                  <a:lnTo>
                    <a:pt x="732637" y="481853"/>
                  </a:lnTo>
                  <a:lnTo>
                    <a:pt x="732637" y="240926"/>
                  </a:lnTo>
                  <a:lnTo>
                    <a:pt x="0" y="143289"/>
                  </a:lnTo>
                  <a:lnTo>
                    <a:pt x="732637" y="96370"/>
                  </a:lnTo>
                  <a:close/>
                </a:path>
              </a:pathLst>
            </a:custGeom>
            <a:ln w="25399">
              <a:solidFill>
                <a:srgbClr val="540F02"/>
              </a:solidFill>
            </a:ln>
          </p:spPr>
          <p:txBody>
            <a:bodyPr wrap="square" lIns="0" tIns="0" rIns="0" bIns="0" rtlCol="0"/>
            <a:lstStyle/>
            <a:p>
              <a:endParaRPr/>
            </a:p>
          </p:txBody>
        </p:sp>
      </p:grpSp>
      <p:sp>
        <p:nvSpPr>
          <p:cNvPr id="7" name="object 7"/>
          <p:cNvSpPr txBox="1"/>
          <p:nvPr/>
        </p:nvSpPr>
        <p:spPr>
          <a:xfrm>
            <a:off x="4087336" y="2006475"/>
            <a:ext cx="455739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Arial MT"/>
                <a:cs typeface="Arial MT"/>
              </a:rPr>
              <a:t>10.</a:t>
            </a:r>
            <a:r>
              <a:rPr sz="1800" spc="-30" dirty="0">
                <a:solidFill>
                  <a:srgbClr val="FFFFFF"/>
                </a:solidFill>
                <a:latin typeface="Arial MT"/>
                <a:cs typeface="Arial MT"/>
              </a:rPr>
              <a:t> </a:t>
            </a:r>
            <a:r>
              <a:rPr sz="1800" dirty="0">
                <a:solidFill>
                  <a:srgbClr val="FFFFFF"/>
                </a:solidFill>
                <a:latin typeface="Arial MT"/>
                <a:cs typeface="Arial MT"/>
              </a:rPr>
              <a:t>Modify</a:t>
            </a:r>
            <a:r>
              <a:rPr sz="1800" spc="-20" dirty="0">
                <a:solidFill>
                  <a:srgbClr val="FFFFFF"/>
                </a:solidFill>
                <a:latin typeface="Arial MT"/>
                <a:cs typeface="Arial MT"/>
              </a:rPr>
              <a:t> </a:t>
            </a:r>
            <a:r>
              <a:rPr sz="1800" dirty="0">
                <a:solidFill>
                  <a:srgbClr val="FFFFFF"/>
                </a:solidFill>
                <a:latin typeface="Arial MT"/>
                <a:cs typeface="Arial MT"/>
              </a:rPr>
              <a:t>the</a:t>
            </a:r>
            <a:r>
              <a:rPr sz="1800" spc="-20" dirty="0">
                <a:solidFill>
                  <a:srgbClr val="FFFFFF"/>
                </a:solidFill>
                <a:latin typeface="Arial MT"/>
                <a:cs typeface="Arial MT"/>
              </a:rPr>
              <a:t> </a:t>
            </a:r>
            <a:r>
              <a:rPr sz="1800" dirty="0">
                <a:solidFill>
                  <a:srgbClr val="FFFFFF"/>
                </a:solidFill>
                <a:latin typeface="Arial MT"/>
                <a:cs typeface="Arial MT"/>
              </a:rPr>
              <a:t>hello.txt</a:t>
            </a:r>
            <a:r>
              <a:rPr sz="1800" spc="-15" dirty="0">
                <a:solidFill>
                  <a:srgbClr val="FFFFFF"/>
                </a:solidFill>
                <a:latin typeface="Arial MT"/>
                <a:cs typeface="Arial MT"/>
              </a:rPr>
              <a:t> </a:t>
            </a:r>
            <a:r>
              <a:rPr sz="1800" dirty="0">
                <a:solidFill>
                  <a:srgbClr val="FFFFFF"/>
                </a:solidFill>
                <a:latin typeface="Arial MT"/>
                <a:cs typeface="Arial MT"/>
              </a:rPr>
              <a:t>and</a:t>
            </a:r>
            <a:r>
              <a:rPr sz="1800" spc="-20" dirty="0">
                <a:solidFill>
                  <a:srgbClr val="FFFFFF"/>
                </a:solidFill>
                <a:latin typeface="Arial MT"/>
                <a:cs typeface="Arial MT"/>
              </a:rPr>
              <a:t> </a:t>
            </a:r>
            <a:r>
              <a:rPr sz="1800" dirty="0">
                <a:solidFill>
                  <a:srgbClr val="FFFFFF"/>
                </a:solidFill>
                <a:latin typeface="Arial MT"/>
                <a:cs typeface="Arial MT"/>
              </a:rPr>
              <a:t>save</a:t>
            </a:r>
            <a:r>
              <a:rPr sz="1800" spc="-20" dirty="0">
                <a:solidFill>
                  <a:srgbClr val="FFFFFF"/>
                </a:solidFill>
                <a:latin typeface="Arial MT"/>
                <a:cs typeface="Arial MT"/>
              </a:rPr>
              <a:t> </a:t>
            </a:r>
            <a:r>
              <a:rPr sz="1800" dirty="0">
                <a:solidFill>
                  <a:srgbClr val="FFFFFF"/>
                </a:solidFill>
                <a:latin typeface="Arial MT"/>
                <a:cs typeface="Arial MT"/>
              </a:rPr>
              <a:t>the</a:t>
            </a:r>
            <a:r>
              <a:rPr sz="1800" spc="-15" dirty="0">
                <a:solidFill>
                  <a:srgbClr val="FFFFFF"/>
                </a:solidFill>
                <a:latin typeface="Arial MT"/>
                <a:cs typeface="Arial MT"/>
              </a:rPr>
              <a:t> </a:t>
            </a:r>
            <a:r>
              <a:rPr sz="1800" spc="-10" dirty="0">
                <a:solidFill>
                  <a:srgbClr val="FFFFFF"/>
                </a:solidFill>
                <a:latin typeface="Arial MT"/>
                <a:cs typeface="Arial MT"/>
              </a:rPr>
              <a:t>change.</a:t>
            </a:r>
            <a:endParaRPr sz="1800">
              <a:latin typeface="Arial MT"/>
              <a:cs typeface="Arial MT"/>
            </a:endParaRPr>
          </a:p>
        </p:txBody>
      </p:sp>
      <p:grpSp>
        <p:nvGrpSpPr>
          <p:cNvPr id="8" name="object 8"/>
          <p:cNvGrpSpPr/>
          <p:nvPr/>
        </p:nvGrpSpPr>
        <p:grpSpPr>
          <a:xfrm>
            <a:off x="5087946" y="5888332"/>
            <a:ext cx="7270750" cy="2324100"/>
            <a:chOff x="5087946" y="5888332"/>
            <a:chExt cx="7270750" cy="2324100"/>
          </a:xfrm>
        </p:grpSpPr>
        <p:sp>
          <p:nvSpPr>
            <p:cNvPr id="9" name="object 9"/>
            <p:cNvSpPr/>
            <p:nvPr/>
          </p:nvSpPr>
          <p:spPr>
            <a:xfrm>
              <a:off x="5106996" y="7576220"/>
              <a:ext cx="2721610" cy="617220"/>
            </a:xfrm>
            <a:custGeom>
              <a:avLst/>
              <a:gdLst/>
              <a:ahLst/>
              <a:cxnLst/>
              <a:rect l="l" t="t" r="r" b="b"/>
              <a:pathLst>
                <a:path w="2721609" h="617220">
                  <a:moveTo>
                    <a:pt x="0" y="46147"/>
                  </a:moveTo>
                  <a:lnTo>
                    <a:pt x="3626" y="28185"/>
                  </a:lnTo>
                  <a:lnTo>
                    <a:pt x="13516" y="13516"/>
                  </a:lnTo>
                  <a:lnTo>
                    <a:pt x="28184" y="3626"/>
                  </a:lnTo>
                  <a:lnTo>
                    <a:pt x="46147" y="0"/>
                  </a:lnTo>
                  <a:lnTo>
                    <a:pt x="2199510" y="0"/>
                  </a:lnTo>
                  <a:lnTo>
                    <a:pt x="2237905" y="20545"/>
                  </a:lnTo>
                  <a:lnTo>
                    <a:pt x="2245658" y="46147"/>
                  </a:lnTo>
                  <a:lnTo>
                    <a:pt x="2245658" y="230733"/>
                  </a:lnTo>
                  <a:lnTo>
                    <a:pt x="2242032" y="248696"/>
                  </a:lnTo>
                  <a:lnTo>
                    <a:pt x="2232142" y="263365"/>
                  </a:lnTo>
                  <a:lnTo>
                    <a:pt x="2217473" y="273255"/>
                  </a:lnTo>
                  <a:lnTo>
                    <a:pt x="2199510" y="276882"/>
                  </a:lnTo>
                  <a:lnTo>
                    <a:pt x="46147" y="276882"/>
                  </a:lnTo>
                  <a:lnTo>
                    <a:pt x="28184" y="273255"/>
                  </a:lnTo>
                  <a:lnTo>
                    <a:pt x="13516" y="263365"/>
                  </a:lnTo>
                  <a:lnTo>
                    <a:pt x="3626" y="248696"/>
                  </a:lnTo>
                  <a:lnTo>
                    <a:pt x="0" y="230733"/>
                  </a:lnTo>
                  <a:lnTo>
                    <a:pt x="0" y="46147"/>
                  </a:lnTo>
                  <a:close/>
                </a:path>
                <a:path w="2721609" h="617220">
                  <a:moveTo>
                    <a:pt x="69424" y="386294"/>
                  </a:moveTo>
                  <a:lnTo>
                    <a:pt x="73051" y="368332"/>
                  </a:lnTo>
                  <a:lnTo>
                    <a:pt x="82941" y="353663"/>
                  </a:lnTo>
                  <a:lnTo>
                    <a:pt x="97609" y="343773"/>
                  </a:lnTo>
                  <a:lnTo>
                    <a:pt x="115572" y="340147"/>
                  </a:lnTo>
                  <a:lnTo>
                    <a:pt x="2675233" y="340147"/>
                  </a:lnTo>
                  <a:lnTo>
                    <a:pt x="2713628" y="360691"/>
                  </a:lnTo>
                  <a:lnTo>
                    <a:pt x="2721381" y="386294"/>
                  </a:lnTo>
                  <a:lnTo>
                    <a:pt x="2721381" y="570880"/>
                  </a:lnTo>
                  <a:lnTo>
                    <a:pt x="2717755" y="588843"/>
                  </a:lnTo>
                  <a:lnTo>
                    <a:pt x="2707865" y="603512"/>
                  </a:lnTo>
                  <a:lnTo>
                    <a:pt x="2693197" y="613402"/>
                  </a:lnTo>
                  <a:lnTo>
                    <a:pt x="2675233" y="617029"/>
                  </a:lnTo>
                  <a:lnTo>
                    <a:pt x="115572" y="617029"/>
                  </a:lnTo>
                  <a:lnTo>
                    <a:pt x="97609" y="613402"/>
                  </a:lnTo>
                  <a:lnTo>
                    <a:pt x="82941" y="603512"/>
                  </a:lnTo>
                  <a:lnTo>
                    <a:pt x="73051" y="588843"/>
                  </a:lnTo>
                  <a:lnTo>
                    <a:pt x="69424" y="570880"/>
                  </a:lnTo>
                  <a:lnTo>
                    <a:pt x="69424" y="386294"/>
                  </a:lnTo>
                  <a:close/>
                </a:path>
              </a:pathLst>
            </a:custGeom>
            <a:ln w="38099">
              <a:solidFill>
                <a:srgbClr val="C82506"/>
              </a:solidFill>
            </a:ln>
          </p:spPr>
          <p:txBody>
            <a:bodyPr wrap="square" lIns="0" tIns="0" rIns="0" bIns="0" rtlCol="0"/>
            <a:lstStyle/>
            <a:p>
              <a:endParaRPr/>
            </a:p>
          </p:txBody>
        </p:sp>
        <p:sp>
          <p:nvSpPr>
            <p:cNvPr id="10" name="object 10"/>
            <p:cNvSpPr/>
            <p:nvPr/>
          </p:nvSpPr>
          <p:spPr>
            <a:xfrm>
              <a:off x="6527155" y="5901032"/>
              <a:ext cx="5819140" cy="1555750"/>
            </a:xfrm>
            <a:custGeom>
              <a:avLst/>
              <a:gdLst/>
              <a:ahLst/>
              <a:cxnLst/>
              <a:rect l="l" t="t" r="r" b="b"/>
              <a:pathLst>
                <a:path w="5819140" h="1555750">
                  <a:moveTo>
                    <a:pt x="5722368" y="578224"/>
                  </a:moveTo>
                  <a:lnTo>
                    <a:pt x="96370" y="578224"/>
                  </a:lnTo>
                  <a:lnTo>
                    <a:pt x="58858" y="570650"/>
                  </a:lnTo>
                  <a:lnTo>
                    <a:pt x="28226" y="549997"/>
                  </a:lnTo>
                  <a:lnTo>
                    <a:pt x="7573" y="519365"/>
                  </a:lnTo>
                  <a:lnTo>
                    <a:pt x="0" y="481853"/>
                  </a:lnTo>
                  <a:lnTo>
                    <a:pt x="0" y="96370"/>
                  </a:lnTo>
                  <a:lnTo>
                    <a:pt x="7573" y="58859"/>
                  </a:lnTo>
                  <a:lnTo>
                    <a:pt x="28226" y="28226"/>
                  </a:lnTo>
                  <a:lnTo>
                    <a:pt x="58858" y="7573"/>
                  </a:lnTo>
                  <a:lnTo>
                    <a:pt x="96370" y="0"/>
                  </a:lnTo>
                  <a:lnTo>
                    <a:pt x="5722368" y="0"/>
                  </a:lnTo>
                  <a:lnTo>
                    <a:pt x="5775834" y="16191"/>
                  </a:lnTo>
                  <a:lnTo>
                    <a:pt x="5811403" y="59491"/>
                  </a:lnTo>
                  <a:lnTo>
                    <a:pt x="5818739" y="96370"/>
                  </a:lnTo>
                  <a:lnTo>
                    <a:pt x="5818739" y="481853"/>
                  </a:lnTo>
                  <a:lnTo>
                    <a:pt x="5811165" y="519365"/>
                  </a:lnTo>
                  <a:lnTo>
                    <a:pt x="5790512" y="549997"/>
                  </a:lnTo>
                  <a:lnTo>
                    <a:pt x="5759880" y="570650"/>
                  </a:lnTo>
                  <a:lnTo>
                    <a:pt x="5722368" y="578224"/>
                  </a:lnTo>
                  <a:close/>
                </a:path>
                <a:path w="5819140" h="1555750">
                  <a:moveTo>
                    <a:pt x="396896" y="1555232"/>
                  </a:moveTo>
                  <a:lnTo>
                    <a:pt x="969790" y="578224"/>
                  </a:lnTo>
                  <a:lnTo>
                    <a:pt x="2424474" y="578224"/>
                  </a:lnTo>
                  <a:lnTo>
                    <a:pt x="396896" y="1555232"/>
                  </a:lnTo>
                  <a:close/>
                </a:path>
              </a:pathLst>
            </a:custGeom>
            <a:solidFill>
              <a:srgbClr val="C82506"/>
            </a:solidFill>
          </p:spPr>
          <p:txBody>
            <a:bodyPr wrap="square" lIns="0" tIns="0" rIns="0" bIns="0" rtlCol="0"/>
            <a:lstStyle/>
            <a:p>
              <a:endParaRPr/>
            </a:p>
          </p:txBody>
        </p:sp>
        <p:sp>
          <p:nvSpPr>
            <p:cNvPr id="11" name="object 11"/>
            <p:cNvSpPr/>
            <p:nvPr/>
          </p:nvSpPr>
          <p:spPr>
            <a:xfrm>
              <a:off x="6527155" y="5901032"/>
              <a:ext cx="5819140" cy="1555750"/>
            </a:xfrm>
            <a:custGeom>
              <a:avLst/>
              <a:gdLst/>
              <a:ahLst/>
              <a:cxnLst/>
              <a:rect l="l" t="t" r="r" b="b"/>
              <a:pathLst>
                <a:path w="5819140" h="1555750">
                  <a:moveTo>
                    <a:pt x="0" y="96370"/>
                  </a:moveTo>
                  <a:lnTo>
                    <a:pt x="7573" y="58859"/>
                  </a:lnTo>
                  <a:lnTo>
                    <a:pt x="28226" y="28226"/>
                  </a:lnTo>
                  <a:lnTo>
                    <a:pt x="58858" y="7573"/>
                  </a:lnTo>
                  <a:lnTo>
                    <a:pt x="96370" y="0"/>
                  </a:lnTo>
                  <a:lnTo>
                    <a:pt x="969790" y="0"/>
                  </a:lnTo>
                  <a:lnTo>
                    <a:pt x="2424474" y="0"/>
                  </a:lnTo>
                  <a:lnTo>
                    <a:pt x="5722368" y="0"/>
                  </a:lnTo>
                  <a:lnTo>
                    <a:pt x="5741257" y="1868"/>
                  </a:lnTo>
                  <a:lnTo>
                    <a:pt x="5790512" y="28226"/>
                  </a:lnTo>
                  <a:lnTo>
                    <a:pt x="5816870" y="77482"/>
                  </a:lnTo>
                  <a:lnTo>
                    <a:pt x="5818739" y="96370"/>
                  </a:lnTo>
                  <a:lnTo>
                    <a:pt x="5818739" y="337297"/>
                  </a:lnTo>
                  <a:lnTo>
                    <a:pt x="5818739" y="481853"/>
                  </a:lnTo>
                  <a:lnTo>
                    <a:pt x="5811165" y="519365"/>
                  </a:lnTo>
                  <a:lnTo>
                    <a:pt x="5790512" y="549997"/>
                  </a:lnTo>
                  <a:lnTo>
                    <a:pt x="5759880" y="570650"/>
                  </a:lnTo>
                  <a:lnTo>
                    <a:pt x="5722368" y="578224"/>
                  </a:lnTo>
                  <a:lnTo>
                    <a:pt x="2424474" y="578224"/>
                  </a:lnTo>
                  <a:lnTo>
                    <a:pt x="396896" y="1555232"/>
                  </a:lnTo>
                  <a:lnTo>
                    <a:pt x="969790" y="578224"/>
                  </a:lnTo>
                  <a:lnTo>
                    <a:pt x="96370" y="578224"/>
                  </a:lnTo>
                  <a:lnTo>
                    <a:pt x="58858" y="570650"/>
                  </a:lnTo>
                  <a:lnTo>
                    <a:pt x="28226" y="549997"/>
                  </a:lnTo>
                  <a:lnTo>
                    <a:pt x="7573" y="519365"/>
                  </a:lnTo>
                  <a:lnTo>
                    <a:pt x="0" y="481853"/>
                  </a:lnTo>
                  <a:lnTo>
                    <a:pt x="0" y="337297"/>
                  </a:lnTo>
                  <a:lnTo>
                    <a:pt x="0" y="96370"/>
                  </a:lnTo>
                  <a:close/>
                </a:path>
              </a:pathLst>
            </a:custGeom>
            <a:ln w="25399">
              <a:solidFill>
                <a:srgbClr val="540F02"/>
              </a:solidFill>
            </a:ln>
          </p:spPr>
          <p:txBody>
            <a:bodyPr wrap="square" lIns="0" tIns="0" rIns="0" bIns="0" rtlCol="0"/>
            <a:lstStyle/>
            <a:p>
              <a:endParaRPr/>
            </a:p>
          </p:txBody>
        </p:sp>
      </p:grpSp>
      <p:sp>
        <p:nvSpPr>
          <p:cNvPr id="12" name="object 12"/>
          <p:cNvSpPr txBox="1"/>
          <p:nvPr/>
        </p:nvSpPr>
        <p:spPr>
          <a:xfrm>
            <a:off x="6628407" y="6031141"/>
            <a:ext cx="2901950"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Arial MT"/>
                <a:cs typeface="Arial MT"/>
              </a:rPr>
              <a:t>11.</a:t>
            </a:r>
            <a:r>
              <a:rPr sz="1800" spc="-105" dirty="0">
                <a:solidFill>
                  <a:srgbClr val="FFFFFF"/>
                </a:solidFill>
                <a:latin typeface="Arial MT"/>
                <a:cs typeface="Arial MT"/>
              </a:rPr>
              <a:t> </a:t>
            </a:r>
            <a:r>
              <a:rPr sz="1800" dirty="0">
                <a:solidFill>
                  <a:srgbClr val="FFFFFF"/>
                </a:solidFill>
                <a:latin typeface="Arial MT"/>
                <a:cs typeface="Arial MT"/>
              </a:rPr>
              <a:t>Add</a:t>
            </a:r>
            <a:r>
              <a:rPr sz="1800" spc="-20" dirty="0">
                <a:solidFill>
                  <a:srgbClr val="FFFFFF"/>
                </a:solidFill>
                <a:latin typeface="Arial MT"/>
                <a:cs typeface="Arial MT"/>
              </a:rPr>
              <a:t> </a:t>
            </a:r>
            <a:r>
              <a:rPr sz="1800" dirty="0">
                <a:solidFill>
                  <a:srgbClr val="FFFFFF"/>
                </a:solidFill>
                <a:latin typeface="Arial MT"/>
                <a:cs typeface="Arial MT"/>
              </a:rPr>
              <a:t>It</a:t>
            </a:r>
            <a:r>
              <a:rPr sz="1800" spc="-15" dirty="0">
                <a:solidFill>
                  <a:srgbClr val="FFFFFF"/>
                </a:solidFill>
                <a:latin typeface="Arial MT"/>
                <a:cs typeface="Arial MT"/>
              </a:rPr>
              <a:t> </a:t>
            </a:r>
            <a:r>
              <a:rPr sz="1800" dirty="0">
                <a:solidFill>
                  <a:srgbClr val="FFFFFF"/>
                </a:solidFill>
                <a:latin typeface="Arial MT"/>
                <a:cs typeface="Arial MT"/>
              </a:rPr>
              <a:t>and</a:t>
            </a:r>
            <a:r>
              <a:rPr sz="1800" spc="-15" dirty="0">
                <a:solidFill>
                  <a:srgbClr val="FFFFFF"/>
                </a:solidFill>
                <a:latin typeface="Arial MT"/>
                <a:cs typeface="Arial MT"/>
              </a:rPr>
              <a:t> </a:t>
            </a:r>
            <a:r>
              <a:rPr sz="1800" dirty="0">
                <a:solidFill>
                  <a:srgbClr val="FFFFFF"/>
                </a:solidFill>
                <a:latin typeface="Arial MT"/>
                <a:cs typeface="Arial MT"/>
              </a:rPr>
              <a:t>commit</a:t>
            </a:r>
            <a:r>
              <a:rPr sz="1800" spc="-10" dirty="0">
                <a:solidFill>
                  <a:srgbClr val="FFFFFF"/>
                </a:solidFill>
                <a:latin typeface="Arial MT"/>
                <a:cs typeface="Arial MT"/>
              </a:rPr>
              <a:t> again.</a:t>
            </a:r>
            <a:endParaRPr sz="1800">
              <a:latin typeface="Arial MT"/>
              <a:cs typeface="Arial MT"/>
            </a:endParaRPr>
          </a:p>
        </p:txBody>
      </p:sp>
      <p:sp>
        <p:nvSpPr>
          <p:cNvPr id="13" name="object 13"/>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30</a:t>
            </a:fld>
            <a:endParaRPr spc="-2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991449" y="1233897"/>
            <a:ext cx="11377930" cy="6493510"/>
            <a:chOff x="991449" y="1233897"/>
            <a:chExt cx="11377930" cy="6493510"/>
          </a:xfrm>
        </p:grpSpPr>
        <p:pic>
          <p:nvPicPr>
            <p:cNvPr id="3" name="object 3"/>
            <p:cNvPicPr/>
            <p:nvPr/>
          </p:nvPicPr>
          <p:blipFill>
            <a:blip r:embed="rId2" cstate="print"/>
            <a:stretch>
              <a:fillRect/>
            </a:stretch>
          </p:blipFill>
          <p:spPr>
            <a:xfrm>
              <a:off x="991449" y="1233897"/>
              <a:ext cx="11377705" cy="6493147"/>
            </a:xfrm>
            <a:prstGeom prst="rect">
              <a:avLst/>
            </a:prstGeom>
          </p:spPr>
        </p:pic>
        <p:sp>
          <p:nvSpPr>
            <p:cNvPr id="4" name="object 4"/>
            <p:cNvSpPr/>
            <p:nvPr/>
          </p:nvSpPr>
          <p:spPr>
            <a:xfrm>
              <a:off x="4778832" y="3740882"/>
              <a:ext cx="5819140" cy="1286510"/>
            </a:xfrm>
            <a:custGeom>
              <a:avLst/>
              <a:gdLst/>
              <a:ahLst/>
              <a:cxnLst/>
              <a:rect l="l" t="t" r="r" b="b"/>
              <a:pathLst>
                <a:path w="5819140" h="1286510">
                  <a:moveTo>
                    <a:pt x="5722368" y="578223"/>
                  </a:moveTo>
                  <a:lnTo>
                    <a:pt x="96370" y="578223"/>
                  </a:lnTo>
                  <a:lnTo>
                    <a:pt x="58859" y="570650"/>
                  </a:lnTo>
                  <a:lnTo>
                    <a:pt x="28226" y="549997"/>
                  </a:lnTo>
                  <a:lnTo>
                    <a:pt x="7573" y="519365"/>
                  </a:lnTo>
                  <a:lnTo>
                    <a:pt x="0" y="481852"/>
                  </a:lnTo>
                  <a:lnTo>
                    <a:pt x="0" y="96370"/>
                  </a:lnTo>
                  <a:lnTo>
                    <a:pt x="7573" y="58858"/>
                  </a:lnTo>
                  <a:lnTo>
                    <a:pt x="28226" y="28226"/>
                  </a:lnTo>
                  <a:lnTo>
                    <a:pt x="58859" y="7573"/>
                  </a:lnTo>
                  <a:lnTo>
                    <a:pt x="96370" y="0"/>
                  </a:lnTo>
                  <a:lnTo>
                    <a:pt x="5722368" y="0"/>
                  </a:lnTo>
                  <a:lnTo>
                    <a:pt x="5775834" y="16191"/>
                  </a:lnTo>
                  <a:lnTo>
                    <a:pt x="5811403" y="59491"/>
                  </a:lnTo>
                  <a:lnTo>
                    <a:pt x="5818739" y="96370"/>
                  </a:lnTo>
                  <a:lnTo>
                    <a:pt x="5818739" y="481852"/>
                  </a:lnTo>
                  <a:lnTo>
                    <a:pt x="5811165" y="519365"/>
                  </a:lnTo>
                  <a:lnTo>
                    <a:pt x="5790512" y="549997"/>
                  </a:lnTo>
                  <a:lnTo>
                    <a:pt x="5759880" y="570650"/>
                  </a:lnTo>
                  <a:lnTo>
                    <a:pt x="5722368" y="578223"/>
                  </a:lnTo>
                  <a:close/>
                </a:path>
                <a:path w="5819140" h="1286510">
                  <a:moveTo>
                    <a:pt x="423837" y="1286288"/>
                  </a:moveTo>
                  <a:lnTo>
                    <a:pt x="969789" y="578223"/>
                  </a:lnTo>
                  <a:lnTo>
                    <a:pt x="2424474" y="578223"/>
                  </a:lnTo>
                  <a:lnTo>
                    <a:pt x="423837" y="1286288"/>
                  </a:lnTo>
                  <a:close/>
                </a:path>
              </a:pathLst>
            </a:custGeom>
            <a:solidFill>
              <a:srgbClr val="C82506"/>
            </a:solidFill>
          </p:spPr>
          <p:txBody>
            <a:bodyPr wrap="square" lIns="0" tIns="0" rIns="0" bIns="0" rtlCol="0"/>
            <a:lstStyle/>
            <a:p>
              <a:endParaRPr/>
            </a:p>
          </p:txBody>
        </p:sp>
        <p:sp>
          <p:nvSpPr>
            <p:cNvPr id="5" name="object 5"/>
            <p:cNvSpPr/>
            <p:nvPr/>
          </p:nvSpPr>
          <p:spPr>
            <a:xfrm>
              <a:off x="4778832" y="3740882"/>
              <a:ext cx="5819140" cy="1286510"/>
            </a:xfrm>
            <a:custGeom>
              <a:avLst/>
              <a:gdLst/>
              <a:ahLst/>
              <a:cxnLst/>
              <a:rect l="l" t="t" r="r" b="b"/>
              <a:pathLst>
                <a:path w="5819140" h="1286510">
                  <a:moveTo>
                    <a:pt x="0" y="96370"/>
                  </a:moveTo>
                  <a:lnTo>
                    <a:pt x="7573" y="58858"/>
                  </a:lnTo>
                  <a:lnTo>
                    <a:pt x="28226" y="28226"/>
                  </a:lnTo>
                  <a:lnTo>
                    <a:pt x="58859" y="7573"/>
                  </a:lnTo>
                  <a:lnTo>
                    <a:pt x="96370" y="0"/>
                  </a:lnTo>
                  <a:lnTo>
                    <a:pt x="969789" y="0"/>
                  </a:lnTo>
                  <a:lnTo>
                    <a:pt x="2424474" y="0"/>
                  </a:lnTo>
                  <a:lnTo>
                    <a:pt x="5722368" y="0"/>
                  </a:lnTo>
                  <a:lnTo>
                    <a:pt x="5741257" y="1868"/>
                  </a:lnTo>
                  <a:lnTo>
                    <a:pt x="5790512" y="28226"/>
                  </a:lnTo>
                  <a:lnTo>
                    <a:pt x="5816870" y="77481"/>
                  </a:lnTo>
                  <a:lnTo>
                    <a:pt x="5818739" y="96370"/>
                  </a:lnTo>
                  <a:lnTo>
                    <a:pt x="5818739" y="337297"/>
                  </a:lnTo>
                  <a:lnTo>
                    <a:pt x="5818739" y="481852"/>
                  </a:lnTo>
                  <a:lnTo>
                    <a:pt x="5811165" y="519365"/>
                  </a:lnTo>
                  <a:lnTo>
                    <a:pt x="5790512" y="549997"/>
                  </a:lnTo>
                  <a:lnTo>
                    <a:pt x="5759880" y="570650"/>
                  </a:lnTo>
                  <a:lnTo>
                    <a:pt x="5722368" y="578223"/>
                  </a:lnTo>
                  <a:lnTo>
                    <a:pt x="2424474" y="578223"/>
                  </a:lnTo>
                  <a:lnTo>
                    <a:pt x="423837" y="1286288"/>
                  </a:lnTo>
                  <a:lnTo>
                    <a:pt x="969789" y="578223"/>
                  </a:lnTo>
                  <a:lnTo>
                    <a:pt x="96370" y="578223"/>
                  </a:lnTo>
                  <a:lnTo>
                    <a:pt x="58859" y="570650"/>
                  </a:lnTo>
                  <a:lnTo>
                    <a:pt x="28226" y="549997"/>
                  </a:lnTo>
                  <a:lnTo>
                    <a:pt x="7573" y="519365"/>
                  </a:lnTo>
                  <a:lnTo>
                    <a:pt x="0" y="481852"/>
                  </a:lnTo>
                  <a:lnTo>
                    <a:pt x="0" y="337297"/>
                  </a:lnTo>
                  <a:lnTo>
                    <a:pt x="0" y="96370"/>
                  </a:lnTo>
                  <a:close/>
                </a:path>
              </a:pathLst>
            </a:custGeom>
            <a:ln w="25399">
              <a:solidFill>
                <a:srgbClr val="540F02"/>
              </a:solidFill>
            </a:ln>
          </p:spPr>
          <p:txBody>
            <a:bodyPr wrap="square" lIns="0" tIns="0" rIns="0" bIns="0" rtlCol="0"/>
            <a:lstStyle/>
            <a:p>
              <a:endParaRPr/>
            </a:p>
          </p:txBody>
        </p:sp>
      </p:grpSp>
      <p:sp>
        <p:nvSpPr>
          <p:cNvPr id="6" name="object 6"/>
          <p:cNvSpPr txBox="1"/>
          <p:nvPr/>
        </p:nvSpPr>
        <p:spPr>
          <a:xfrm>
            <a:off x="4880083" y="3870990"/>
            <a:ext cx="531876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Arial MT"/>
                <a:cs typeface="Arial MT"/>
              </a:rPr>
              <a:t>10.Use</a:t>
            </a:r>
            <a:r>
              <a:rPr sz="1800" spc="-30" dirty="0">
                <a:solidFill>
                  <a:srgbClr val="FFFFFF"/>
                </a:solidFill>
                <a:latin typeface="Arial MT"/>
                <a:cs typeface="Arial MT"/>
              </a:rPr>
              <a:t> </a:t>
            </a:r>
            <a:r>
              <a:rPr sz="1800" dirty="0">
                <a:solidFill>
                  <a:srgbClr val="FFFFFF"/>
                </a:solidFill>
                <a:latin typeface="Arial MT"/>
                <a:cs typeface="Arial MT"/>
              </a:rPr>
              <a:t>the</a:t>
            </a:r>
            <a:r>
              <a:rPr sz="1800" spc="-25" dirty="0">
                <a:solidFill>
                  <a:srgbClr val="FFFFFF"/>
                </a:solidFill>
                <a:latin typeface="Arial MT"/>
                <a:cs typeface="Arial MT"/>
              </a:rPr>
              <a:t> </a:t>
            </a:r>
            <a:r>
              <a:rPr sz="1800" dirty="0">
                <a:solidFill>
                  <a:srgbClr val="FFFFFF"/>
                </a:solidFill>
                <a:latin typeface="Arial MT"/>
                <a:cs typeface="Arial MT"/>
              </a:rPr>
              <a:t>‘’git</a:t>
            </a:r>
            <a:r>
              <a:rPr sz="1800" spc="-25" dirty="0">
                <a:solidFill>
                  <a:srgbClr val="FFFFFF"/>
                </a:solidFill>
                <a:latin typeface="Arial MT"/>
                <a:cs typeface="Arial MT"/>
              </a:rPr>
              <a:t> </a:t>
            </a:r>
            <a:r>
              <a:rPr sz="1800" dirty="0">
                <a:solidFill>
                  <a:srgbClr val="FFFFFF"/>
                </a:solidFill>
                <a:latin typeface="Arial MT"/>
                <a:cs typeface="Arial MT"/>
              </a:rPr>
              <a:t>log’’</a:t>
            </a:r>
            <a:r>
              <a:rPr sz="1800" spc="-85" dirty="0">
                <a:solidFill>
                  <a:srgbClr val="FFFFFF"/>
                </a:solidFill>
                <a:latin typeface="Arial MT"/>
                <a:cs typeface="Arial MT"/>
              </a:rPr>
              <a:t> </a:t>
            </a:r>
            <a:r>
              <a:rPr sz="1800" dirty="0">
                <a:solidFill>
                  <a:srgbClr val="FFFFFF"/>
                </a:solidFill>
                <a:latin typeface="Arial MT"/>
                <a:cs typeface="Arial MT"/>
              </a:rPr>
              <a:t>command</a:t>
            </a:r>
            <a:r>
              <a:rPr sz="1800" spc="-25" dirty="0">
                <a:solidFill>
                  <a:srgbClr val="FFFFFF"/>
                </a:solidFill>
                <a:latin typeface="Arial MT"/>
                <a:cs typeface="Arial MT"/>
              </a:rPr>
              <a:t> </a:t>
            </a:r>
            <a:r>
              <a:rPr sz="1800" dirty="0">
                <a:solidFill>
                  <a:srgbClr val="FFFFFF"/>
                </a:solidFill>
                <a:latin typeface="Arial MT"/>
                <a:cs typeface="Arial MT"/>
              </a:rPr>
              <a:t>to</a:t>
            </a:r>
            <a:r>
              <a:rPr sz="1800" spc="-25" dirty="0">
                <a:solidFill>
                  <a:srgbClr val="FFFFFF"/>
                </a:solidFill>
                <a:latin typeface="Arial MT"/>
                <a:cs typeface="Arial MT"/>
              </a:rPr>
              <a:t> </a:t>
            </a:r>
            <a:r>
              <a:rPr sz="1800" dirty="0">
                <a:solidFill>
                  <a:srgbClr val="FFFFFF"/>
                </a:solidFill>
                <a:latin typeface="Arial MT"/>
                <a:cs typeface="Arial MT"/>
              </a:rPr>
              <a:t>view</a:t>
            </a:r>
            <a:r>
              <a:rPr sz="1800" spc="-25" dirty="0">
                <a:solidFill>
                  <a:srgbClr val="FFFFFF"/>
                </a:solidFill>
                <a:latin typeface="Arial MT"/>
                <a:cs typeface="Arial MT"/>
              </a:rPr>
              <a:t> </a:t>
            </a:r>
            <a:r>
              <a:rPr sz="1800" dirty="0">
                <a:solidFill>
                  <a:srgbClr val="FFFFFF"/>
                </a:solidFill>
                <a:latin typeface="Arial MT"/>
                <a:cs typeface="Arial MT"/>
              </a:rPr>
              <a:t>your</a:t>
            </a:r>
            <a:r>
              <a:rPr sz="1800" spc="-25" dirty="0">
                <a:solidFill>
                  <a:srgbClr val="FFFFFF"/>
                </a:solidFill>
                <a:latin typeface="Arial MT"/>
                <a:cs typeface="Arial MT"/>
              </a:rPr>
              <a:t> </a:t>
            </a:r>
            <a:r>
              <a:rPr sz="1800" spc="-10" dirty="0">
                <a:solidFill>
                  <a:srgbClr val="FFFFFF"/>
                </a:solidFill>
                <a:latin typeface="Arial MT"/>
                <a:cs typeface="Arial MT"/>
              </a:rPr>
              <a:t>versions.</a:t>
            </a:r>
            <a:endParaRPr sz="1800">
              <a:latin typeface="Arial MT"/>
              <a:cs typeface="Arial MT"/>
            </a:endParaRPr>
          </a:p>
        </p:txBody>
      </p:sp>
      <p:grpSp>
        <p:nvGrpSpPr>
          <p:cNvPr id="7" name="object 7"/>
          <p:cNvGrpSpPr/>
          <p:nvPr/>
        </p:nvGrpSpPr>
        <p:grpSpPr>
          <a:xfrm>
            <a:off x="4164292" y="4871198"/>
            <a:ext cx="7712075" cy="4175125"/>
            <a:chOff x="4164292" y="4871198"/>
            <a:chExt cx="7712075" cy="4175125"/>
          </a:xfrm>
        </p:grpSpPr>
        <p:sp>
          <p:nvSpPr>
            <p:cNvPr id="8" name="object 8"/>
            <p:cNvSpPr/>
            <p:nvPr/>
          </p:nvSpPr>
          <p:spPr>
            <a:xfrm>
              <a:off x="4183342" y="4890248"/>
              <a:ext cx="993775" cy="260350"/>
            </a:xfrm>
            <a:custGeom>
              <a:avLst/>
              <a:gdLst/>
              <a:ahLst/>
              <a:cxnLst/>
              <a:rect l="l" t="t" r="r" b="b"/>
              <a:pathLst>
                <a:path w="993775" h="260350">
                  <a:moveTo>
                    <a:pt x="0" y="43330"/>
                  </a:moveTo>
                  <a:lnTo>
                    <a:pt x="3405" y="26464"/>
                  </a:lnTo>
                  <a:lnTo>
                    <a:pt x="12690" y="12691"/>
                  </a:lnTo>
                  <a:lnTo>
                    <a:pt x="26463" y="3405"/>
                  </a:lnTo>
                  <a:lnTo>
                    <a:pt x="43329" y="0"/>
                  </a:lnTo>
                  <a:lnTo>
                    <a:pt x="950445" y="0"/>
                  </a:lnTo>
                  <a:lnTo>
                    <a:pt x="986495" y="19290"/>
                  </a:lnTo>
                  <a:lnTo>
                    <a:pt x="993775" y="43330"/>
                  </a:lnTo>
                  <a:lnTo>
                    <a:pt x="993775" y="216646"/>
                  </a:lnTo>
                  <a:lnTo>
                    <a:pt x="990370" y="233512"/>
                  </a:lnTo>
                  <a:lnTo>
                    <a:pt x="981084" y="247285"/>
                  </a:lnTo>
                  <a:lnTo>
                    <a:pt x="967311" y="256571"/>
                  </a:lnTo>
                  <a:lnTo>
                    <a:pt x="950445" y="259976"/>
                  </a:lnTo>
                  <a:lnTo>
                    <a:pt x="43329" y="259976"/>
                  </a:lnTo>
                  <a:lnTo>
                    <a:pt x="26463" y="256571"/>
                  </a:lnTo>
                  <a:lnTo>
                    <a:pt x="12690" y="247285"/>
                  </a:lnTo>
                  <a:lnTo>
                    <a:pt x="3405" y="233512"/>
                  </a:lnTo>
                  <a:lnTo>
                    <a:pt x="0" y="216646"/>
                  </a:lnTo>
                  <a:lnTo>
                    <a:pt x="0" y="43330"/>
                  </a:lnTo>
                  <a:close/>
                </a:path>
              </a:pathLst>
            </a:custGeom>
            <a:ln w="38099">
              <a:solidFill>
                <a:srgbClr val="C82506"/>
              </a:solidFill>
            </a:ln>
          </p:spPr>
          <p:txBody>
            <a:bodyPr wrap="square" lIns="0" tIns="0" rIns="0" bIns="0" rtlCol="0"/>
            <a:lstStyle/>
            <a:p>
              <a:endParaRPr/>
            </a:p>
          </p:txBody>
        </p:sp>
        <p:sp>
          <p:nvSpPr>
            <p:cNvPr id="9" name="object 9"/>
            <p:cNvSpPr/>
            <p:nvPr/>
          </p:nvSpPr>
          <p:spPr>
            <a:xfrm>
              <a:off x="6044826" y="5080840"/>
              <a:ext cx="1593215" cy="260350"/>
            </a:xfrm>
            <a:custGeom>
              <a:avLst/>
              <a:gdLst/>
              <a:ahLst/>
              <a:cxnLst/>
              <a:rect l="l" t="t" r="r" b="b"/>
              <a:pathLst>
                <a:path w="1593215" h="260350">
                  <a:moveTo>
                    <a:pt x="0" y="43330"/>
                  </a:moveTo>
                  <a:lnTo>
                    <a:pt x="3405" y="26464"/>
                  </a:lnTo>
                  <a:lnTo>
                    <a:pt x="12691" y="12691"/>
                  </a:lnTo>
                  <a:lnTo>
                    <a:pt x="26464" y="3405"/>
                  </a:lnTo>
                  <a:lnTo>
                    <a:pt x="43329" y="0"/>
                  </a:lnTo>
                  <a:lnTo>
                    <a:pt x="414243" y="0"/>
                  </a:lnTo>
                  <a:lnTo>
                    <a:pt x="450293" y="19290"/>
                  </a:lnTo>
                  <a:lnTo>
                    <a:pt x="457573" y="43330"/>
                  </a:lnTo>
                  <a:lnTo>
                    <a:pt x="457573" y="216645"/>
                  </a:lnTo>
                  <a:lnTo>
                    <a:pt x="454168" y="233511"/>
                  </a:lnTo>
                  <a:lnTo>
                    <a:pt x="444882" y="247284"/>
                  </a:lnTo>
                  <a:lnTo>
                    <a:pt x="431109" y="256570"/>
                  </a:lnTo>
                  <a:lnTo>
                    <a:pt x="414243" y="259975"/>
                  </a:lnTo>
                  <a:lnTo>
                    <a:pt x="43329" y="259975"/>
                  </a:lnTo>
                  <a:lnTo>
                    <a:pt x="26464" y="256570"/>
                  </a:lnTo>
                  <a:lnTo>
                    <a:pt x="12691" y="247284"/>
                  </a:lnTo>
                  <a:lnTo>
                    <a:pt x="3405" y="233511"/>
                  </a:lnTo>
                  <a:lnTo>
                    <a:pt x="0" y="216645"/>
                  </a:lnTo>
                  <a:lnTo>
                    <a:pt x="0" y="43330"/>
                  </a:lnTo>
                  <a:close/>
                </a:path>
                <a:path w="1593215" h="260350">
                  <a:moveTo>
                    <a:pt x="744068" y="43330"/>
                  </a:moveTo>
                  <a:lnTo>
                    <a:pt x="747473" y="26464"/>
                  </a:lnTo>
                  <a:lnTo>
                    <a:pt x="756759" y="12691"/>
                  </a:lnTo>
                  <a:lnTo>
                    <a:pt x="770532" y="3405"/>
                  </a:lnTo>
                  <a:lnTo>
                    <a:pt x="787398" y="0"/>
                  </a:lnTo>
                  <a:lnTo>
                    <a:pt x="1549771" y="0"/>
                  </a:lnTo>
                  <a:lnTo>
                    <a:pt x="1585821" y="19290"/>
                  </a:lnTo>
                  <a:lnTo>
                    <a:pt x="1593101" y="43330"/>
                  </a:lnTo>
                  <a:lnTo>
                    <a:pt x="1593101" y="216645"/>
                  </a:lnTo>
                  <a:lnTo>
                    <a:pt x="1589696" y="233511"/>
                  </a:lnTo>
                  <a:lnTo>
                    <a:pt x="1580410" y="247284"/>
                  </a:lnTo>
                  <a:lnTo>
                    <a:pt x="1566637" y="256570"/>
                  </a:lnTo>
                  <a:lnTo>
                    <a:pt x="1549771" y="259975"/>
                  </a:lnTo>
                  <a:lnTo>
                    <a:pt x="787398" y="259975"/>
                  </a:lnTo>
                  <a:lnTo>
                    <a:pt x="770532" y="256570"/>
                  </a:lnTo>
                  <a:lnTo>
                    <a:pt x="756759" y="247284"/>
                  </a:lnTo>
                  <a:lnTo>
                    <a:pt x="747473" y="233511"/>
                  </a:lnTo>
                  <a:lnTo>
                    <a:pt x="744068" y="216645"/>
                  </a:lnTo>
                  <a:lnTo>
                    <a:pt x="744068" y="43330"/>
                  </a:lnTo>
                  <a:close/>
                </a:path>
              </a:pathLst>
            </a:custGeom>
            <a:ln w="25399">
              <a:solidFill>
                <a:srgbClr val="773E9B"/>
              </a:solidFill>
            </a:ln>
          </p:spPr>
          <p:txBody>
            <a:bodyPr wrap="square" lIns="0" tIns="0" rIns="0" bIns="0" rtlCol="0"/>
            <a:lstStyle/>
            <a:p>
              <a:endParaRPr/>
            </a:p>
          </p:txBody>
        </p:sp>
        <p:sp>
          <p:nvSpPr>
            <p:cNvPr id="10" name="object 10"/>
            <p:cNvSpPr/>
            <p:nvPr/>
          </p:nvSpPr>
          <p:spPr>
            <a:xfrm>
              <a:off x="6044826" y="5542586"/>
              <a:ext cx="5819140" cy="3491229"/>
            </a:xfrm>
            <a:custGeom>
              <a:avLst/>
              <a:gdLst/>
              <a:ahLst/>
              <a:cxnLst/>
              <a:rect l="l" t="t" r="r" b="b"/>
              <a:pathLst>
                <a:path w="5819140" h="3491229">
                  <a:moveTo>
                    <a:pt x="2424474" y="1283067"/>
                  </a:moveTo>
                  <a:lnTo>
                    <a:pt x="969789" y="1283067"/>
                  </a:lnTo>
                  <a:lnTo>
                    <a:pt x="1123074" y="0"/>
                  </a:lnTo>
                  <a:lnTo>
                    <a:pt x="2424474" y="1283067"/>
                  </a:lnTo>
                  <a:close/>
                </a:path>
                <a:path w="5819140" h="3491229">
                  <a:moveTo>
                    <a:pt x="5450783" y="3490799"/>
                  </a:moveTo>
                  <a:lnTo>
                    <a:pt x="367954" y="3490799"/>
                  </a:lnTo>
                  <a:lnTo>
                    <a:pt x="321799" y="3487932"/>
                  </a:lnTo>
                  <a:lnTo>
                    <a:pt x="277354" y="3479562"/>
                  </a:lnTo>
                  <a:lnTo>
                    <a:pt x="234965" y="3466032"/>
                  </a:lnTo>
                  <a:lnTo>
                    <a:pt x="194977" y="3447688"/>
                  </a:lnTo>
                  <a:lnTo>
                    <a:pt x="157734" y="3424874"/>
                  </a:lnTo>
                  <a:lnTo>
                    <a:pt x="123581" y="3397936"/>
                  </a:lnTo>
                  <a:lnTo>
                    <a:pt x="92863" y="3367218"/>
                  </a:lnTo>
                  <a:lnTo>
                    <a:pt x="65925" y="3333065"/>
                  </a:lnTo>
                  <a:lnTo>
                    <a:pt x="43111" y="3295822"/>
                  </a:lnTo>
                  <a:lnTo>
                    <a:pt x="24767" y="3255833"/>
                  </a:lnTo>
                  <a:lnTo>
                    <a:pt x="11237" y="3213444"/>
                  </a:lnTo>
                  <a:lnTo>
                    <a:pt x="2866" y="3168999"/>
                  </a:lnTo>
                  <a:lnTo>
                    <a:pt x="0" y="3122844"/>
                  </a:lnTo>
                  <a:lnTo>
                    <a:pt x="0" y="1651023"/>
                  </a:lnTo>
                  <a:lnTo>
                    <a:pt x="2866" y="1604867"/>
                  </a:lnTo>
                  <a:lnTo>
                    <a:pt x="11237" y="1560422"/>
                  </a:lnTo>
                  <a:lnTo>
                    <a:pt x="24767" y="1518033"/>
                  </a:lnTo>
                  <a:lnTo>
                    <a:pt x="43111" y="1478045"/>
                  </a:lnTo>
                  <a:lnTo>
                    <a:pt x="65925" y="1440802"/>
                  </a:lnTo>
                  <a:lnTo>
                    <a:pt x="92863" y="1406649"/>
                  </a:lnTo>
                  <a:lnTo>
                    <a:pt x="123581" y="1375931"/>
                  </a:lnTo>
                  <a:lnTo>
                    <a:pt x="157734" y="1348993"/>
                  </a:lnTo>
                  <a:lnTo>
                    <a:pt x="194977" y="1326179"/>
                  </a:lnTo>
                  <a:lnTo>
                    <a:pt x="234965" y="1307835"/>
                  </a:lnTo>
                  <a:lnTo>
                    <a:pt x="277354" y="1294305"/>
                  </a:lnTo>
                  <a:lnTo>
                    <a:pt x="321799" y="1285934"/>
                  </a:lnTo>
                  <a:lnTo>
                    <a:pt x="367954" y="1283067"/>
                  </a:lnTo>
                  <a:lnTo>
                    <a:pt x="5450783" y="1283067"/>
                  </a:lnTo>
                  <a:lnTo>
                    <a:pt x="5499148" y="1286258"/>
                  </a:lnTo>
                  <a:lnTo>
                    <a:pt x="5546276" y="1295673"/>
                  </a:lnTo>
                  <a:lnTo>
                    <a:pt x="5591593" y="1311076"/>
                  </a:lnTo>
                  <a:lnTo>
                    <a:pt x="5634529" y="1332229"/>
                  </a:lnTo>
                  <a:lnTo>
                    <a:pt x="5674511" y="1358896"/>
                  </a:lnTo>
                  <a:lnTo>
                    <a:pt x="5710967" y="1390839"/>
                  </a:lnTo>
                  <a:lnTo>
                    <a:pt x="5742910" y="1427295"/>
                  </a:lnTo>
                  <a:lnTo>
                    <a:pt x="5769576" y="1467277"/>
                  </a:lnTo>
                  <a:lnTo>
                    <a:pt x="5790729" y="1510212"/>
                  </a:lnTo>
                  <a:lnTo>
                    <a:pt x="5806132" y="1555530"/>
                  </a:lnTo>
                  <a:lnTo>
                    <a:pt x="5815547" y="1602657"/>
                  </a:lnTo>
                  <a:lnTo>
                    <a:pt x="5818738" y="1651023"/>
                  </a:lnTo>
                  <a:lnTo>
                    <a:pt x="5818738" y="3122844"/>
                  </a:lnTo>
                  <a:lnTo>
                    <a:pt x="5815871" y="3168999"/>
                  </a:lnTo>
                  <a:lnTo>
                    <a:pt x="5807501" y="3213444"/>
                  </a:lnTo>
                  <a:lnTo>
                    <a:pt x="5793971" y="3255833"/>
                  </a:lnTo>
                  <a:lnTo>
                    <a:pt x="5775626" y="3295822"/>
                  </a:lnTo>
                  <a:lnTo>
                    <a:pt x="5752813" y="3333065"/>
                  </a:lnTo>
                  <a:lnTo>
                    <a:pt x="5725875" y="3367218"/>
                  </a:lnTo>
                  <a:lnTo>
                    <a:pt x="5695157" y="3397936"/>
                  </a:lnTo>
                  <a:lnTo>
                    <a:pt x="5661004" y="3424874"/>
                  </a:lnTo>
                  <a:lnTo>
                    <a:pt x="5623760" y="3447688"/>
                  </a:lnTo>
                  <a:lnTo>
                    <a:pt x="5583772" y="3466032"/>
                  </a:lnTo>
                  <a:lnTo>
                    <a:pt x="5541383" y="3479562"/>
                  </a:lnTo>
                  <a:lnTo>
                    <a:pt x="5496938" y="3487932"/>
                  </a:lnTo>
                  <a:lnTo>
                    <a:pt x="5450783" y="3490799"/>
                  </a:lnTo>
                  <a:close/>
                </a:path>
              </a:pathLst>
            </a:custGeom>
            <a:solidFill>
              <a:srgbClr val="773E9B"/>
            </a:solidFill>
          </p:spPr>
          <p:txBody>
            <a:bodyPr wrap="square" lIns="0" tIns="0" rIns="0" bIns="0" rtlCol="0"/>
            <a:lstStyle/>
            <a:p>
              <a:endParaRPr/>
            </a:p>
          </p:txBody>
        </p:sp>
        <p:sp>
          <p:nvSpPr>
            <p:cNvPr id="11" name="object 11"/>
            <p:cNvSpPr/>
            <p:nvPr/>
          </p:nvSpPr>
          <p:spPr>
            <a:xfrm>
              <a:off x="6044826" y="5542586"/>
              <a:ext cx="5819140" cy="3491229"/>
            </a:xfrm>
            <a:custGeom>
              <a:avLst/>
              <a:gdLst/>
              <a:ahLst/>
              <a:cxnLst/>
              <a:rect l="l" t="t" r="r" b="b"/>
              <a:pathLst>
                <a:path w="5819140" h="3491229">
                  <a:moveTo>
                    <a:pt x="0" y="1651023"/>
                  </a:moveTo>
                  <a:lnTo>
                    <a:pt x="2866" y="1604867"/>
                  </a:lnTo>
                  <a:lnTo>
                    <a:pt x="11237" y="1560422"/>
                  </a:lnTo>
                  <a:lnTo>
                    <a:pt x="24767" y="1518033"/>
                  </a:lnTo>
                  <a:lnTo>
                    <a:pt x="43111" y="1478045"/>
                  </a:lnTo>
                  <a:lnTo>
                    <a:pt x="65925" y="1440802"/>
                  </a:lnTo>
                  <a:lnTo>
                    <a:pt x="92863" y="1406649"/>
                  </a:lnTo>
                  <a:lnTo>
                    <a:pt x="123581" y="1375931"/>
                  </a:lnTo>
                  <a:lnTo>
                    <a:pt x="157734" y="1348993"/>
                  </a:lnTo>
                  <a:lnTo>
                    <a:pt x="194977" y="1326179"/>
                  </a:lnTo>
                  <a:lnTo>
                    <a:pt x="234965" y="1307835"/>
                  </a:lnTo>
                  <a:lnTo>
                    <a:pt x="277354" y="1294305"/>
                  </a:lnTo>
                  <a:lnTo>
                    <a:pt x="321799" y="1285934"/>
                  </a:lnTo>
                  <a:lnTo>
                    <a:pt x="367954" y="1283067"/>
                  </a:lnTo>
                  <a:lnTo>
                    <a:pt x="969789" y="1283067"/>
                  </a:lnTo>
                  <a:lnTo>
                    <a:pt x="1123074" y="0"/>
                  </a:lnTo>
                  <a:lnTo>
                    <a:pt x="2424474" y="1283067"/>
                  </a:lnTo>
                  <a:lnTo>
                    <a:pt x="5450783" y="1283067"/>
                  </a:lnTo>
                  <a:lnTo>
                    <a:pt x="5499148" y="1286258"/>
                  </a:lnTo>
                  <a:lnTo>
                    <a:pt x="5546276" y="1295673"/>
                  </a:lnTo>
                  <a:lnTo>
                    <a:pt x="5591593" y="1311076"/>
                  </a:lnTo>
                  <a:lnTo>
                    <a:pt x="5634529" y="1332229"/>
                  </a:lnTo>
                  <a:lnTo>
                    <a:pt x="5674511" y="1358896"/>
                  </a:lnTo>
                  <a:lnTo>
                    <a:pt x="5710967" y="1390839"/>
                  </a:lnTo>
                  <a:lnTo>
                    <a:pt x="5742910" y="1427295"/>
                  </a:lnTo>
                  <a:lnTo>
                    <a:pt x="5769576" y="1467277"/>
                  </a:lnTo>
                  <a:lnTo>
                    <a:pt x="5790729" y="1510212"/>
                  </a:lnTo>
                  <a:lnTo>
                    <a:pt x="5806132" y="1555530"/>
                  </a:lnTo>
                  <a:lnTo>
                    <a:pt x="5815547" y="1602657"/>
                  </a:lnTo>
                  <a:lnTo>
                    <a:pt x="5818738" y="1651023"/>
                  </a:lnTo>
                  <a:lnTo>
                    <a:pt x="5818738" y="2202956"/>
                  </a:lnTo>
                  <a:lnTo>
                    <a:pt x="5818738" y="3122844"/>
                  </a:lnTo>
                  <a:lnTo>
                    <a:pt x="5815871" y="3168999"/>
                  </a:lnTo>
                  <a:lnTo>
                    <a:pt x="5807501" y="3213444"/>
                  </a:lnTo>
                  <a:lnTo>
                    <a:pt x="5793971" y="3255833"/>
                  </a:lnTo>
                  <a:lnTo>
                    <a:pt x="5775626" y="3295822"/>
                  </a:lnTo>
                  <a:lnTo>
                    <a:pt x="5752813" y="3333065"/>
                  </a:lnTo>
                  <a:lnTo>
                    <a:pt x="5725875" y="3367218"/>
                  </a:lnTo>
                  <a:lnTo>
                    <a:pt x="5695157" y="3397936"/>
                  </a:lnTo>
                  <a:lnTo>
                    <a:pt x="5661004" y="3424874"/>
                  </a:lnTo>
                  <a:lnTo>
                    <a:pt x="5623760" y="3447688"/>
                  </a:lnTo>
                  <a:lnTo>
                    <a:pt x="5583772" y="3466032"/>
                  </a:lnTo>
                  <a:lnTo>
                    <a:pt x="5541383" y="3479562"/>
                  </a:lnTo>
                  <a:lnTo>
                    <a:pt x="5496938" y="3487932"/>
                  </a:lnTo>
                  <a:lnTo>
                    <a:pt x="5450783" y="3490799"/>
                  </a:lnTo>
                  <a:lnTo>
                    <a:pt x="2424474" y="3490799"/>
                  </a:lnTo>
                  <a:lnTo>
                    <a:pt x="969789" y="3490799"/>
                  </a:lnTo>
                  <a:lnTo>
                    <a:pt x="367954" y="3490799"/>
                  </a:lnTo>
                  <a:lnTo>
                    <a:pt x="321799" y="3487932"/>
                  </a:lnTo>
                  <a:lnTo>
                    <a:pt x="277354" y="3479562"/>
                  </a:lnTo>
                  <a:lnTo>
                    <a:pt x="234965" y="3466032"/>
                  </a:lnTo>
                  <a:lnTo>
                    <a:pt x="194977" y="3447688"/>
                  </a:lnTo>
                  <a:lnTo>
                    <a:pt x="157734" y="3424874"/>
                  </a:lnTo>
                  <a:lnTo>
                    <a:pt x="123581" y="3397936"/>
                  </a:lnTo>
                  <a:lnTo>
                    <a:pt x="92863" y="3367218"/>
                  </a:lnTo>
                  <a:lnTo>
                    <a:pt x="65925" y="3333065"/>
                  </a:lnTo>
                  <a:lnTo>
                    <a:pt x="43111" y="3295822"/>
                  </a:lnTo>
                  <a:lnTo>
                    <a:pt x="24767" y="3255833"/>
                  </a:lnTo>
                  <a:lnTo>
                    <a:pt x="11237" y="3213444"/>
                  </a:lnTo>
                  <a:lnTo>
                    <a:pt x="2866" y="3168999"/>
                  </a:lnTo>
                  <a:lnTo>
                    <a:pt x="0" y="3122844"/>
                  </a:lnTo>
                  <a:lnTo>
                    <a:pt x="0" y="2202956"/>
                  </a:lnTo>
                  <a:lnTo>
                    <a:pt x="0" y="1651023"/>
                  </a:lnTo>
                  <a:close/>
                </a:path>
              </a:pathLst>
            </a:custGeom>
            <a:ln w="25399">
              <a:solidFill>
                <a:srgbClr val="311A41"/>
              </a:solidFill>
            </a:ln>
          </p:spPr>
          <p:txBody>
            <a:bodyPr wrap="square" lIns="0" tIns="0" rIns="0" bIns="0" rtlCol="0"/>
            <a:lstStyle/>
            <a:p>
              <a:endParaRPr/>
            </a:p>
          </p:txBody>
        </p:sp>
      </p:grpSp>
      <p:sp>
        <p:nvSpPr>
          <p:cNvPr id="12" name="object 12"/>
          <p:cNvSpPr txBox="1"/>
          <p:nvPr/>
        </p:nvSpPr>
        <p:spPr>
          <a:xfrm>
            <a:off x="6225621" y="7084716"/>
            <a:ext cx="5391785" cy="16713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FFFFFF"/>
                </a:solidFill>
                <a:latin typeface="Arial"/>
                <a:cs typeface="Arial"/>
              </a:rPr>
              <a:t>Head</a:t>
            </a:r>
            <a:r>
              <a:rPr sz="1800" spc="-10" dirty="0">
                <a:solidFill>
                  <a:srgbClr val="FFFFFF"/>
                </a:solidFill>
                <a:latin typeface="Arial MT"/>
                <a:cs typeface="Arial MT"/>
              </a:rPr>
              <a:t>:</a:t>
            </a:r>
            <a:endParaRPr sz="1800">
              <a:latin typeface="Arial MT"/>
              <a:cs typeface="Arial MT"/>
            </a:endParaRPr>
          </a:p>
          <a:p>
            <a:pPr marL="12700">
              <a:lnSpc>
                <a:spcPct val="100000"/>
              </a:lnSpc>
            </a:pPr>
            <a:r>
              <a:rPr sz="1800" dirty="0">
                <a:solidFill>
                  <a:srgbClr val="FFFFFF"/>
                </a:solidFill>
                <a:latin typeface="Arial MT"/>
                <a:cs typeface="Arial MT"/>
              </a:rPr>
              <a:t>A</a:t>
            </a:r>
            <a:r>
              <a:rPr sz="1800" spc="-130" dirty="0">
                <a:solidFill>
                  <a:srgbClr val="FFFFFF"/>
                </a:solidFill>
                <a:latin typeface="Arial MT"/>
                <a:cs typeface="Arial MT"/>
              </a:rPr>
              <a:t> </a:t>
            </a:r>
            <a:r>
              <a:rPr sz="1800" dirty="0">
                <a:solidFill>
                  <a:srgbClr val="FFFFFF"/>
                </a:solidFill>
                <a:latin typeface="Arial MT"/>
                <a:cs typeface="Arial MT"/>
              </a:rPr>
              <a:t>reference</a:t>
            </a:r>
            <a:r>
              <a:rPr sz="1800" spc="-20" dirty="0">
                <a:solidFill>
                  <a:srgbClr val="FFFFFF"/>
                </a:solidFill>
                <a:latin typeface="Arial MT"/>
                <a:cs typeface="Arial MT"/>
              </a:rPr>
              <a:t> </a:t>
            </a:r>
            <a:r>
              <a:rPr sz="1800" dirty="0">
                <a:solidFill>
                  <a:srgbClr val="FFFFFF"/>
                </a:solidFill>
                <a:latin typeface="Arial MT"/>
                <a:cs typeface="Arial MT"/>
              </a:rPr>
              <a:t>to</a:t>
            </a:r>
            <a:r>
              <a:rPr sz="1800" spc="-20" dirty="0">
                <a:solidFill>
                  <a:srgbClr val="FFFFFF"/>
                </a:solidFill>
                <a:latin typeface="Arial MT"/>
                <a:cs typeface="Arial MT"/>
              </a:rPr>
              <a:t> </a:t>
            </a:r>
            <a:r>
              <a:rPr sz="1800" dirty="0">
                <a:solidFill>
                  <a:srgbClr val="FFFFFF"/>
                </a:solidFill>
                <a:latin typeface="Arial MT"/>
                <a:cs typeface="Arial MT"/>
              </a:rPr>
              <a:t>where</a:t>
            </a:r>
            <a:r>
              <a:rPr sz="1800" spc="-20" dirty="0">
                <a:solidFill>
                  <a:srgbClr val="FFFFFF"/>
                </a:solidFill>
                <a:latin typeface="Arial MT"/>
                <a:cs typeface="Arial MT"/>
              </a:rPr>
              <a:t> </a:t>
            </a:r>
            <a:r>
              <a:rPr sz="1800" dirty="0">
                <a:solidFill>
                  <a:srgbClr val="FFFFFF"/>
                </a:solidFill>
                <a:latin typeface="Arial MT"/>
                <a:cs typeface="Arial MT"/>
              </a:rPr>
              <a:t>you</a:t>
            </a:r>
            <a:r>
              <a:rPr sz="1800" spc="-20" dirty="0">
                <a:solidFill>
                  <a:srgbClr val="FFFFFF"/>
                </a:solidFill>
                <a:latin typeface="Arial MT"/>
                <a:cs typeface="Arial MT"/>
              </a:rPr>
              <a:t> </a:t>
            </a:r>
            <a:r>
              <a:rPr sz="1800" dirty="0">
                <a:solidFill>
                  <a:srgbClr val="FFFFFF"/>
                </a:solidFill>
                <a:latin typeface="Arial MT"/>
                <a:cs typeface="Arial MT"/>
              </a:rPr>
              <a:t>are</a:t>
            </a:r>
            <a:r>
              <a:rPr sz="1800" spc="-20" dirty="0">
                <a:solidFill>
                  <a:srgbClr val="FFFFFF"/>
                </a:solidFill>
                <a:latin typeface="Arial MT"/>
                <a:cs typeface="Arial MT"/>
              </a:rPr>
              <a:t> </a:t>
            </a:r>
            <a:r>
              <a:rPr sz="1800" dirty="0">
                <a:solidFill>
                  <a:srgbClr val="FFFFFF"/>
                </a:solidFill>
                <a:latin typeface="Arial MT"/>
                <a:cs typeface="Arial MT"/>
              </a:rPr>
              <a:t>currently</a:t>
            </a:r>
            <a:r>
              <a:rPr sz="1800" spc="-20" dirty="0">
                <a:solidFill>
                  <a:srgbClr val="FFFFFF"/>
                </a:solidFill>
                <a:latin typeface="Arial MT"/>
                <a:cs typeface="Arial MT"/>
              </a:rPr>
              <a:t> </a:t>
            </a:r>
            <a:r>
              <a:rPr sz="1800" dirty="0">
                <a:solidFill>
                  <a:srgbClr val="FFFFFF"/>
                </a:solidFill>
                <a:latin typeface="Arial MT"/>
                <a:cs typeface="Arial MT"/>
              </a:rPr>
              <a:t>working</a:t>
            </a:r>
            <a:r>
              <a:rPr sz="1800" spc="-15" dirty="0">
                <a:solidFill>
                  <a:srgbClr val="FFFFFF"/>
                </a:solidFill>
                <a:latin typeface="Arial MT"/>
                <a:cs typeface="Arial MT"/>
              </a:rPr>
              <a:t> </a:t>
            </a:r>
            <a:r>
              <a:rPr sz="1800" spc="-25" dirty="0">
                <a:solidFill>
                  <a:srgbClr val="FFFFFF"/>
                </a:solidFill>
                <a:latin typeface="Arial MT"/>
                <a:cs typeface="Arial MT"/>
              </a:rPr>
              <a:t>on.</a:t>
            </a:r>
            <a:endParaRPr sz="1800">
              <a:latin typeface="Arial MT"/>
              <a:cs typeface="Arial MT"/>
            </a:endParaRPr>
          </a:p>
          <a:p>
            <a:pPr>
              <a:lnSpc>
                <a:spcPct val="100000"/>
              </a:lnSpc>
              <a:spcBef>
                <a:spcPts val="90"/>
              </a:spcBef>
            </a:pPr>
            <a:endParaRPr sz="1800">
              <a:latin typeface="Arial MT"/>
              <a:cs typeface="Arial MT"/>
            </a:endParaRPr>
          </a:p>
          <a:p>
            <a:pPr marL="12700">
              <a:lnSpc>
                <a:spcPct val="100000"/>
              </a:lnSpc>
            </a:pPr>
            <a:r>
              <a:rPr sz="1800" b="1" spc="-10" dirty="0">
                <a:solidFill>
                  <a:srgbClr val="FFFFFF"/>
                </a:solidFill>
                <a:latin typeface="Arial"/>
                <a:cs typeface="Arial"/>
              </a:rPr>
              <a:t>Master</a:t>
            </a:r>
            <a:r>
              <a:rPr sz="1800" spc="-10" dirty="0">
                <a:solidFill>
                  <a:srgbClr val="FFFFFF"/>
                </a:solidFill>
                <a:latin typeface="Arial MT"/>
                <a:cs typeface="Arial MT"/>
              </a:rPr>
              <a:t>:</a:t>
            </a:r>
            <a:endParaRPr sz="1800">
              <a:latin typeface="Arial MT"/>
              <a:cs typeface="Arial MT"/>
            </a:endParaRPr>
          </a:p>
          <a:p>
            <a:pPr marL="12700" marR="5080">
              <a:lnSpc>
                <a:spcPct val="100000"/>
              </a:lnSpc>
            </a:pPr>
            <a:r>
              <a:rPr sz="1800" dirty="0">
                <a:solidFill>
                  <a:srgbClr val="FFFFFF"/>
                </a:solidFill>
                <a:latin typeface="Arial MT"/>
                <a:cs typeface="Arial MT"/>
              </a:rPr>
              <a:t>The</a:t>
            </a:r>
            <a:r>
              <a:rPr sz="1800" spc="-30" dirty="0">
                <a:solidFill>
                  <a:srgbClr val="FFFFFF"/>
                </a:solidFill>
                <a:latin typeface="Arial MT"/>
                <a:cs typeface="Arial MT"/>
              </a:rPr>
              <a:t> </a:t>
            </a:r>
            <a:r>
              <a:rPr sz="1800" dirty="0">
                <a:solidFill>
                  <a:srgbClr val="FFFFFF"/>
                </a:solidFill>
                <a:latin typeface="Arial MT"/>
                <a:cs typeface="Arial MT"/>
              </a:rPr>
              <a:t>default</a:t>
            </a:r>
            <a:r>
              <a:rPr sz="1800" spc="-20" dirty="0">
                <a:solidFill>
                  <a:srgbClr val="FFFFFF"/>
                </a:solidFill>
                <a:latin typeface="Arial MT"/>
                <a:cs typeface="Arial MT"/>
              </a:rPr>
              <a:t> </a:t>
            </a:r>
            <a:r>
              <a:rPr sz="1800" dirty="0">
                <a:solidFill>
                  <a:srgbClr val="FFFFFF"/>
                </a:solidFill>
                <a:latin typeface="Arial MT"/>
                <a:cs typeface="Arial MT"/>
              </a:rPr>
              <a:t>branch</a:t>
            </a:r>
            <a:r>
              <a:rPr sz="1800" spc="-15" dirty="0">
                <a:solidFill>
                  <a:srgbClr val="FFFFFF"/>
                </a:solidFill>
                <a:latin typeface="Arial MT"/>
                <a:cs typeface="Arial MT"/>
              </a:rPr>
              <a:t> </a:t>
            </a:r>
            <a:r>
              <a:rPr sz="1800" dirty="0">
                <a:solidFill>
                  <a:srgbClr val="FFFFFF"/>
                </a:solidFill>
                <a:latin typeface="Arial MT"/>
                <a:cs typeface="Arial MT"/>
              </a:rPr>
              <a:t>in</a:t>
            </a:r>
            <a:r>
              <a:rPr sz="1800" spc="-20" dirty="0">
                <a:solidFill>
                  <a:srgbClr val="FFFFFF"/>
                </a:solidFill>
                <a:latin typeface="Arial MT"/>
                <a:cs typeface="Arial MT"/>
              </a:rPr>
              <a:t> </a:t>
            </a:r>
            <a:r>
              <a:rPr sz="1800" dirty="0">
                <a:solidFill>
                  <a:srgbClr val="FFFFFF"/>
                </a:solidFill>
                <a:latin typeface="Arial MT"/>
                <a:cs typeface="Arial MT"/>
              </a:rPr>
              <a:t>a</a:t>
            </a:r>
            <a:r>
              <a:rPr sz="1800" spc="-20" dirty="0">
                <a:solidFill>
                  <a:srgbClr val="FFFFFF"/>
                </a:solidFill>
                <a:latin typeface="Arial MT"/>
                <a:cs typeface="Arial MT"/>
              </a:rPr>
              <a:t> </a:t>
            </a:r>
            <a:r>
              <a:rPr sz="1800" dirty="0">
                <a:solidFill>
                  <a:srgbClr val="FFFFFF"/>
                </a:solidFill>
                <a:latin typeface="Arial MT"/>
                <a:cs typeface="Arial MT"/>
              </a:rPr>
              <a:t>Git</a:t>
            </a:r>
            <a:r>
              <a:rPr sz="1800" spc="-15" dirty="0">
                <a:solidFill>
                  <a:srgbClr val="FFFFFF"/>
                </a:solidFill>
                <a:latin typeface="Arial MT"/>
                <a:cs typeface="Arial MT"/>
              </a:rPr>
              <a:t> </a:t>
            </a:r>
            <a:r>
              <a:rPr sz="1800" spc="-10" dirty="0">
                <a:solidFill>
                  <a:srgbClr val="FFFFFF"/>
                </a:solidFill>
                <a:latin typeface="Arial MT"/>
                <a:cs typeface="Arial MT"/>
              </a:rPr>
              <a:t>repository,</a:t>
            </a:r>
            <a:r>
              <a:rPr sz="1800" spc="-20" dirty="0">
                <a:solidFill>
                  <a:srgbClr val="FFFFFF"/>
                </a:solidFill>
                <a:latin typeface="Arial MT"/>
                <a:cs typeface="Arial MT"/>
              </a:rPr>
              <a:t> </a:t>
            </a:r>
            <a:r>
              <a:rPr sz="1800" dirty="0">
                <a:solidFill>
                  <a:srgbClr val="FFFFFF"/>
                </a:solidFill>
                <a:latin typeface="Arial MT"/>
                <a:cs typeface="Arial MT"/>
              </a:rPr>
              <a:t>typically</a:t>
            </a:r>
            <a:r>
              <a:rPr sz="1800" spc="-15" dirty="0">
                <a:solidFill>
                  <a:srgbClr val="FFFFFF"/>
                </a:solidFill>
                <a:latin typeface="Arial MT"/>
                <a:cs typeface="Arial MT"/>
              </a:rPr>
              <a:t> </a:t>
            </a:r>
            <a:r>
              <a:rPr sz="1800" spc="-10" dirty="0">
                <a:solidFill>
                  <a:srgbClr val="FFFFFF"/>
                </a:solidFill>
                <a:latin typeface="Arial MT"/>
                <a:cs typeface="Arial MT"/>
              </a:rPr>
              <a:t>where </a:t>
            </a:r>
            <a:r>
              <a:rPr sz="1800" dirty="0">
                <a:solidFill>
                  <a:srgbClr val="FFFFFF"/>
                </a:solidFill>
                <a:latin typeface="Arial MT"/>
                <a:cs typeface="Arial MT"/>
              </a:rPr>
              <a:t>the</a:t>
            </a:r>
            <a:r>
              <a:rPr sz="1800" spc="-35" dirty="0">
                <a:solidFill>
                  <a:srgbClr val="FFFFFF"/>
                </a:solidFill>
                <a:latin typeface="Arial MT"/>
                <a:cs typeface="Arial MT"/>
              </a:rPr>
              <a:t> </a:t>
            </a:r>
            <a:r>
              <a:rPr sz="1800" dirty="0">
                <a:solidFill>
                  <a:srgbClr val="FFFFFF"/>
                </a:solidFill>
                <a:latin typeface="Arial MT"/>
                <a:cs typeface="Arial MT"/>
              </a:rPr>
              <a:t>final,</a:t>
            </a:r>
            <a:r>
              <a:rPr sz="1800" spc="-20" dirty="0">
                <a:solidFill>
                  <a:srgbClr val="FFFFFF"/>
                </a:solidFill>
                <a:latin typeface="Arial MT"/>
                <a:cs typeface="Arial MT"/>
              </a:rPr>
              <a:t> </a:t>
            </a:r>
            <a:r>
              <a:rPr sz="1800" dirty="0">
                <a:solidFill>
                  <a:srgbClr val="FFFFFF"/>
                </a:solidFill>
                <a:latin typeface="Arial MT"/>
                <a:cs typeface="Arial MT"/>
              </a:rPr>
              <a:t>stable</a:t>
            </a:r>
            <a:r>
              <a:rPr sz="1800" spc="-25" dirty="0">
                <a:solidFill>
                  <a:srgbClr val="FFFFFF"/>
                </a:solidFill>
                <a:latin typeface="Arial MT"/>
                <a:cs typeface="Arial MT"/>
              </a:rPr>
              <a:t> </a:t>
            </a:r>
            <a:r>
              <a:rPr sz="1800" dirty="0">
                <a:solidFill>
                  <a:srgbClr val="FFFFFF"/>
                </a:solidFill>
                <a:latin typeface="Arial MT"/>
                <a:cs typeface="Arial MT"/>
              </a:rPr>
              <a:t>version</a:t>
            </a:r>
            <a:r>
              <a:rPr sz="1800" spc="-20" dirty="0">
                <a:solidFill>
                  <a:srgbClr val="FFFFFF"/>
                </a:solidFill>
                <a:latin typeface="Arial MT"/>
                <a:cs typeface="Arial MT"/>
              </a:rPr>
              <a:t> </a:t>
            </a:r>
            <a:r>
              <a:rPr sz="1800" dirty="0">
                <a:solidFill>
                  <a:srgbClr val="FFFFFF"/>
                </a:solidFill>
                <a:latin typeface="Arial MT"/>
                <a:cs typeface="Arial MT"/>
              </a:rPr>
              <a:t>of</a:t>
            </a:r>
            <a:r>
              <a:rPr sz="1800" spc="-20" dirty="0">
                <a:solidFill>
                  <a:srgbClr val="FFFFFF"/>
                </a:solidFill>
                <a:latin typeface="Arial MT"/>
                <a:cs typeface="Arial MT"/>
              </a:rPr>
              <a:t> </a:t>
            </a:r>
            <a:r>
              <a:rPr sz="1800" dirty="0">
                <a:solidFill>
                  <a:srgbClr val="FFFFFF"/>
                </a:solidFill>
                <a:latin typeface="Arial MT"/>
                <a:cs typeface="Arial MT"/>
              </a:rPr>
              <a:t>the</a:t>
            </a:r>
            <a:r>
              <a:rPr sz="1800" spc="-25" dirty="0">
                <a:solidFill>
                  <a:srgbClr val="FFFFFF"/>
                </a:solidFill>
                <a:latin typeface="Arial MT"/>
                <a:cs typeface="Arial MT"/>
              </a:rPr>
              <a:t> </a:t>
            </a:r>
            <a:r>
              <a:rPr sz="1800" dirty="0">
                <a:solidFill>
                  <a:srgbClr val="FFFFFF"/>
                </a:solidFill>
                <a:latin typeface="Arial MT"/>
                <a:cs typeface="Arial MT"/>
              </a:rPr>
              <a:t>project</a:t>
            </a:r>
            <a:r>
              <a:rPr sz="1800" spc="-20" dirty="0">
                <a:solidFill>
                  <a:srgbClr val="FFFFFF"/>
                </a:solidFill>
                <a:latin typeface="Arial MT"/>
                <a:cs typeface="Arial MT"/>
              </a:rPr>
              <a:t> </a:t>
            </a:r>
            <a:r>
              <a:rPr sz="1800" dirty="0">
                <a:solidFill>
                  <a:srgbClr val="FFFFFF"/>
                </a:solidFill>
                <a:latin typeface="Arial MT"/>
                <a:cs typeface="Arial MT"/>
              </a:rPr>
              <a:t>is</a:t>
            </a:r>
            <a:r>
              <a:rPr sz="1800" spc="-20" dirty="0">
                <a:solidFill>
                  <a:srgbClr val="FFFFFF"/>
                </a:solidFill>
                <a:latin typeface="Arial MT"/>
                <a:cs typeface="Arial MT"/>
              </a:rPr>
              <a:t> </a:t>
            </a:r>
            <a:r>
              <a:rPr sz="1800" spc="-10" dirty="0">
                <a:solidFill>
                  <a:srgbClr val="FFFFFF"/>
                </a:solidFill>
                <a:latin typeface="Arial MT"/>
                <a:cs typeface="Arial MT"/>
              </a:rPr>
              <a:t>maintained.</a:t>
            </a:r>
            <a:endParaRPr sz="1800">
              <a:latin typeface="Arial MT"/>
              <a:cs typeface="Arial MT"/>
            </a:endParaRPr>
          </a:p>
        </p:txBody>
      </p:sp>
      <p:sp>
        <p:nvSpPr>
          <p:cNvPr id="13" name="object 13"/>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31</a:t>
            </a:fld>
            <a:endParaRPr spc="-2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70248" y="519039"/>
            <a:ext cx="11496326" cy="6552342"/>
          </a:xfrm>
          <a:prstGeom prst="rect">
            <a:avLst/>
          </a:prstGeom>
        </p:spPr>
      </p:pic>
      <p:sp>
        <p:nvSpPr>
          <p:cNvPr id="3" name="object 3"/>
          <p:cNvSpPr txBox="1"/>
          <p:nvPr/>
        </p:nvSpPr>
        <p:spPr>
          <a:xfrm>
            <a:off x="6368913" y="9296569"/>
            <a:ext cx="254635" cy="288290"/>
          </a:xfrm>
          <a:prstGeom prst="rect">
            <a:avLst/>
          </a:prstGeom>
        </p:spPr>
        <p:txBody>
          <a:bodyPr vert="horz" wrap="square" lIns="0" tIns="0" rIns="0" bIns="0" rtlCol="0">
            <a:spAutoFit/>
          </a:bodyPr>
          <a:lstStyle/>
          <a:p>
            <a:pPr>
              <a:lnSpc>
                <a:spcPts val="2110"/>
              </a:lnSpc>
            </a:pPr>
            <a:r>
              <a:rPr sz="1800" spc="-25" dirty="0">
                <a:latin typeface="Tahoma"/>
                <a:cs typeface="Tahoma"/>
              </a:rPr>
              <a:t>31</a:t>
            </a:r>
            <a:endParaRPr sz="1800">
              <a:latin typeface="Tahoma"/>
              <a:cs typeface="Tahoma"/>
            </a:endParaRPr>
          </a:p>
        </p:txBody>
      </p:sp>
      <p:grpSp>
        <p:nvGrpSpPr>
          <p:cNvPr id="4" name="object 4"/>
          <p:cNvGrpSpPr/>
          <p:nvPr/>
        </p:nvGrpSpPr>
        <p:grpSpPr>
          <a:xfrm>
            <a:off x="4107907" y="2799871"/>
            <a:ext cx="8909685" cy="6953884"/>
            <a:chOff x="4107907" y="2799871"/>
            <a:chExt cx="8909685" cy="6953884"/>
          </a:xfrm>
        </p:grpSpPr>
        <p:pic>
          <p:nvPicPr>
            <p:cNvPr id="5" name="object 5"/>
            <p:cNvPicPr/>
            <p:nvPr/>
          </p:nvPicPr>
          <p:blipFill>
            <a:blip r:embed="rId3" cstate="print"/>
            <a:stretch>
              <a:fillRect/>
            </a:stretch>
          </p:blipFill>
          <p:spPr>
            <a:xfrm>
              <a:off x="4107907" y="5410295"/>
              <a:ext cx="7718653" cy="4343304"/>
            </a:xfrm>
            <a:prstGeom prst="rect">
              <a:avLst/>
            </a:prstGeom>
          </p:spPr>
        </p:pic>
        <p:sp>
          <p:nvSpPr>
            <p:cNvPr id="6" name="object 6"/>
            <p:cNvSpPr/>
            <p:nvPr/>
          </p:nvSpPr>
          <p:spPr>
            <a:xfrm>
              <a:off x="7402435" y="2812571"/>
              <a:ext cx="5602605" cy="1555750"/>
            </a:xfrm>
            <a:custGeom>
              <a:avLst/>
              <a:gdLst/>
              <a:ahLst/>
              <a:cxnLst/>
              <a:rect l="l" t="t" r="r" b="b"/>
              <a:pathLst>
                <a:path w="5602605" h="1555750">
                  <a:moveTo>
                    <a:pt x="396895" y="1555231"/>
                  </a:moveTo>
                  <a:lnTo>
                    <a:pt x="969789" y="578223"/>
                  </a:lnTo>
                  <a:lnTo>
                    <a:pt x="96370" y="578223"/>
                  </a:lnTo>
                  <a:lnTo>
                    <a:pt x="58858" y="570650"/>
                  </a:lnTo>
                  <a:lnTo>
                    <a:pt x="28226" y="549997"/>
                  </a:lnTo>
                  <a:lnTo>
                    <a:pt x="7573" y="519365"/>
                  </a:lnTo>
                  <a:lnTo>
                    <a:pt x="0" y="481853"/>
                  </a:lnTo>
                  <a:lnTo>
                    <a:pt x="0" y="96370"/>
                  </a:lnTo>
                  <a:lnTo>
                    <a:pt x="7573" y="58858"/>
                  </a:lnTo>
                  <a:lnTo>
                    <a:pt x="28226" y="28226"/>
                  </a:lnTo>
                  <a:lnTo>
                    <a:pt x="58858" y="7573"/>
                  </a:lnTo>
                  <a:lnTo>
                    <a:pt x="96370" y="0"/>
                  </a:lnTo>
                  <a:lnTo>
                    <a:pt x="5602364" y="0"/>
                  </a:lnTo>
                  <a:lnTo>
                    <a:pt x="5602364" y="578223"/>
                  </a:lnTo>
                  <a:lnTo>
                    <a:pt x="2424474" y="578223"/>
                  </a:lnTo>
                  <a:lnTo>
                    <a:pt x="396895" y="1555231"/>
                  </a:lnTo>
                  <a:close/>
                </a:path>
              </a:pathLst>
            </a:custGeom>
            <a:solidFill>
              <a:srgbClr val="C82506"/>
            </a:solidFill>
          </p:spPr>
          <p:txBody>
            <a:bodyPr wrap="square" lIns="0" tIns="0" rIns="0" bIns="0" rtlCol="0"/>
            <a:lstStyle/>
            <a:p>
              <a:endParaRPr/>
            </a:p>
          </p:txBody>
        </p:sp>
        <p:sp>
          <p:nvSpPr>
            <p:cNvPr id="7" name="object 7"/>
            <p:cNvSpPr/>
            <p:nvPr/>
          </p:nvSpPr>
          <p:spPr>
            <a:xfrm>
              <a:off x="7402435" y="2812571"/>
              <a:ext cx="5602605" cy="1555750"/>
            </a:xfrm>
            <a:custGeom>
              <a:avLst/>
              <a:gdLst/>
              <a:ahLst/>
              <a:cxnLst/>
              <a:rect l="l" t="t" r="r" b="b"/>
              <a:pathLst>
                <a:path w="5602605" h="1555750">
                  <a:moveTo>
                    <a:pt x="5602364" y="578223"/>
                  </a:moveTo>
                  <a:lnTo>
                    <a:pt x="2424474" y="578223"/>
                  </a:lnTo>
                  <a:lnTo>
                    <a:pt x="396895" y="1555231"/>
                  </a:lnTo>
                  <a:lnTo>
                    <a:pt x="969789" y="578223"/>
                  </a:lnTo>
                  <a:lnTo>
                    <a:pt x="96370" y="578223"/>
                  </a:lnTo>
                  <a:lnTo>
                    <a:pt x="58858" y="570650"/>
                  </a:lnTo>
                  <a:lnTo>
                    <a:pt x="28226" y="549997"/>
                  </a:lnTo>
                  <a:lnTo>
                    <a:pt x="7573" y="519365"/>
                  </a:lnTo>
                  <a:lnTo>
                    <a:pt x="0" y="481853"/>
                  </a:lnTo>
                  <a:lnTo>
                    <a:pt x="0" y="337297"/>
                  </a:lnTo>
                  <a:lnTo>
                    <a:pt x="0" y="96370"/>
                  </a:lnTo>
                  <a:lnTo>
                    <a:pt x="7573" y="58858"/>
                  </a:lnTo>
                  <a:lnTo>
                    <a:pt x="28226" y="28226"/>
                  </a:lnTo>
                  <a:lnTo>
                    <a:pt x="58858" y="7573"/>
                  </a:lnTo>
                  <a:lnTo>
                    <a:pt x="96370" y="0"/>
                  </a:lnTo>
                  <a:lnTo>
                    <a:pt x="969789" y="0"/>
                  </a:lnTo>
                  <a:lnTo>
                    <a:pt x="2424474" y="0"/>
                  </a:lnTo>
                  <a:lnTo>
                    <a:pt x="5602364" y="0"/>
                  </a:lnTo>
                </a:path>
              </a:pathLst>
            </a:custGeom>
            <a:ln w="25399">
              <a:solidFill>
                <a:srgbClr val="540F02"/>
              </a:solidFill>
            </a:ln>
          </p:spPr>
          <p:txBody>
            <a:bodyPr wrap="square" lIns="0" tIns="0" rIns="0" bIns="0" rtlCol="0"/>
            <a:lstStyle/>
            <a:p>
              <a:endParaRPr/>
            </a:p>
          </p:txBody>
        </p:sp>
      </p:grpSp>
      <p:sp>
        <p:nvSpPr>
          <p:cNvPr id="8" name="object 8"/>
          <p:cNvSpPr txBox="1"/>
          <p:nvPr/>
        </p:nvSpPr>
        <p:spPr>
          <a:xfrm>
            <a:off x="7503686" y="2805518"/>
            <a:ext cx="4905375" cy="574040"/>
          </a:xfrm>
          <a:prstGeom prst="rect">
            <a:avLst/>
          </a:prstGeom>
        </p:spPr>
        <p:txBody>
          <a:bodyPr vert="horz" wrap="square" lIns="0" tIns="12700" rIns="0" bIns="0" rtlCol="0">
            <a:spAutoFit/>
          </a:bodyPr>
          <a:lstStyle/>
          <a:p>
            <a:pPr marL="12700" marR="5080">
              <a:lnSpc>
                <a:spcPct val="100000"/>
              </a:lnSpc>
              <a:spcBef>
                <a:spcPts val="100"/>
              </a:spcBef>
            </a:pPr>
            <a:r>
              <a:rPr sz="1800" spc="-10" dirty="0">
                <a:solidFill>
                  <a:srgbClr val="FFFFFF"/>
                </a:solidFill>
                <a:latin typeface="Arial MT"/>
                <a:cs typeface="Arial MT"/>
              </a:rPr>
              <a:t>11.</a:t>
            </a:r>
            <a:r>
              <a:rPr sz="1800" spc="-40" dirty="0">
                <a:solidFill>
                  <a:srgbClr val="FFFFFF"/>
                </a:solidFill>
                <a:latin typeface="Arial MT"/>
                <a:cs typeface="Arial MT"/>
              </a:rPr>
              <a:t> </a:t>
            </a:r>
            <a:r>
              <a:rPr sz="1800" dirty="0">
                <a:solidFill>
                  <a:srgbClr val="FFFFFF"/>
                </a:solidFill>
                <a:latin typeface="Arial MT"/>
                <a:cs typeface="Arial MT"/>
              </a:rPr>
              <a:t>Go</a:t>
            </a:r>
            <a:r>
              <a:rPr sz="1800" spc="-30" dirty="0">
                <a:solidFill>
                  <a:srgbClr val="FFFFFF"/>
                </a:solidFill>
                <a:latin typeface="Arial MT"/>
                <a:cs typeface="Arial MT"/>
              </a:rPr>
              <a:t> </a:t>
            </a:r>
            <a:r>
              <a:rPr sz="1800" dirty="0">
                <a:solidFill>
                  <a:srgbClr val="FFFFFF"/>
                </a:solidFill>
                <a:latin typeface="Arial MT"/>
                <a:cs typeface="Arial MT"/>
              </a:rPr>
              <a:t>to</a:t>
            </a:r>
            <a:r>
              <a:rPr sz="1800" spc="-30" dirty="0">
                <a:solidFill>
                  <a:srgbClr val="FFFFFF"/>
                </a:solidFill>
                <a:latin typeface="Arial MT"/>
                <a:cs typeface="Arial MT"/>
              </a:rPr>
              <a:t> </a:t>
            </a:r>
            <a:r>
              <a:rPr sz="1800" dirty="0">
                <a:solidFill>
                  <a:srgbClr val="FFFFFF"/>
                </a:solidFill>
                <a:latin typeface="Arial MT"/>
                <a:cs typeface="Arial MT"/>
              </a:rPr>
              <a:t>specific</a:t>
            </a:r>
            <a:r>
              <a:rPr sz="1800" spc="-30" dirty="0">
                <a:solidFill>
                  <a:srgbClr val="FFFFFF"/>
                </a:solidFill>
                <a:latin typeface="Arial MT"/>
                <a:cs typeface="Arial MT"/>
              </a:rPr>
              <a:t> </a:t>
            </a:r>
            <a:r>
              <a:rPr sz="1800" dirty="0">
                <a:solidFill>
                  <a:srgbClr val="FFFFFF"/>
                </a:solidFill>
                <a:latin typeface="Arial MT"/>
                <a:cs typeface="Arial MT"/>
              </a:rPr>
              <a:t>version</a:t>
            </a:r>
            <a:r>
              <a:rPr sz="1800" spc="-30" dirty="0">
                <a:solidFill>
                  <a:srgbClr val="FFFFFF"/>
                </a:solidFill>
                <a:latin typeface="Arial MT"/>
                <a:cs typeface="Arial MT"/>
              </a:rPr>
              <a:t> </a:t>
            </a:r>
            <a:r>
              <a:rPr sz="1800" dirty="0">
                <a:solidFill>
                  <a:srgbClr val="FFFFFF"/>
                </a:solidFill>
                <a:latin typeface="Arial MT"/>
                <a:cs typeface="Arial MT"/>
              </a:rPr>
              <a:t>with</a:t>
            </a:r>
            <a:r>
              <a:rPr sz="1800" spc="-30" dirty="0">
                <a:solidFill>
                  <a:srgbClr val="FFFFFF"/>
                </a:solidFill>
                <a:latin typeface="Arial MT"/>
                <a:cs typeface="Arial MT"/>
              </a:rPr>
              <a:t> </a:t>
            </a:r>
            <a:r>
              <a:rPr sz="1800" dirty="0">
                <a:solidFill>
                  <a:srgbClr val="FFFFFF"/>
                </a:solidFill>
                <a:latin typeface="Arial MT"/>
                <a:cs typeface="Arial MT"/>
              </a:rPr>
              <a:t>the</a:t>
            </a:r>
            <a:r>
              <a:rPr sz="1800" spc="-30" dirty="0">
                <a:solidFill>
                  <a:srgbClr val="FFFFFF"/>
                </a:solidFill>
                <a:latin typeface="Arial MT"/>
                <a:cs typeface="Arial MT"/>
              </a:rPr>
              <a:t> </a:t>
            </a:r>
            <a:r>
              <a:rPr sz="1800" dirty="0">
                <a:solidFill>
                  <a:srgbClr val="FFFFFF"/>
                </a:solidFill>
                <a:latin typeface="Arial MT"/>
                <a:cs typeface="Arial MT"/>
              </a:rPr>
              <a:t>‘’git</a:t>
            </a:r>
            <a:r>
              <a:rPr sz="1800" spc="-25" dirty="0">
                <a:solidFill>
                  <a:srgbClr val="FFFFFF"/>
                </a:solidFill>
                <a:latin typeface="Arial MT"/>
                <a:cs typeface="Arial MT"/>
              </a:rPr>
              <a:t> </a:t>
            </a:r>
            <a:r>
              <a:rPr sz="1800" spc="-10" dirty="0">
                <a:solidFill>
                  <a:srgbClr val="FFFFFF"/>
                </a:solidFill>
                <a:latin typeface="Arial MT"/>
                <a:cs typeface="Arial MT"/>
              </a:rPr>
              <a:t>checkout’’ </a:t>
            </a:r>
            <a:r>
              <a:rPr sz="1800" dirty="0">
                <a:solidFill>
                  <a:srgbClr val="FFFFFF"/>
                </a:solidFill>
                <a:latin typeface="Arial MT"/>
                <a:cs typeface="Arial MT"/>
              </a:rPr>
              <a:t>command</a:t>
            </a:r>
            <a:r>
              <a:rPr sz="1800" spc="-30" dirty="0">
                <a:solidFill>
                  <a:srgbClr val="FFFFFF"/>
                </a:solidFill>
                <a:latin typeface="Arial MT"/>
                <a:cs typeface="Arial MT"/>
              </a:rPr>
              <a:t> </a:t>
            </a:r>
            <a:r>
              <a:rPr sz="1800" dirty="0">
                <a:solidFill>
                  <a:srgbClr val="FFFFFF"/>
                </a:solidFill>
                <a:latin typeface="Arial MT"/>
                <a:cs typeface="Arial MT"/>
              </a:rPr>
              <a:t>and</a:t>
            </a:r>
            <a:r>
              <a:rPr sz="1800" spc="-30" dirty="0">
                <a:solidFill>
                  <a:srgbClr val="FFFFFF"/>
                </a:solidFill>
                <a:latin typeface="Arial MT"/>
                <a:cs typeface="Arial MT"/>
              </a:rPr>
              <a:t> </a:t>
            </a:r>
            <a:r>
              <a:rPr sz="1800" dirty="0">
                <a:solidFill>
                  <a:srgbClr val="FFFFFF"/>
                </a:solidFill>
                <a:latin typeface="Arial MT"/>
                <a:cs typeface="Arial MT"/>
              </a:rPr>
              <a:t>version</a:t>
            </a:r>
            <a:r>
              <a:rPr sz="1800" spc="-25" dirty="0">
                <a:solidFill>
                  <a:srgbClr val="FFFFFF"/>
                </a:solidFill>
                <a:latin typeface="Arial MT"/>
                <a:cs typeface="Arial MT"/>
              </a:rPr>
              <a:t> ID</a:t>
            </a:r>
            <a:endParaRPr sz="1800">
              <a:latin typeface="Arial MT"/>
              <a:cs typeface="Arial MT"/>
            </a:endParaRPr>
          </a:p>
        </p:txBody>
      </p:sp>
      <p:sp>
        <p:nvSpPr>
          <p:cNvPr id="9" name="object 9"/>
          <p:cNvSpPr/>
          <p:nvPr/>
        </p:nvSpPr>
        <p:spPr>
          <a:xfrm>
            <a:off x="1175224" y="3101682"/>
            <a:ext cx="9461500" cy="1737360"/>
          </a:xfrm>
          <a:custGeom>
            <a:avLst/>
            <a:gdLst/>
            <a:ahLst/>
            <a:cxnLst/>
            <a:rect l="l" t="t" r="r" b="b"/>
            <a:pathLst>
              <a:path w="9461500" h="1737360">
                <a:moveTo>
                  <a:pt x="2932681" y="1479509"/>
                </a:moveTo>
                <a:lnTo>
                  <a:pt x="2936732" y="1459444"/>
                </a:lnTo>
                <a:lnTo>
                  <a:pt x="2947780" y="1443059"/>
                </a:lnTo>
                <a:lnTo>
                  <a:pt x="2964165" y="1432012"/>
                </a:lnTo>
                <a:lnTo>
                  <a:pt x="2984229" y="1427961"/>
                </a:lnTo>
                <a:lnTo>
                  <a:pt x="4461332" y="1427961"/>
                </a:lnTo>
                <a:lnTo>
                  <a:pt x="4497782" y="1443059"/>
                </a:lnTo>
                <a:lnTo>
                  <a:pt x="4512880" y="1479509"/>
                </a:lnTo>
                <a:lnTo>
                  <a:pt x="4512880" y="1685695"/>
                </a:lnTo>
                <a:lnTo>
                  <a:pt x="4508829" y="1705760"/>
                </a:lnTo>
                <a:lnTo>
                  <a:pt x="4497782" y="1722145"/>
                </a:lnTo>
                <a:lnTo>
                  <a:pt x="4481397" y="1733193"/>
                </a:lnTo>
                <a:lnTo>
                  <a:pt x="4461332" y="1737243"/>
                </a:lnTo>
                <a:lnTo>
                  <a:pt x="2984229" y="1737243"/>
                </a:lnTo>
                <a:lnTo>
                  <a:pt x="2964165" y="1733193"/>
                </a:lnTo>
                <a:lnTo>
                  <a:pt x="2947780" y="1722145"/>
                </a:lnTo>
                <a:lnTo>
                  <a:pt x="2936732" y="1705760"/>
                </a:lnTo>
                <a:lnTo>
                  <a:pt x="2932681" y="1685695"/>
                </a:lnTo>
                <a:lnTo>
                  <a:pt x="2932681" y="1479509"/>
                </a:lnTo>
                <a:close/>
              </a:path>
              <a:path w="9461500" h="1737360">
                <a:moveTo>
                  <a:pt x="0" y="51548"/>
                </a:moveTo>
                <a:lnTo>
                  <a:pt x="4050" y="31483"/>
                </a:lnTo>
                <a:lnTo>
                  <a:pt x="15098" y="15098"/>
                </a:lnTo>
                <a:lnTo>
                  <a:pt x="31483" y="4050"/>
                </a:lnTo>
                <a:lnTo>
                  <a:pt x="51548" y="0"/>
                </a:lnTo>
                <a:lnTo>
                  <a:pt x="4891638" y="0"/>
                </a:lnTo>
                <a:lnTo>
                  <a:pt x="4928088" y="15097"/>
                </a:lnTo>
                <a:lnTo>
                  <a:pt x="4943186" y="51548"/>
                </a:lnTo>
                <a:lnTo>
                  <a:pt x="4943186" y="257734"/>
                </a:lnTo>
                <a:lnTo>
                  <a:pt x="4939136" y="277799"/>
                </a:lnTo>
                <a:lnTo>
                  <a:pt x="4928088" y="294184"/>
                </a:lnTo>
                <a:lnTo>
                  <a:pt x="4911703" y="305232"/>
                </a:lnTo>
                <a:lnTo>
                  <a:pt x="4891638" y="309282"/>
                </a:lnTo>
                <a:lnTo>
                  <a:pt x="51548" y="309282"/>
                </a:lnTo>
                <a:lnTo>
                  <a:pt x="31483" y="305232"/>
                </a:lnTo>
                <a:lnTo>
                  <a:pt x="15098" y="294184"/>
                </a:lnTo>
                <a:lnTo>
                  <a:pt x="4050" y="277799"/>
                </a:lnTo>
                <a:lnTo>
                  <a:pt x="0" y="257734"/>
                </a:lnTo>
                <a:lnTo>
                  <a:pt x="0" y="51548"/>
                </a:lnTo>
                <a:close/>
              </a:path>
              <a:path w="9461500" h="1737360">
                <a:moveTo>
                  <a:pt x="4620457" y="1479507"/>
                </a:moveTo>
                <a:lnTo>
                  <a:pt x="4624508" y="1459443"/>
                </a:lnTo>
                <a:lnTo>
                  <a:pt x="4635556" y="1443058"/>
                </a:lnTo>
                <a:lnTo>
                  <a:pt x="4651941" y="1432010"/>
                </a:lnTo>
                <a:lnTo>
                  <a:pt x="4672006" y="1427959"/>
                </a:lnTo>
                <a:lnTo>
                  <a:pt x="9409850" y="1427959"/>
                </a:lnTo>
                <a:lnTo>
                  <a:pt x="9446300" y="1443057"/>
                </a:lnTo>
                <a:lnTo>
                  <a:pt x="9461399" y="1479507"/>
                </a:lnTo>
                <a:lnTo>
                  <a:pt x="9461399" y="1685694"/>
                </a:lnTo>
                <a:lnTo>
                  <a:pt x="9457348" y="1705759"/>
                </a:lnTo>
                <a:lnTo>
                  <a:pt x="9446300" y="1722145"/>
                </a:lnTo>
                <a:lnTo>
                  <a:pt x="9429915" y="1733192"/>
                </a:lnTo>
                <a:lnTo>
                  <a:pt x="9409850" y="1737243"/>
                </a:lnTo>
                <a:lnTo>
                  <a:pt x="4672006" y="1737243"/>
                </a:lnTo>
                <a:lnTo>
                  <a:pt x="4651941" y="1733192"/>
                </a:lnTo>
                <a:lnTo>
                  <a:pt x="4635556" y="1722145"/>
                </a:lnTo>
                <a:lnTo>
                  <a:pt x="4624508" y="1705759"/>
                </a:lnTo>
                <a:lnTo>
                  <a:pt x="4620457" y="1685694"/>
                </a:lnTo>
                <a:lnTo>
                  <a:pt x="4620457" y="1479507"/>
                </a:lnTo>
                <a:close/>
              </a:path>
            </a:pathLst>
          </a:custGeom>
          <a:ln w="38099">
            <a:solidFill>
              <a:srgbClr val="C82506"/>
            </a:solidFill>
          </a:ln>
        </p:spPr>
        <p:txBody>
          <a:bodyPr wrap="square" lIns="0" tIns="0" rIns="0" bIns="0" rtlCol="0"/>
          <a:lstStyle/>
          <a:p>
            <a:endParaRPr/>
          </a:p>
        </p:txBody>
      </p:sp>
      <p:sp>
        <p:nvSpPr>
          <p:cNvPr id="10" name="object 10"/>
          <p:cNvSpPr txBox="1"/>
          <p:nvPr/>
        </p:nvSpPr>
        <p:spPr>
          <a:xfrm>
            <a:off x="2593017" y="2731893"/>
            <a:ext cx="1196975" cy="330200"/>
          </a:xfrm>
          <a:prstGeom prst="rect">
            <a:avLst/>
          </a:prstGeom>
        </p:spPr>
        <p:txBody>
          <a:bodyPr vert="horz" wrap="square" lIns="0" tIns="12700" rIns="0" bIns="0" rtlCol="0">
            <a:spAutoFit/>
          </a:bodyPr>
          <a:lstStyle/>
          <a:p>
            <a:pPr marL="12700">
              <a:lnSpc>
                <a:spcPct val="100000"/>
              </a:lnSpc>
              <a:spcBef>
                <a:spcPts val="100"/>
              </a:spcBef>
            </a:pPr>
            <a:r>
              <a:rPr sz="2000" spc="-20" dirty="0">
                <a:solidFill>
                  <a:srgbClr val="C82506"/>
                </a:solidFill>
                <a:latin typeface="Arial MT"/>
                <a:cs typeface="Arial MT"/>
              </a:rPr>
              <a:t>Version</a:t>
            </a:r>
            <a:r>
              <a:rPr sz="2000" spc="-75" dirty="0">
                <a:solidFill>
                  <a:srgbClr val="C82506"/>
                </a:solidFill>
                <a:latin typeface="Arial MT"/>
                <a:cs typeface="Arial MT"/>
              </a:rPr>
              <a:t> </a:t>
            </a:r>
            <a:r>
              <a:rPr sz="2000" spc="-25" dirty="0">
                <a:solidFill>
                  <a:srgbClr val="C82506"/>
                </a:solidFill>
                <a:latin typeface="Arial MT"/>
                <a:cs typeface="Arial MT"/>
              </a:rPr>
              <a:t>ID</a:t>
            </a:r>
            <a:endParaRPr sz="2000">
              <a:latin typeface="Arial MT"/>
              <a:cs typeface="Arial MT"/>
            </a:endParaRPr>
          </a:p>
        </p:txBody>
      </p:sp>
      <p:grpSp>
        <p:nvGrpSpPr>
          <p:cNvPr id="11" name="object 11"/>
          <p:cNvGrpSpPr/>
          <p:nvPr/>
        </p:nvGrpSpPr>
        <p:grpSpPr>
          <a:xfrm>
            <a:off x="5457842" y="6556512"/>
            <a:ext cx="5844540" cy="1106170"/>
            <a:chOff x="5457842" y="6556512"/>
            <a:chExt cx="5844540" cy="1106170"/>
          </a:xfrm>
        </p:grpSpPr>
        <p:sp>
          <p:nvSpPr>
            <p:cNvPr id="12" name="object 12"/>
            <p:cNvSpPr/>
            <p:nvPr/>
          </p:nvSpPr>
          <p:spPr>
            <a:xfrm>
              <a:off x="5470542" y="6569212"/>
              <a:ext cx="5819140" cy="1080770"/>
            </a:xfrm>
            <a:custGeom>
              <a:avLst/>
              <a:gdLst/>
              <a:ahLst/>
              <a:cxnLst/>
              <a:rect l="l" t="t" r="r" b="b"/>
              <a:pathLst>
                <a:path w="5819140" h="1080770">
                  <a:moveTo>
                    <a:pt x="2424474" y="502169"/>
                  </a:moveTo>
                  <a:lnTo>
                    <a:pt x="969789" y="502169"/>
                  </a:lnTo>
                  <a:lnTo>
                    <a:pt x="854074" y="0"/>
                  </a:lnTo>
                  <a:lnTo>
                    <a:pt x="2424474" y="502169"/>
                  </a:lnTo>
                  <a:close/>
                </a:path>
                <a:path w="5819140" h="1080770">
                  <a:moveTo>
                    <a:pt x="5722367" y="1080394"/>
                  </a:moveTo>
                  <a:lnTo>
                    <a:pt x="96370" y="1080394"/>
                  </a:lnTo>
                  <a:lnTo>
                    <a:pt x="58858" y="1072821"/>
                  </a:lnTo>
                  <a:lnTo>
                    <a:pt x="28226" y="1052168"/>
                  </a:lnTo>
                  <a:lnTo>
                    <a:pt x="7573" y="1021535"/>
                  </a:lnTo>
                  <a:lnTo>
                    <a:pt x="0" y="984024"/>
                  </a:lnTo>
                  <a:lnTo>
                    <a:pt x="0" y="598541"/>
                  </a:lnTo>
                  <a:lnTo>
                    <a:pt x="7573" y="561029"/>
                  </a:lnTo>
                  <a:lnTo>
                    <a:pt x="28226" y="530396"/>
                  </a:lnTo>
                  <a:lnTo>
                    <a:pt x="58858" y="509743"/>
                  </a:lnTo>
                  <a:lnTo>
                    <a:pt x="96370" y="502169"/>
                  </a:lnTo>
                  <a:lnTo>
                    <a:pt x="5722367" y="502169"/>
                  </a:lnTo>
                  <a:lnTo>
                    <a:pt x="5775834" y="518361"/>
                  </a:lnTo>
                  <a:lnTo>
                    <a:pt x="5811403" y="561661"/>
                  </a:lnTo>
                  <a:lnTo>
                    <a:pt x="5818738" y="598541"/>
                  </a:lnTo>
                  <a:lnTo>
                    <a:pt x="5818738" y="984024"/>
                  </a:lnTo>
                  <a:lnTo>
                    <a:pt x="5811165" y="1021535"/>
                  </a:lnTo>
                  <a:lnTo>
                    <a:pt x="5790512" y="1052168"/>
                  </a:lnTo>
                  <a:lnTo>
                    <a:pt x="5759879" y="1072821"/>
                  </a:lnTo>
                  <a:lnTo>
                    <a:pt x="5722367" y="1080394"/>
                  </a:lnTo>
                  <a:close/>
                </a:path>
              </a:pathLst>
            </a:custGeom>
            <a:solidFill>
              <a:srgbClr val="C82506"/>
            </a:solidFill>
          </p:spPr>
          <p:txBody>
            <a:bodyPr wrap="square" lIns="0" tIns="0" rIns="0" bIns="0" rtlCol="0"/>
            <a:lstStyle/>
            <a:p>
              <a:endParaRPr/>
            </a:p>
          </p:txBody>
        </p:sp>
        <p:sp>
          <p:nvSpPr>
            <p:cNvPr id="13" name="object 13"/>
            <p:cNvSpPr/>
            <p:nvPr/>
          </p:nvSpPr>
          <p:spPr>
            <a:xfrm>
              <a:off x="5470542" y="6569212"/>
              <a:ext cx="5819140" cy="1080770"/>
            </a:xfrm>
            <a:custGeom>
              <a:avLst/>
              <a:gdLst/>
              <a:ahLst/>
              <a:cxnLst/>
              <a:rect l="l" t="t" r="r" b="b"/>
              <a:pathLst>
                <a:path w="5819140" h="1080770">
                  <a:moveTo>
                    <a:pt x="0" y="598541"/>
                  </a:moveTo>
                  <a:lnTo>
                    <a:pt x="7573" y="561029"/>
                  </a:lnTo>
                  <a:lnTo>
                    <a:pt x="28226" y="530396"/>
                  </a:lnTo>
                  <a:lnTo>
                    <a:pt x="58858" y="509743"/>
                  </a:lnTo>
                  <a:lnTo>
                    <a:pt x="96370" y="502169"/>
                  </a:lnTo>
                  <a:lnTo>
                    <a:pt x="969789" y="502169"/>
                  </a:lnTo>
                  <a:lnTo>
                    <a:pt x="854074" y="0"/>
                  </a:lnTo>
                  <a:lnTo>
                    <a:pt x="2424474" y="502169"/>
                  </a:lnTo>
                  <a:lnTo>
                    <a:pt x="5722367" y="502169"/>
                  </a:lnTo>
                  <a:lnTo>
                    <a:pt x="5741256" y="504038"/>
                  </a:lnTo>
                  <a:lnTo>
                    <a:pt x="5790512" y="530396"/>
                  </a:lnTo>
                  <a:lnTo>
                    <a:pt x="5816870" y="579652"/>
                  </a:lnTo>
                  <a:lnTo>
                    <a:pt x="5818738" y="598541"/>
                  </a:lnTo>
                  <a:lnTo>
                    <a:pt x="5818738" y="743096"/>
                  </a:lnTo>
                  <a:lnTo>
                    <a:pt x="5818738" y="984024"/>
                  </a:lnTo>
                  <a:lnTo>
                    <a:pt x="5811165" y="1021535"/>
                  </a:lnTo>
                  <a:lnTo>
                    <a:pt x="5790512" y="1052168"/>
                  </a:lnTo>
                  <a:lnTo>
                    <a:pt x="5759879" y="1072821"/>
                  </a:lnTo>
                  <a:lnTo>
                    <a:pt x="5722367" y="1080394"/>
                  </a:lnTo>
                  <a:lnTo>
                    <a:pt x="2424474" y="1080394"/>
                  </a:lnTo>
                  <a:lnTo>
                    <a:pt x="969789" y="1080394"/>
                  </a:lnTo>
                  <a:lnTo>
                    <a:pt x="96370" y="1080394"/>
                  </a:lnTo>
                  <a:lnTo>
                    <a:pt x="58858" y="1072821"/>
                  </a:lnTo>
                  <a:lnTo>
                    <a:pt x="28226" y="1052168"/>
                  </a:lnTo>
                  <a:lnTo>
                    <a:pt x="7573" y="1021535"/>
                  </a:lnTo>
                  <a:lnTo>
                    <a:pt x="0" y="984024"/>
                  </a:lnTo>
                  <a:lnTo>
                    <a:pt x="0" y="743096"/>
                  </a:lnTo>
                  <a:lnTo>
                    <a:pt x="0" y="598541"/>
                  </a:lnTo>
                  <a:close/>
                </a:path>
              </a:pathLst>
            </a:custGeom>
            <a:ln w="25399">
              <a:solidFill>
                <a:srgbClr val="540F02"/>
              </a:solidFill>
            </a:ln>
          </p:spPr>
          <p:txBody>
            <a:bodyPr wrap="square" lIns="0" tIns="0" rIns="0" bIns="0" rtlCol="0"/>
            <a:lstStyle/>
            <a:p>
              <a:endParaRPr/>
            </a:p>
          </p:txBody>
        </p:sp>
      </p:grpSp>
      <p:sp>
        <p:nvSpPr>
          <p:cNvPr id="14" name="object 14"/>
          <p:cNvSpPr txBox="1"/>
          <p:nvPr/>
        </p:nvSpPr>
        <p:spPr>
          <a:xfrm>
            <a:off x="5571792" y="7064331"/>
            <a:ext cx="4860925" cy="574040"/>
          </a:xfrm>
          <a:prstGeom prst="rect">
            <a:avLst/>
          </a:prstGeom>
        </p:spPr>
        <p:txBody>
          <a:bodyPr vert="horz" wrap="square" lIns="0" tIns="12700" rIns="0" bIns="0" rtlCol="0">
            <a:spAutoFit/>
          </a:bodyPr>
          <a:lstStyle/>
          <a:p>
            <a:pPr marL="12700" marR="5080">
              <a:lnSpc>
                <a:spcPct val="100000"/>
              </a:lnSpc>
              <a:spcBef>
                <a:spcPts val="100"/>
              </a:spcBef>
            </a:pPr>
            <a:r>
              <a:rPr sz="1800" dirty="0">
                <a:solidFill>
                  <a:srgbClr val="FFFFFF"/>
                </a:solidFill>
                <a:latin typeface="Arial MT"/>
                <a:cs typeface="Arial MT"/>
              </a:rPr>
              <a:t>12.</a:t>
            </a:r>
            <a:r>
              <a:rPr sz="1800" spc="-30" dirty="0">
                <a:solidFill>
                  <a:srgbClr val="FFFFFF"/>
                </a:solidFill>
                <a:latin typeface="Arial MT"/>
                <a:cs typeface="Arial MT"/>
              </a:rPr>
              <a:t> </a:t>
            </a:r>
            <a:r>
              <a:rPr sz="1800" dirty="0">
                <a:solidFill>
                  <a:srgbClr val="FFFFFF"/>
                </a:solidFill>
                <a:latin typeface="Arial MT"/>
                <a:cs typeface="Arial MT"/>
              </a:rPr>
              <a:t>Reopen</a:t>
            </a:r>
            <a:r>
              <a:rPr sz="1800" spc="-25" dirty="0">
                <a:solidFill>
                  <a:srgbClr val="FFFFFF"/>
                </a:solidFill>
                <a:latin typeface="Arial MT"/>
                <a:cs typeface="Arial MT"/>
              </a:rPr>
              <a:t> </a:t>
            </a:r>
            <a:r>
              <a:rPr sz="1800" dirty="0">
                <a:solidFill>
                  <a:srgbClr val="FFFFFF"/>
                </a:solidFill>
                <a:latin typeface="Arial MT"/>
                <a:cs typeface="Arial MT"/>
              </a:rPr>
              <a:t>the</a:t>
            </a:r>
            <a:r>
              <a:rPr sz="1800" spc="-25" dirty="0">
                <a:solidFill>
                  <a:srgbClr val="FFFFFF"/>
                </a:solidFill>
                <a:latin typeface="Arial MT"/>
                <a:cs typeface="Arial MT"/>
              </a:rPr>
              <a:t> </a:t>
            </a:r>
            <a:r>
              <a:rPr sz="1800" dirty="0">
                <a:solidFill>
                  <a:srgbClr val="FFFFFF"/>
                </a:solidFill>
                <a:latin typeface="Arial MT"/>
                <a:cs typeface="Arial MT"/>
              </a:rPr>
              <a:t>HelloGit.txt</a:t>
            </a:r>
            <a:r>
              <a:rPr sz="1800" spc="-30" dirty="0">
                <a:solidFill>
                  <a:srgbClr val="FFFFFF"/>
                </a:solidFill>
                <a:latin typeface="Arial MT"/>
                <a:cs typeface="Arial MT"/>
              </a:rPr>
              <a:t> </a:t>
            </a:r>
            <a:r>
              <a:rPr sz="1800" dirty="0">
                <a:solidFill>
                  <a:srgbClr val="FFFFFF"/>
                </a:solidFill>
                <a:latin typeface="Arial MT"/>
                <a:cs typeface="Arial MT"/>
              </a:rPr>
              <a:t>find</a:t>
            </a:r>
            <a:r>
              <a:rPr sz="1800" spc="-25" dirty="0">
                <a:solidFill>
                  <a:srgbClr val="FFFFFF"/>
                </a:solidFill>
                <a:latin typeface="Arial MT"/>
                <a:cs typeface="Arial MT"/>
              </a:rPr>
              <a:t> </a:t>
            </a:r>
            <a:r>
              <a:rPr sz="1800" dirty="0">
                <a:solidFill>
                  <a:srgbClr val="FFFFFF"/>
                </a:solidFill>
                <a:latin typeface="Arial MT"/>
                <a:cs typeface="Arial MT"/>
              </a:rPr>
              <a:t>yourself</a:t>
            </a:r>
            <a:r>
              <a:rPr sz="1800" spc="-25" dirty="0">
                <a:solidFill>
                  <a:srgbClr val="FFFFFF"/>
                </a:solidFill>
                <a:latin typeface="Arial MT"/>
                <a:cs typeface="Arial MT"/>
              </a:rPr>
              <a:t> </a:t>
            </a:r>
            <a:r>
              <a:rPr sz="1800" dirty="0">
                <a:solidFill>
                  <a:srgbClr val="FFFFFF"/>
                </a:solidFill>
                <a:latin typeface="Arial MT"/>
                <a:cs typeface="Arial MT"/>
              </a:rPr>
              <a:t>back</a:t>
            </a:r>
            <a:r>
              <a:rPr sz="1800" spc="-25" dirty="0">
                <a:solidFill>
                  <a:srgbClr val="FFFFFF"/>
                </a:solidFill>
                <a:latin typeface="Arial MT"/>
                <a:cs typeface="Arial MT"/>
              </a:rPr>
              <a:t> to </a:t>
            </a:r>
            <a:r>
              <a:rPr sz="1800" dirty="0">
                <a:solidFill>
                  <a:srgbClr val="FFFFFF"/>
                </a:solidFill>
                <a:latin typeface="Arial MT"/>
                <a:cs typeface="Arial MT"/>
              </a:rPr>
              <a:t>version</a:t>
            </a:r>
            <a:r>
              <a:rPr sz="1800" spc="-20" dirty="0">
                <a:solidFill>
                  <a:srgbClr val="FFFFFF"/>
                </a:solidFill>
                <a:latin typeface="Arial MT"/>
                <a:cs typeface="Arial MT"/>
              </a:rPr>
              <a:t> </a:t>
            </a:r>
            <a:r>
              <a:rPr sz="1800" dirty="0">
                <a:solidFill>
                  <a:srgbClr val="FFFFFF"/>
                </a:solidFill>
                <a:latin typeface="Arial MT"/>
                <a:cs typeface="Arial MT"/>
              </a:rPr>
              <a:t>1</a:t>
            </a:r>
            <a:r>
              <a:rPr sz="1800" spc="-20" dirty="0">
                <a:solidFill>
                  <a:srgbClr val="FFFFFF"/>
                </a:solidFill>
                <a:latin typeface="Arial MT"/>
                <a:cs typeface="Arial MT"/>
              </a:rPr>
              <a:t> </a:t>
            </a:r>
            <a:r>
              <a:rPr sz="1800" spc="-50" dirty="0">
                <a:solidFill>
                  <a:srgbClr val="FFFFFF"/>
                </a:solidFill>
                <a:latin typeface="Arial MT"/>
                <a:cs typeface="Arial MT"/>
              </a:rPr>
              <a:t>!</a:t>
            </a:r>
            <a:endParaRPr sz="1800">
              <a:latin typeface="Arial MT"/>
              <a:cs typeface="Arial M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63071" y="726695"/>
            <a:ext cx="12642215" cy="8100059"/>
            <a:chOff x="363071" y="726695"/>
            <a:chExt cx="12642215" cy="8100059"/>
          </a:xfrm>
        </p:grpSpPr>
        <p:pic>
          <p:nvPicPr>
            <p:cNvPr id="3" name="object 3"/>
            <p:cNvPicPr/>
            <p:nvPr/>
          </p:nvPicPr>
          <p:blipFill>
            <a:blip r:embed="rId2" cstate="print"/>
            <a:stretch>
              <a:fillRect/>
            </a:stretch>
          </p:blipFill>
          <p:spPr>
            <a:xfrm>
              <a:off x="363071" y="726695"/>
              <a:ext cx="9474946" cy="6619880"/>
            </a:xfrm>
            <a:prstGeom prst="rect">
              <a:avLst/>
            </a:prstGeom>
          </p:spPr>
        </p:pic>
        <p:pic>
          <p:nvPicPr>
            <p:cNvPr id="4" name="object 4"/>
            <p:cNvPicPr/>
            <p:nvPr/>
          </p:nvPicPr>
          <p:blipFill>
            <a:blip r:embed="rId3" cstate="print"/>
            <a:stretch>
              <a:fillRect/>
            </a:stretch>
          </p:blipFill>
          <p:spPr>
            <a:xfrm>
              <a:off x="7422235" y="4036635"/>
              <a:ext cx="5582564" cy="4789638"/>
            </a:xfrm>
            <a:prstGeom prst="rect">
              <a:avLst/>
            </a:prstGeom>
          </p:spPr>
        </p:pic>
        <p:sp>
          <p:nvSpPr>
            <p:cNvPr id="5" name="object 5"/>
            <p:cNvSpPr/>
            <p:nvPr/>
          </p:nvSpPr>
          <p:spPr>
            <a:xfrm>
              <a:off x="5446058" y="1223960"/>
              <a:ext cx="866140" cy="1438275"/>
            </a:xfrm>
            <a:custGeom>
              <a:avLst/>
              <a:gdLst/>
              <a:ahLst/>
              <a:cxnLst/>
              <a:rect l="l" t="t" r="r" b="b"/>
              <a:pathLst>
                <a:path w="866139" h="1438275">
                  <a:moveTo>
                    <a:pt x="0" y="38100"/>
                  </a:moveTo>
                  <a:lnTo>
                    <a:pt x="2994" y="23270"/>
                  </a:lnTo>
                  <a:lnTo>
                    <a:pt x="11159" y="11159"/>
                  </a:lnTo>
                  <a:lnTo>
                    <a:pt x="23270" y="2994"/>
                  </a:lnTo>
                  <a:lnTo>
                    <a:pt x="38100" y="0"/>
                  </a:lnTo>
                  <a:lnTo>
                    <a:pt x="827638" y="0"/>
                  </a:lnTo>
                  <a:lnTo>
                    <a:pt x="862838" y="23520"/>
                  </a:lnTo>
                  <a:lnTo>
                    <a:pt x="865738" y="38100"/>
                  </a:lnTo>
                  <a:lnTo>
                    <a:pt x="865738" y="190499"/>
                  </a:lnTo>
                  <a:lnTo>
                    <a:pt x="862744" y="205329"/>
                  </a:lnTo>
                  <a:lnTo>
                    <a:pt x="854579" y="217440"/>
                  </a:lnTo>
                  <a:lnTo>
                    <a:pt x="842468" y="225605"/>
                  </a:lnTo>
                  <a:lnTo>
                    <a:pt x="827638" y="228599"/>
                  </a:lnTo>
                  <a:lnTo>
                    <a:pt x="38100" y="228599"/>
                  </a:lnTo>
                  <a:lnTo>
                    <a:pt x="23270" y="225605"/>
                  </a:lnTo>
                  <a:lnTo>
                    <a:pt x="11159" y="217440"/>
                  </a:lnTo>
                  <a:lnTo>
                    <a:pt x="2994" y="205329"/>
                  </a:lnTo>
                  <a:lnTo>
                    <a:pt x="0" y="190499"/>
                  </a:lnTo>
                  <a:lnTo>
                    <a:pt x="0" y="38100"/>
                  </a:lnTo>
                  <a:close/>
                </a:path>
                <a:path w="866139" h="1438275">
                  <a:moveTo>
                    <a:pt x="0" y="1247168"/>
                  </a:moveTo>
                  <a:lnTo>
                    <a:pt x="2994" y="1232338"/>
                  </a:lnTo>
                  <a:lnTo>
                    <a:pt x="11159" y="1220227"/>
                  </a:lnTo>
                  <a:lnTo>
                    <a:pt x="23270" y="1212062"/>
                  </a:lnTo>
                  <a:lnTo>
                    <a:pt x="38100" y="1209067"/>
                  </a:lnTo>
                  <a:lnTo>
                    <a:pt x="688041" y="1209067"/>
                  </a:lnTo>
                  <a:lnTo>
                    <a:pt x="723241" y="1232588"/>
                  </a:lnTo>
                  <a:lnTo>
                    <a:pt x="726142" y="1247168"/>
                  </a:lnTo>
                  <a:lnTo>
                    <a:pt x="726142" y="1399567"/>
                  </a:lnTo>
                  <a:lnTo>
                    <a:pt x="723148" y="1414397"/>
                  </a:lnTo>
                  <a:lnTo>
                    <a:pt x="714982" y="1426508"/>
                  </a:lnTo>
                  <a:lnTo>
                    <a:pt x="702871" y="1434673"/>
                  </a:lnTo>
                  <a:lnTo>
                    <a:pt x="688041" y="1437667"/>
                  </a:lnTo>
                  <a:lnTo>
                    <a:pt x="38100" y="1437667"/>
                  </a:lnTo>
                  <a:lnTo>
                    <a:pt x="23270" y="1434673"/>
                  </a:lnTo>
                  <a:lnTo>
                    <a:pt x="11159" y="1426508"/>
                  </a:lnTo>
                  <a:lnTo>
                    <a:pt x="2994" y="1414397"/>
                  </a:lnTo>
                  <a:lnTo>
                    <a:pt x="0" y="1399567"/>
                  </a:lnTo>
                  <a:lnTo>
                    <a:pt x="0" y="1247168"/>
                  </a:lnTo>
                  <a:close/>
                </a:path>
              </a:pathLst>
            </a:custGeom>
            <a:ln w="38099">
              <a:solidFill>
                <a:srgbClr val="773E9B"/>
              </a:solidFill>
            </a:ln>
          </p:spPr>
          <p:txBody>
            <a:bodyPr wrap="square" lIns="0" tIns="0" rIns="0" bIns="0" rtlCol="0"/>
            <a:lstStyle/>
            <a:p>
              <a:endParaRPr/>
            </a:p>
          </p:txBody>
        </p:sp>
        <p:sp>
          <p:nvSpPr>
            <p:cNvPr id="6" name="object 6"/>
            <p:cNvSpPr/>
            <p:nvPr/>
          </p:nvSpPr>
          <p:spPr>
            <a:xfrm>
              <a:off x="5729380" y="2006527"/>
              <a:ext cx="6591934" cy="1724660"/>
            </a:xfrm>
            <a:custGeom>
              <a:avLst/>
              <a:gdLst/>
              <a:ahLst/>
              <a:cxnLst/>
              <a:rect l="l" t="t" r="r" b="b"/>
              <a:pathLst>
                <a:path w="6591934" h="1724660">
                  <a:moveTo>
                    <a:pt x="6411491" y="1081598"/>
                  </a:moveTo>
                  <a:lnTo>
                    <a:pt x="953285" y="1081598"/>
                  </a:lnTo>
                  <a:lnTo>
                    <a:pt x="905363" y="1075159"/>
                  </a:lnTo>
                  <a:lnTo>
                    <a:pt x="862301" y="1056987"/>
                  </a:lnTo>
                  <a:lnTo>
                    <a:pt x="825818" y="1028800"/>
                  </a:lnTo>
                  <a:lnTo>
                    <a:pt x="797631" y="992316"/>
                  </a:lnTo>
                  <a:lnTo>
                    <a:pt x="779458" y="949254"/>
                  </a:lnTo>
                  <a:lnTo>
                    <a:pt x="773019" y="901332"/>
                  </a:lnTo>
                  <a:lnTo>
                    <a:pt x="773019" y="180266"/>
                  </a:lnTo>
                  <a:lnTo>
                    <a:pt x="779458" y="132344"/>
                  </a:lnTo>
                  <a:lnTo>
                    <a:pt x="797631" y="89282"/>
                  </a:lnTo>
                  <a:lnTo>
                    <a:pt x="825818" y="52798"/>
                  </a:lnTo>
                  <a:lnTo>
                    <a:pt x="862301" y="24611"/>
                  </a:lnTo>
                  <a:lnTo>
                    <a:pt x="905363" y="6439"/>
                  </a:lnTo>
                  <a:lnTo>
                    <a:pt x="953285" y="0"/>
                  </a:lnTo>
                  <a:lnTo>
                    <a:pt x="6411491" y="0"/>
                  </a:lnTo>
                  <a:lnTo>
                    <a:pt x="6480476" y="13721"/>
                  </a:lnTo>
                  <a:lnTo>
                    <a:pt x="6538959" y="52798"/>
                  </a:lnTo>
                  <a:lnTo>
                    <a:pt x="6578036" y="111281"/>
                  </a:lnTo>
                  <a:lnTo>
                    <a:pt x="6591758" y="180266"/>
                  </a:lnTo>
                  <a:lnTo>
                    <a:pt x="6591758" y="901332"/>
                  </a:lnTo>
                  <a:lnTo>
                    <a:pt x="6585319" y="949254"/>
                  </a:lnTo>
                  <a:lnTo>
                    <a:pt x="6567146" y="992316"/>
                  </a:lnTo>
                  <a:lnTo>
                    <a:pt x="6538959" y="1028800"/>
                  </a:lnTo>
                  <a:lnTo>
                    <a:pt x="6502476" y="1056987"/>
                  </a:lnTo>
                  <a:lnTo>
                    <a:pt x="6459414" y="1075159"/>
                  </a:lnTo>
                  <a:lnTo>
                    <a:pt x="6411491" y="1081598"/>
                  </a:lnTo>
                  <a:close/>
                </a:path>
                <a:path w="6591934" h="1724660">
                  <a:moveTo>
                    <a:pt x="0" y="1724544"/>
                  </a:moveTo>
                  <a:lnTo>
                    <a:pt x="1742809" y="1081598"/>
                  </a:lnTo>
                  <a:lnTo>
                    <a:pt x="3197493" y="1081598"/>
                  </a:lnTo>
                  <a:lnTo>
                    <a:pt x="0" y="1724544"/>
                  </a:lnTo>
                  <a:close/>
                </a:path>
              </a:pathLst>
            </a:custGeom>
            <a:solidFill>
              <a:srgbClr val="C82506"/>
            </a:solidFill>
          </p:spPr>
          <p:txBody>
            <a:bodyPr wrap="square" lIns="0" tIns="0" rIns="0" bIns="0" rtlCol="0"/>
            <a:lstStyle/>
            <a:p>
              <a:endParaRPr/>
            </a:p>
          </p:txBody>
        </p:sp>
        <p:sp>
          <p:nvSpPr>
            <p:cNvPr id="7" name="object 7"/>
            <p:cNvSpPr/>
            <p:nvPr/>
          </p:nvSpPr>
          <p:spPr>
            <a:xfrm>
              <a:off x="5729380" y="2006527"/>
              <a:ext cx="6591934" cy="1724660"/>
            </a:xfrm>
            <a:custGeom>
              <a:avLst/>
              <a:gdLst/>
              <a:ahLst/>
              <a:cxnLst/>
              <a:rect l="l" t="t" r="r" b="b"/>
              <a:pathLst>
                <a:path w="6591934" h="1724660">
                  <a:moveTo>
                    <a:pt x="773019" y="180266"/>
                  </a:moveTo>
                  <a:lnTo>
                    <a:pt x="779458" y="132344"/>
                  </a:lnTo>
                  <a:lnTo>
                    <a:pt x="797631" y="89282"/>
                  </a:lnTo>
                  <a:lnTo>
                    <a:pt x="825818" y="52798"/>
                  </a:lnTo>
                  <a:lnTo>
                    <a:pt x="862301" y="24611"/>
                  </a:lnTo>
                  <a:lnTo>
                    <a:pt x="905363" y="6439"/>
                  </a:lnTo>
                  <a:lnTo>
                    <a:pt x="953285" y="0"/>
                  </a:lnTo>
                  <a:lnTo>
                    <a:pt x="1742809" y="0"/>
                  </a:lnTo>
                  <a:lnTo>
                    <a:pt x="3197493" y="0"/>
                  </a:lnTo>
                  <a:lnTo>
                    <a:pt x="6411491" y="0"/>
                  </a:lnTo>
                  <a:lnTo>
                    <a:pt x="6446824" y="3495"/>
                  </a:lnTo>
                  <a:lnTo>
                    <a:pt x="6511503" y="30286"/>
                  </a:lnTo>
                  <a:lnTo>
                    <a:pt x="6561471" y="80254"/>
                  </a:lnTo>
                  <a:lnTo>
                    <a:pt x="6588262" y="144933"/>
                  </a:lnTo>
                  <a:lnTo>
                    <a:pt x="6591758" y="180266"/>
                  </a:lnTo>
                  <a:lnTo>
                    <a:pt x="6591758" y="630932"/>
                  </a:lnTo>
                  <a:lnTo>
                    <a:pt x="6591758" y="901332"/>
                  </a:lnTo>
                  <a:lnTo>
                    <a:pt x="6585319" y="949254"/>
                  </a:lnTo>
                  <a:lnTo>
                    <a:pt x="6567146" y="992316"/>
                  </a:lnTo>
                  <a:lnTo>
                    <a:pt x="6538959" y="1028800"/>
                  </a:lnTo>
                  <a:lnTo>
                    <a:pt x="6502476" y="1056987"/>
                  </a:lnTo>
                  <a:lnTo>
                    <a:pt x="6459414" y="1075159"/>
                  </a:lnTo>
                  <a:lnTo>
                    <a:pt x="6411491" y="1081598"/>
                  </a:lnTo>
                  <a:lnTo>
                    <a:pt x="3197493" y="1081598"/>
                  </a:lnTo>
                  <a:lnTo>
                    <a:pt x="0" y="1724544"/>
                  </a:lnTo>
                  <a:lnTo>
                    <a:pt x="1742809" y="1081598"/>
                  </a:lnTo>
                  <a:lnTo>
                    <a:pt x="953285" y="1081598"/>
                  </a:lnTo>
                  <a:lnTo>
                    <a:pt x="905363" y="1075159"/>
                  </a:lnTo>
                  <a:lnTo>
                    <a:pt x="862301" y="1056987"/>
                  </a:lnTo>
                  <a:lnTo>
                    <a:pt x="825818" y="1028800"/>
                  </a:lnTo>
                  <a:lnTo>
                    <a:pt x="797631" y="992316"/>
                  </a:lnTo>
                  <a:lnTo>
                    <a:pt x="779458" y="949254"/>
                  </a:lnTo>
                  <a:lnTo>
                    <a:pt x="773019" y="901332"/>
                  </a:lnTo>
                  <a:lnTo>
                    <a:pt x="773019" y="630932"/>
                  </a:lnTo>
                  <a:lnTo>
                    <a:pt x="773019" y="180266"/>
                  </a:lnTo>
                  <a:close/>
                </a:path>
              </a:pathLst>
            </a:custGeom>
            <a:ln w="25399">
              <a:solidFill>
                <a:srgbClr val="540F02"/>
              </a:solidFill>
            </a:ln>
          </p:spPr>
          <p:txBody>
            <a:bodyPr wrap="square" lIns="0" tIns="0" rIns="0" bIns="0" rtlCol="0"/>
            <a:lstStyle/>
            <a:p>
              <a:endParaRPr/>
            </a:p>
          </p:txBody>
        </p:sp>
      </p:grpSp>
      <p:sp>
        <p:nvSpPr>
          <p:cNvPr id="8" name="object 8"/>
          <p:cNvSpPr txBox="1"/>
          <p:nvPr/>
        </p:nvSpPr>
        <p:spPr>
          <a:xfrm>
            <a:off x="6628223" y="2251163"/>
            <a:ext cx="5026660" cy="574040"/>
          </a:xfrm>
          <a:prstGeom prst="rect">
            <a:avLst/>
          </a:prstGeom>
        </p:spPr>
        <p:txBody>
          <a:bodyPr vert="horz" wrap="square" lIns="0" tIns="12700" rIns="0" bIns="0" rtlCol="0">
            <a:spAutoFit/>
          </a:bodyPr>
          <a:lstStyle/>
          <a:p>
            <a:pPr marL="12700" marR="5080">
              <a:lnSpc>
                <a:spcPct val="100000"/>
              </a:lnSpc>
              <a:spcBef>
                <a:spcPts val="100"/>
              </a:spcBef>
            </a:pPr>
            <a:r>
              <a:rPr sz="1800" dirty="0">
                <a:solidFill>
                  <a:srgbClr val="FFFFFF"/>
                </a:solidFill>
                <a:latin typeface="Arial MT"/>
                <a:cs typeface="Arial MT"/>
              </a:rPr>
              <a:t>13.</a:t>
            </a:r>
            <a:r>
              <a:rPr sz="1800" spc="-30" dirty="0">
                <a:solidFill>
                  <a:srgbClr val="FFFFFF"/>
                </a:solidFill>
                <a:latin typeface="Arial MT"/>
                <a:cs typeface="Arial MT"/>
              </a:rPr>
              <a:t> </a:t>
            </a:r>
            <a:r>
              <a:rPr sz="1800" dirty="0">
                <a:solidFill>
                  <a:srgbClr val="FFFFFF"/>
                </a:solidFill>
                <a:latin typeface="Arial MT"/>
                <a:cs typeface="Arial MT"/>
              </a:rPr>
              <a:t>Use</a:t>
            </a:r>
            <a:r>
              <a:rPr sz="1800" spc="-20" dirty="0">
                <a:solidFill>
                  <a:srgbClr val="FFFFFF"/>
                </a:solidFill>
                <a:latin typeface="Arial MT"/>
                <a:cs typeface="Arial MT"/>
              </a:rPr>
              <a:t> </a:t>
            </a:r>
            <a:r>
              <a:rPr sz="1800" dirty="0">
                <a:solidFill>
                  <a:srgbClr val="FFFFFF"/>
                </a:solidFill>
                <a:latin typeface="Arial MT"/>
                <a:cs typeface="Arial MT"/>
              </a:rPr>
              <a:t>the</a:t>
            </a:r>
            <a:r>
              <a:rPr sz="1800" spc="-20" dirty="0">
                <a:solidFill>
                  <a:srgbClr val="FFFFFF"/>
                </a:solidFill>
                <a:latin typeface="Arial MT"/>
                <a:cs typeface="Arial MT"/>
              </a:rPr>
              <a:t> </a:t>
            </a:r>
            <a:r>
              <a:rPr sz="1800" dirty="0">
                <a:solidFill>
                  <a:srgbClr val="FFFFFF"/>
                </a:solidFill>
                <a:latin typeface="Arial MT"/>
                <a:cs typeface="Arial MT"/>
              </a:rPr>
              <a:t>“git</a:t>
            </a:r>
            <a:r>
              <a:rPr sz="1800" spc="-20" dirty="0">
                <a:solidFill>
                  <a:srgbClr val="FFFFFF"/>
                </a:solidFill>
                <a:latin typeface="Arial MT"/>
                <a:cs typeface="Arial MT"/>
              </a:rPr>
              <a:t> </a:t>
            </a:r>
            <a:r>
              <a:rPr sz="1800" dirty="0">
                <a:solidFill>
                  <a:srgbClr val="FFFFFF"/>
                </a:solidFill>
                <a:latin typeface="Arial MT"/>
                <a:cs typeface="Arial MT"/>
              </a:rPr>
              <a:t>checkout</a:t>
            </a:r>
            <a:r>
              <a:rPr sz="1800" spc="-20" dirty="0">
                <a:solidFill>
                  <a:srgbClr val="FFFFFF"/>
                </a:solidFill>
                <a:latin typeface="Arial MT"/>
                <a:cs typeface="Arial MT"/>
              </a:rPr>
              <a:t> </a:t>
            </a:r>
            <a:r>
              <a:rPr sz="1800" dirty="0">
                <a:solidFill>
                  <a:srgbClr val="FFFFFF"/>
                </a:solidFill>
                <a:latin typeface="Arial MT"/>
                <a:cs typeface="Arial MT"/>
              </a:rPr>
              <a:t>master”</a:t>
            </a:r>
            <a:r>
              <a:rPr sz="1800" spc="-20" dirty="0">
                <a:solidFill>
                  <a:srgbClr val="FFFFFF"/>
                </a:solidFill>
                <a:latin typeface="Arial MT"/>
                <a:cs typeface="Arial MT"/>
              </a:rPr>
              <a:t> </a:t>
            </a:r>
            <a:r>
              <a:rPr sz="1800" dirty="0">
                <a:solidFill>
                  <a:srgbClr val="FFFFFF"/>
                </a:solidFill>
                <a:latin typeface="Arial MT"/>
                <a:cs typeface="Arial MT"/>
              </a:rPr>
              <a:t>command</a:t>
            </a:r>
            <a:r>
              <a:rPr sz="1800" spc="-20" dirty="0">
                <a:solidFill>
                  <a:srgbClr val="FFFFFF"/>
                </a:solidFill>
                <a:latin typeface="Arial MT"/>
                <a:cs typeface="Arial MT"/>
              </a:rPr>
              <a:t> </a:t>
            </a:r>
            <a:r>
              <a:rPr sz="1800" dirty="0">
                <a:solidFill>
                  <a:srgbClr val="FFFFFF"/>
                </a:solidFill>
                <a:latin typeface="Arial MT"/>
                <a:cs typeface="Arial MT"/>
              </a:rPr>
              <a:t>to</a:t>
            </a:r>
            <a:r>
              <a:rPr sz="1800" spc="-15" dirty="0">
                <a:solidFill>
                  <a:srgbClr val="FFFFFF"/>
                </a:solidFill>
                <a:latin typeface="Arial MT"/>
                <a:cs typeface="Arial MT"/>
              </a:rPr>
              <a:t> </a:t>
            </a:r>
            <a:r>
              <a:rPr sz="1800" spc="-25" dirty="0">
                <a:solidFill>
                  <a:srgbClr val="FFFFFF"/>
                </a:solidFill>
                <a:latin typeface="Arial MT"/>
                <a:cs typeface="Arial MT"/>
              </a:rPr>
              <a:t>go </a:t>
            </a:r>
            <a:r>
              <a:rPr sz="1800" dirty="0">
                <a:solidFill>
                  <a:srgbClr val="FFFFFF"/>
                </a:solidFill>
                <a:latin typeface="Arial MT"/>
                <a:cs typeface="Arial MT"/>
              </a:rPr>
              <a:t>back</a:t>
            </a:r>
            <a:r>
              <a:rPr sz="1800" spc="-25" dirty="0">
                <a:solidFill>
                  <a:srgbClr val="FFFFFF"/>
                </a:solidFill>
                <a:latin typeface="Arial MT"/>
                <a:cs typeface="Arial MT"/>
              </a:rPr>
              <a:t> </a:t>
            </a:r>
            <a:r>
              <a:rPr sz="1800" dirty="0">
                <a:solidFill>
                  <a:srgbClr val="FFFFFF"/>
                </a:solidFill>
                <a:latin typeface="Arial MT"/>
                <a:cs typeface="Arial MT"/>
              </a:rPr>
              <a:t>to</a:t>
            </a:r>
            <a:r>
              <a:rPr sz="1800" spc="-15" dirty="0">
                <a:solidFill>
                  <a:srgbClr val="FFFFFF"/>
                </a:solidFill>
                <a:latin typeface="Arial MT"/>
                <a:cs typeface="Arial MT"/>
              </a:rPr>
              <a:t> </a:t>
            </a:r>
            <a:r>
              <a:rPr sz="1800" dirty="0">
                <a:solidFill>
                  <a:srgbClr val="FFFFFF"/>
                </a:solidFill>
                <a:latin typeface="Arial MT"/>
                <a:cs typeface="Arial MT"/>
              </a:rPr>
              <a:t>the</a:t>
            </a:r>
            <a:r>
              <a:rPr sz="1800" spc="-15" dirty="0">
                <a:solidFill>
                  <a:srgbClr val="FFFFFF"/>
                </a:solidFill>
                <a:latin typeface="Arial MT"/>
                <a:cs typeface="Arial MT"/>
              </a:rPr>
              <a:t> </a:t>
            </a:r>
            <a:r>
              <a:rPr sz="1800" dirty="0">
                <a:solidFill>
                  <a:srgbClr val="FFFFFF"/>
                </a:solidFill>
                <a:latin typeface="Arial MT"/>
                <a:cs typeface="Arial MT"/>
              </a:rPr>
              <a:t>final</a:t>
            </a:r>
            <a:r>
              <a:rPr sz="1800" spc="-15" dirty="0">
                <a:solidFill>
                  <a:srgbClr val="FFFFFF"/>
                </a:solidFill>
                <a:latin typeface="Arial MT"/>
                <a:cs typeface="Arial MT"/>
              </a:rPr>
              <a:t> </a:t>
            </a:r>
            <a:r>
              <a:rPr sz="1800" dirty="0">
                <a:solidFill>
                  <a:srgbClr val="FFFFFF"/>
                </a:solidFill>
                <a:latin typeface="Arial MT"/>
                <a:cs typeface="Arial MT"/>
              </a:rPr>
              <a:t>vesion</a:t>
            </a:r>
            <a:r>
              <a:rPr sz="1800" spc="-15" dirty="0">
                <a:solidFill>
                  <a:srgbClr val="FFFFFF"/>
                </a:solidFill>
                <a:latin typeface="Arial MT"/>
                <a:cs typeface="Arial MT"/>
              </a:rPr>
              <a:t> </a:t>
            </a:r>
            <a:r>
              <a:rPr sz="1800" dirty="0">
                <a:solidFill>
                  <a:srgbClr val="FFFFFF"/>
                </a:solidFill>
                <a:latin typeface="Arial MT"/>
                <a:cs typeface="Arial MT"/>
              </a:rPr>
              <a:t>of</a:t>
            </a:r>
            <a:r>
              <a:rPr sz="1800" spc="-15" dirty="0">
                <a:solidFill>
                  <a:srgbClr val="FFFFFF"/>
                </a:solidFill>
                <a:latin typeface="Arial MT"/>
                <a:cs typeface="Arial MT"/>
              </a:rPr>
              <a:t> </a:t>
            </a:r>
            <a:r>
              <a:rPr sz="1800" dirty="0">
                <a:solidFill>
                  <a:srgbClr val="FFFFFF"/>
                </a:solidFill>
                <a:latin typeface="Arial MT"/>
                <a:cs typeface="Arial MT"/>
              </a:rPr>
              <a:t>your</a:t>
            </a:r>
            <a:r>
              <a:rPr sz="1800" spc="-10" dirty="0">
                <a:solidFill>
                  <a:srgbClr val="FFFFFF"/>
                </a:solidFill>
                <a:latin typeface="Arial MT"/>
                <a:cs typeface="Arial MT"/>
              </a:rPr>
              <a:t> project</a:t>
            </a:r>
            <a:endParaRPr sz="1800">
              <a:latin typeface="Arial MT"/>
              <a:cs typeface="Arial MT"/>
            </a:endParaRPr>
          </a:p>
        </p:txBody>
      </p:sp>
      <p:grpSp>
        <p:nvGrpSpPr>
          <p:cNvPr id="9" name="object 9"/>
          <p:cNvGrpSpPr/>
          <p:nvPr/>
        </p:nvGrpSpPr>
        <p:grpSpPr>
          <a:xfrm>
            <a:off x="4972653" y="4642151"/>
            <a:ext cx="5844540" cy="2165985"/>
            <a:chOff x="4972653" y="4642151"/>
            <a:chExt cx="5844540" cy="2165985"/>
          </a:xfrm>
        </p:grpSpPr>
        <p:sp>
          <p:nvSpPr>
            <p:cNvPr id="10" name="object 10"/>
            <p:cNvSpPr/>
            <p:nvPr/>
          </p:nvSpPr>
          <p:spPr>
            <a:xfrm>
              <a:off x="5376259" y="4661201"/>
              <a:ext cx="1710689" cy="228600"/>
            </a:xfrm>
            <a:custGeom>
              <a:avLst/>
              <a:gdLst/>
              <a:ahLst/>
              <a:cxnLst/>
              <a:rect l="l" t="t" r="r" b="b"/>
              <a:pathLst>
                <a:path w="1710690" h="228600">
                  <a:moveTo>
                    <a:pt x="0" y="38100"/>
                  </a:moveTo>
                  <a:lnTo>
                    <a:pt x="2994" y="23270"/>
                  </a:lnTo>
                  <a:lnTo>
                    <a:pt x="11159" y="11159"/>
                  </a:lnTo>
                  <a:lnTo>
                    <a:pt x="23270" y="2994"/>
                  </a:lnTo>
                  <a:lnTo>
                    <a:pt x="38100" y="0"/>
                  </a:lnTo>
                  <a:lnTo>
                    <a:pt x="1672239" y="0"/>
                  </a:lnTo>
                  <a:lnTo>
                    <a:pt x="1707439" y="23520"/>
                  </a:lnTo>
                  <a:lnTo>
                    <a:pt x="1710339" y="38100"/>
                  </a:lnTo>
                  <a:lnTo>
                    <a:pt x="1710339" y="190499"/>
                  </a:lnTo>
                  <a:lnTo>
                    <a:pt x="1707345" y="205329"/>
                  </a:lnTo>
                  <a:lnTo>
                    <a:pt x="1699180" y="217440"/>
                  </a:lnTo>
                  <a:lnTo>
                    <a:pt x="1687069" y="225605"/>
                  </a:lnTo>
                  <a:lnTo>
                    <a:pt x="1672239" y="228599"/>
                  </a:lnTo>
                  <a:lnTo>
                    <a:pt x="38100" y="228599"/>
                  </a:lnTo>
                  <a:lnTo>
                    <a:pt x="23270" y="225605"/>
                  </a:lnTo>
                  <a:lnTo>
                    <a:pt x="11159" y="217440"/>
                  </a:lnTo>
                  <a:lnTo>
                    <a:pt x="2994" y="205329"/>
                  </a:lnTo>
                  <a:lnTo>
                    <a:pt x="0" y="190499"/>
                  </a:lnTo>
                  <a:lnTo>
                    <a:pt x="0" y="38100"/>
                  </a:lnTo>
                  <a:close/>
                </a:path>
              </a:pathLst>
            </a:custGeom>
            <a:ln w="38099">
              <a:solidFill>
                <a:srgbClr val="773E9B"/>
              </a:solidFill>
            </a:ln>
          </p:spPr>
          <p:txBody>
            <a:bodyPr wrap="square" lIns="0" tIns="0" rIns="0" bIns="0" rtlCol="0"/>
            <a:lstStyle/>
            <a:p>
              <a:endParaRPr/>
            </a:p>
          </p:txBody>
        </p:sp>
        <p:sp>
          <p:nvSpPr>
            <p:cNvPr id="11" name="object 11"/>
            <p:cNvSpPr/>
            <p:nvPr/>
          </p:nvSpPr>
          <p:spPr>
            <a:xfrm>
              <a:off x="4985353" y="5297928"/>
              <a:ext cx="5819140" cy="1497330"/>
            </a:xfrm>
            <a:custGeom>
              <a:avLst/>
              <a:gdLst/>
              <a:ahLst/>
              <a:cxnLst/>
              <a:rect l="l" t="t" r="r" b="b"/>
              <a:pathLst>
                <a:path w="5819140" h="1497329">
                  <a:moveTo>
                    <a:pt x="4848948" y="919023"/>
                  </a:moveTo>
                  <a:lnTo>
                    <a:pt x="3394264" y="919023"/>
                  </a:lnTo>
                  <a:lnTo>
                    <a:pt x="3355201" y="0"/>
                  </a:lnTo>
                  <a:lnTo>
                    <a:pt x="4848948" y="919023"/>
                  </a:lnTo>
                  <a:close/>
                </a:path>
                <a:path w="5819140" h="1497329">
                  <a:moveTo>
                    <a:pt x="5722368" y="1497247"/>
                  </a:moveTo>
                  <a:lnTo>
                    <a:pt x="96370" y="1497247"/>
                  </a:lnTo>
                  <a:lnTo>
                    <a:pt x="58858" y="1489674"/>
                  </a:lnTo>
                  <a:lnTo>
                    <a:pt x="28226" y="1469021"/>
                  </a:lnTo>
                  <a:lnTo>
                    <a:pt x="7573" y="1438388"/>
                  </a:lnTo>
                  <a:lnTo>
                    <a:pt x="0" y="1400876"/>
                  </a:lnTo>
                  <a:lnTo>
                    <a:pt x="0" y="1015393"/>
                  </a:lnTo>
                  <a:lnTo>
                    <a:pt x="7573" y="977882"/>
                  </a:lnTo>
                  <a:lnTo>
                    <a:pt x="28226" y="947249"/>
                  </a:lnTo>
                  <a:lnTo>
                    <a:pt x="58858" y="926596"/>
                  </a:lnTo>
                  <a:lnTo>
                    <a:pt x="96370" y="919023"/>
                  </a:lnTo>
                  <a:lnTo>
                    <a:pt x="5722368" y="919023"/>
                  </a:lnTo>
                  <a:lnTo>
                    <a:pt x="5775834" y="935214"/>
                  </a:lnTo>
                  <a:lnTo>
                    <a:pt x="5811403" y="978514"/>
                  </a:lnTo>
                  <a:lnTo>
                    <a:pt x="5818738" y="1015393"/>
                  </a:lnTo>
                  <a:lnTo>
                    <a:pt x="5818738" y="1400876"/>
                  </a:lnTo>
                  <a:lnTo>
                    <a:pt x="5811165" y="1438388"/>
                  </a:lnTo>
                  <a:lnTo>
                    <a:pt x="5790512" y="1469021"/>
                  </a:lnTo>
                  <a:lnTo>
                    <a:pt x="5759880" y="1489674"/>
                  </a:lnTo>
                  <a:lnTo>
                    <a:pt x="5722368" y="1497247"/>
                  </a:lnTo>
                  <a:close/>
                </a:path>
              </a:pathLst>
            </a:custGeom>
            <a:solidFill>
              <a:srgbClr val="C82506"/>
            </a:solidFill>
          </p:spPr>
          <p:txBody>
            <a:bodyPr wrap="square" lIns="0" tIns="0" rIns="0" bIns="0" rtlCol="0"/>
            <a:lstStyle/>
            <a:p>
              <a:endParaRPr/>
            </a:p>
          </p:txBody>
        </p:sp>
        <p:sp>
          <p:nvSpPr>
            <p:cNvPr id="12" name="object 12"/>
            <p:cNvSpPr/>
            <p:nvPr/>
          </p:nvSpPr>
          <p:spPr>
            <a:xfrm>
              <a:off x="4985353" y="5297928"/>
              <a:ext cx="5819140" cy="1497330"/>
            </a:xfrm>
            <a:custGeom>
              <a:avLst/>
              <a:gdLst/>
              <a:ahLst/>
              <a:cxnLst/>
              <a:rect l="l" t="t" r="r" b="b"/>
              <a:pathLst>
                <a:path w="5819140" h="1497329">
                  <a:moveTo>
                    <a:pt x="0" y="1015393"/>
                  </a:moveTo>
                  <a:lnTo>
                    <a:pt x="7573" y="977882"/>
                  </a:lnTo>
                  <a:lnTo>
                    <a:pt x="28226" y="947249"/>
                  </a:lnTo>
                  <a:lnTo>
                    <a:pt x="58858" y="926596"/>
                  </a:lnTo>
                  <a:lnTo>
                    <a:pt x="96370" y="919023"/>
                  </a:lnTo>
                  <a:lnTo>
                    <a:pt x="3394264" y="919023"/>
                  </a:lnTo>
                  <a:lnTo>
                    <a:pt x="3355201" y="0"/>
                  </a:lnTo>
                  <a:lnTo>
                    <a:pt x="4848948" y="919023"/>
                  </a:lnTo>
                  <a:lnTo>
                    <a:pt x="5722368" y="919023"/>
                  </a:lnTo>
                  <a:lnTo>
                    <a:pt x="5741257" y="920892"/>
                  </a:lnTo>
                  <a:lnTo>
                    <a:pt x="5790512" y="947249"/>
                  </a:lnTo>
                  <a:lnTo>
                    <a:pt x="5816870" y="996505"/>
                  </a:lnTo>
                  <a:lnTo>
                    <a:pt x="5818738" y="1015393"/>
                  </a:lnTo>
                  <a:lnTo>
                    <a:pt x="5818738" y="1159949"/>
                  </a:lnTo>
                  <a:lnTo>
                    <a:pt x="5818738" y="1400876"/>
                  </a:lnTo>
                  <a:lnTo>
                    <a:pt x="5811165" y="1438388"/>
                  </a:lnTo>
                  <a:lnTo>
                    <a:pt x="5790512" y="1469021"/>
                  </a:lnTo>
                  <a:lnTo>
                    <a:pt x="5759880" y="1489674"/>
                  </a:lnTo>
                  <a:lnTo>
                    <a:pt x="5722368" y="1497247"/>
                  </a:lnTo>
                  <a:lnTo>
                    <a:pt x="4848948" y="1497247"/>
                  </a:lnTo>
                  <a:lnTo>
                    <a:pt x="3394264" y="1497247"/>
                  </a:lnTo>
                  <a:lnTo>
                    <a:pt x="96370" y="1497247"/>
                  </a:lnTo>
                  <a:lnTo>
                    <a:pt x="58858" y="1489674"/>
                  </a:lnTo>
                  <a:lnTo>
                    <a:pt x="28226" y="1469021"/>
                  </a:lnTo>
                  <a:lnTo>
                    <a:pt x="7573" y="1438388"/>
                  </a:lnTo>
                  <a:lnTo>
                    <a:pt x="0" y="1400876"/>
                  </a:lnTo>
                  <a:lnTo>
                    <a:pt x="0" y="1159949"/>
                  </a:lnTo>
                  <a:lnTo>
                    <a:pt x="0" y="1015393"/>
                  </a:lnTo>
                  <a:close/>
                </a:path>
              </a:pathLst>
            </a:custGeom>
            <a:ln w="25399">
              <a:solidFill>
                <a:srgbClr val="540F02"/>
              </a:solidFill>
            </a:ln>
          </p:spPr>
          <p:txBody>
            <a:bodyPr wrap="square" lIns="0" tIns="0" rIns="0" bIns="0" rtlCol="0"/>
            <a:lstStyle/>
            <a:p>
              <a:endParaRPr/>
            </a:p>
          </p:txBody>
        </p:sp>
      </p:grpSp>
      <p:sp>
        <p:nvSpPr>
          <p:cNvPr id="13" name="object 13"/>
          <p:cNvSpPr txBox="1"/>
          <p:nvPr/>
        </p:nvSpPr>
        <p:spPr>
          <a:xfrm>
            <a:off x="5086605" y="6209900"/>
            <a:ext cx="5380990" cy="574040"/>
          </a:xfrm>
          <a:prstGeom prst="rect">
            <a:avLst/>
          </a:prstGeom>
        </p:spPr>
        <p:txBody>
          <a:bodyPr vert="horz" wrap="square" lIns="0" tIns="12700" rIns="0" bIns="0" rtlCol="0">
            <a:spAutoFit/>
          </a:bodyPr>
          <a:lstStyle/>
          <a:p>
            <a:pPr marL="12700" marR="5080">
              <a:lnSpc>
                <a:spcPct val="100000"/>
              </a:lnSpc>
              <a:spcBef>
                <a:spcPts val="100"/>
              </a:spcBef>
            </a:pPr>
            <a:r>
              <a:rPr sz="1800" dirty="0">
                <a:solidFill>
                  <a:srgbClr val="FFFFFF"/>
                </a:solidFill>
                <a:latin typeface="Arial MT"/>
                <a:cs typeface="Arial MT"/>
              </a:rPr>
              <a:t>14.</a:t>
            </a:r>
            <a:r>
              <a:rPr sz="1800" spc="-35" dirty="0">
                <a:solidFill>
                  <a:srgbClr val="FFFFFF"/>
                </a:solidFill>
                <a:latin typeface="Arial MT"/>
                <a:cs typeface="Arial MT"/>
              </a:rPr>
              <a:t> </a:t>
            </a:r>
            <a:r>
              <a:rPr sz="1800" dirty="0">
                <a:solidFill>
                  <a:srgbClr val="FFFFFF"/>
                </a:solidFill>
                <a:latin typeface="Arial MT"/>
                <a:cs typeface="Arial MT"/>
              </a:rPr>
              <a:t>Reopen</a:t>
            </a:r>
            <a:r>
              <a:rPr sz="1800" spc="-20" dirty="0">
                <a:solidFill>
                  <a:srgbClr val="FFFFFF"/>
                </a:solidFill>
                <a:latin typeface="Arial MT"/>
                <a:cs typeface="Arial MT"/>
              </a:rPr>
              <a:t> </a:t>
            </a:r>
            <a:r>
              <a:rPr sz="1800" dirty="0">
                <a:solidFill>
                  <a:srgbClr val="FFFFFF"/>
                </a:solidFill>
                <a:latin typeface="Arial MT"/>
                <a:cs typeface="Arial MT"/>
              </a:rPr>
              <a:t>the</a:t>
            </a:r>
            <a:r>
              <a:rPr sz="1800" spc="-25" dirty="0">
                <a:solidFill>
                  <a:srgbClr val="FFFFFF"/>
                </a:solidFill>
                <a:latin typeface="Arial MT"/>
                <a:cs typeface="Arial MT"/>
              </a:rPr>
              <a:t> </a:t>
            </a:r>
            <a:r>
              <a:rPr sz="1800" dirty="0">
                <a:solidFill>
                  <a:srgbClr val="FFFFFF"/>
                </a:solidFill>
                <a:latin typeface="Arial MT"/>
                <a:cs typeface="Arial MT"/>
              </a:rPr>
              <a:t>HelloGit.txt</a:t>
            </a:r>
            <a:r>
              <a:rPr sz="1800" spc="-20" dirty="0">
                <a:solidFill>
                  <a:srgbClr val="FFFFFF"/>
                </a:solidFill>
                <a:latin typeface="Arial MT"/>
                <a:cs typeface="Arial MT"/>
              </a:rPr>
              <a:t> </a:t>
            </a:r>
            <a:r>
              <a:rPr sz="1800" dirty="0">
                <a:solidFill>
                  <a:srgbClr val="FFFFFF"/>
                </a:solidFill>
                <a:latin typeface="Arial MT"/>
                <a:cs typeface="Arial MT"/>
              </a:rPr>
              <a:t>again.</a:t>
            </a:r>
            <a:r>
              <a:rPr sz="1800" spc="-25" dirty="0">
                <a:solidFill>
                  <a:srgbClr val="FFFFFF"/>
                </a:solidFill>
                <a:latin typeface="Arial MT"/>
                <a:cs typeface="Arial MT"/>
              </a:rPr>
              <a:t> </a:t>
            </a:r>
            <a:r>
              <a:rPr sz="1800" dirty="0">
                <a:solidFill>
                  <a:srgbClr val="FFFFFF"/>
                </a:solidFill>
                <a:latin typeface="Arial MT"/>
                <a:cs typeface="Arial MT"/>
              </a:rPr>
              <a:t>Back</a:t>
            </a:r>
            <a:r>
              <a:rPr sz="1800" spc="-20" dirty="0">
                <a:solidFill>
                  <a:srgbClr val="FFFFFF"/>
                </a:solidFill>
                <a:latin typeface="Arial MT"/>
                <a:cs typeface="Arial MT"/>
              </a:rPr>
              <a:t> </a:t>
            </a:r>
            <a:r>
              <a:rPr sz="1800" dirty="0">
                <a:solidFill>
                  <a:srgbClr val="FFFFFF"/>
                </a:solidFill>
                <a:latin typeface="Arial MT"/>
                <a:cs typeface="Arial MT"/>
              </a:rPr>
              <a:t>to</a:t>
            </a:r>
            <a:r>
              <a:rPr sz="1800" spc="-25" dirty="0">
                <a:solidFill>
                  <a:srgbClr val="FFFFFF"/>
                </a:solidFill>
                <a:latin typeface="Arial MT"/>
                <a:cs typeface="Arial MT"/>
              </a:rPr>
              <a:t> </a:t>
            </a:r>
            <a:r>
              <a:rPr sz="1800" dirty="0">
                <a:solidFill>
                  <a:srgbClr val="FFFFFF"/>
                </a:solidFill>
                <a:latin typeface="Arial MT"/>
                <a:cs typeface="Arial MT"/>
              </a:rPr>
              <a:t>the</a:t>
            </a:r>
            <a:r>
              <a:rPr sz="1800" spc="-20" dirty="0">
                <a:solidFill>
                  <a:srgbClr val="FFFFFF"/>
                </a:solidFill>
                <a:latin typeface="Arial MT"/>
                <a:cs typeface="Arial MT"/>
              </a:rPr>
              <a:t> </a:t>
            </a:r>
            <a:r>
              <a:rPr sz="1800" spc="-10" dirty="0">
                <a:solidFill>
                  <a:srgbClr val="FFFFFF"/>
                </a:solidFill>
                <a:latin typeface="Arial MT"/>
                <a:cs typeface="Arial MT"/>
              </a:rPr>
              <a:t>lastest version.</a:t>
            </a:r>
            <a:endParaRPr sz="1800">
              <a:latin typeface="Arial MT"/>
              <a:cs typeface="Arial MT"/>
            </a:endParaRPr>
          </a:p>
        </p:txBody>
      </p:sp>
      <p:sp>
        <p:nvSpPr>
          <p:cNvPr id="14" name="object 1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33</a:t>
            </a:fld>
            <a:endParaRPr spc="-2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34</a:t>
            </a:fld>
            <a:endParaRPr spc="-25" dirty="0"/>
          </a:p>
        </p:txBody>
      </p:sp>
      <p:sp>
        <p:nvSpPr>
          <p:cNvPr id="2" name="object 2"/>
          <p:cNvSpPr txBox="1">
            <a:spLocks noGrp="1"/>
          </p:cNvSpPr>
          <p:nvPr>
            <p:ph type="title"/>
          </p:nvPr>
        </p:nvSpPr>
        <p:spPr>
          <a:xfrm>
            <a:off x="1089025" y="1775460"/>
            <a:ext cx="3084830" cy="1244600"/>
          </a:xfrm>
          <a:prstGeom prst="rect">
            <a:avLst/>
          </a:prstGeom>
        </p:spPr>
        <p:txBody>
          <a:bodyPr vert="horz" wrap="square" lIns="0" tIns="12700" rIns="0" bIns="0" rtlCol="0">
            <a:spAutoFit/>
          </a:bodyPr>
          <a:lstStyle/>
          <a:p>
            <a:pPr marL="12700">
              <a:lnSpc>
                <a:spcPct val="100000"/>
              </a:lnSpc>
              <a:spcBef>
                <a:spcPts val="100"/>
              </a:spcBef>
            </a:pPr>
            <a:r>
              <a:rPr spc="-425" dirty="0">
                <a:latin typeface="Arial MT"/>
                <a:cs typeface="Arial MT"/>
              </a:rPr>
              <a:t>LIFE</a:t>
            </a:r>
            <a:r>
              <a:rPr dirty="0">
                <a:latin typeface="Arial MT"/>
                <a:cs typeface="Arial MT"/>
              </a:rPr>
              <a:t> </a:t>
            </a:r>
            <a:r>
              <a:rPr spc="-565" dirty="0">
                <a:latin typeface="Arial MT"/>
                <a:cs typeface="Arial MT"/>
              </a:rPr>
              <a:t>IS</a:t>
            </a:r>
          </a:p>
        </p:txBody>
      </p:sp>
      <p:sp>
        <p:nvSpPr>
          <p:cNvPr id="3" name="object 3"/>
          <p:cNvSpPr txBox="1"/>
          <p:nvPr/>
        </p:nvSpPr>
        <p:spPr>
          <a:xfrm>
            <a:off x="1089025" y="2994660"/>
            <a:ext cx="11418570" cy="6189980"/>
          </a:xfrm>
          <a:prstGeom prst="rect">
            <a:avLst/>
          </a:prstGeom>
        </p:spPr>
        <p:txBody>
          <a:bodyPr vert="horz" wrap="square" lIns="0" tIns="12700" rIns="0" bIns="0" rtlCol="0">
            <a:spAutoFit/>
          </a:bodyPr>
          <a:lstStyle/>
          <a:p>
            <a:pPr marL="12700" marR="5499735">
              <a:lnSpc>
                <a:spcPct val="100000"/>
              </a:lnSpc>
              <a:spcBef>
                <a:spcPts val="100"/>
              </a:spcBef>
            </a:pPr>
            <a:r>
              <a:rPr sz="8000" spc="170" dirty="0">
                <a:latin typeface="Arial MT"/>
                <a:cs typeface="Arial MT"/>
              </a:rPr>
              <a:t>TOO</a:t>
            </a:r>
            <a:r>
              <a:rPr sz="8000" spc="10" dirty="0">
                <a:latin typeface="Arial MT"/>
                <a:cs typeface="Arial MT"/>
              </a:rPr>
              <a:t> </a:t>
            </a:r>
            <a:r>
              <a:rPr sz="8000" spc="-405" dirty="0">
                <a:latin typeface="Arial MT"/>
                <a:cs typeface="Arial MT"/>
              </a:rPr>
              <a:t>SHORT </a:t>
            </a:r>
            <a:r>
              <a:rPr sz="8000" spc="55" dirty="0">
                <a:latin typeface="Arial MT"/>
                <a:cs typeface="Arial MT"/>
              </a:rPr>
              <a:t>TO</a:t>
            </a:r>
            <a:r>
              <a:rPr sz="8000" dirty="0">
                <a:latin typeface="Arial MT"/>
                <a:cs typeface="Arial MT"/>
              </a:rPr>
              <a:t> </a:t>
            </a:r>
            <a:r>
              <a:rPr sz="8000" spc="-650" dirty="0">
                <a:latin typeface="Arial MT"/>
                <a:cs typeface="Arial MT"/>
              </a:rPr>
              <a:t>TYPE </a:t>
            </a:r>
            <a:r>
              <a:rPr sz="8000" spc="-160" dirty="0">
                <a:latin typeface="Arial MT"/>
                <a:cs typeface="Arial MT"/>
              </a:rPr>
              <a:t>TH</a:t>
            </a:r>
            <a:r>
              <a:rPr sz="8000" spc="-690" dirty="0">
                <a:latin typeface="Arial MT"/>
                <a:cs typeface="Arial MT"/>
              </a:rPr>
              <a:t>A</a:t>
            </a:r>
            <a:r>
              <a:rPr sz="8000" spc="-160" dirty="0">
                <a:latin typeface="Arial MT"/>
                <a:cs typeface="Arial MT"/>
              </a:rPr>
              <a:t>T</a:t>
            </a:r>
            <a:r>
              <a:rPr sz="8000" spc="-295" dirty="0">
                <a:latin typeface="Arial MT"/>
                <a:cs typeface="Arial MT"/>
              </a:rPr>
              <a:t> </a:t>
            </a:r>
            <a:r>
              <a:rPr sz="8000" spc="-365" dirty="0">
                <a:latin typeface="Arial MT"/>
                <a:cs typeface="Arial MT"/>
              </a:rPr>
              <a:t>VERSION</a:t>
            </a:r>
            <a:r>
              <a:rPr sz="8000" spc="30" dirty="0">
                <a:latin typeface="Arial MT"/>
                <a:cs typeface="Arial MT"/>
              </a:rPr>
              <a:t> </a:t>
            </a:r>
            <a:r>
              <a:rPr sz="8000" spc="-25" dirty="0">
                <a:latin typeface="Arial MT"/>
                <a:cs typeface="Arial MT"/>
              </a:rPr>
              <a:t>ID</a:t>
            </a:r>
            <a:r>
              <a:rPr sz="2400" i="1" spc="-25" dirty="0">
                <a:latin typeface="Arial"/>
                <a:cs typeface="Arial"/>
              </a:rPr>
              <a:t>!</a:t>
            </a:r>
            <a:endParaRPr sz="2400">
              <a:latin typeface="Arial"/>
              <a:cs typeface="Arial"/>
            </a:endParaRPr>
          </a:p>
          <a:p>
            <a:pPr marL="3114040">
              <a:lnSpc>
                <a:spcPct val="100000"/>
              </a:lnSpc>
              <a:spcBef>
                <a:spcPts val="4135"/>
              </a:spcBef>
            </a:pPr>
            <a:r>
              <a:rPr sz="5000" dirty="0">
                <a:solidFill>
                  <a:srgbClr val="A6AAA9"/>
                </a:solidFill>
                <a:latin typeface="Arial MT"/>
                <a:cs typeface="Arial MT"/>
              </a:rPr>
              <a:t>which</a:t>
            </a:r>
            <a:r>
              <a:rPr sz="5000" spc="-25" dirty="0">
                <a:solidFill>
                  <a:srgbClr val="A6AAA9"/>
                </a:solidFill>
                <a:latin typeface="Arial MT"/>
                <a:cs typeface="Arial MT"/>
              </a:rPr>
              <a:t> </a:t>
            </a:r>
            <a:r>
              <a:rPr sz="5000" dirty="0">
                <a:solidFill>
                  <a:srgbClr val="A6AAA9"/>
                </a:solidFill>
                <a:latin typeface="Arial MT"/>
                <a:cs typeface="Arial MT"/>
              </a:rPr>
              <a:t>is</a:t>
            </a:r>
            <a:r>
              <a:rPr sz="5000" spc="-20" dirty="0">
                <a:solidFill>
                  <a:srgbClr val="A6AAA9"/>
                </a:solidFill>
                <a:latin typeface="Arial MT"/>
                <a:cs typeface="Arial MT"/>
              </a:rPr>
              <a:t> </a:t>
            </a:r>
            <a:r>
              <a:rPr sz="5000" dirty="0">
                <a:solidFill>
                  <a:srgbClr val="A6AAA9"/>
                </a:solidFill>
                <a:latin typeface="Arial MT"/>
                <a:cs typeface="Arial MT"/>
              </a:rPr>
              <a:t>40</a:t>
            </a:r>
            <a:r>
              <a:rPr sz="5000" spc="-20" dirty="0">
                <a:solidFill>
                  <a:srgbClr val="A6AAA9"/>
                </a:solidFill>
                <a:latin typeface="Arial MT"/>
                <a:cs typeface="Arial MT"/>
              </a:rPr>
              <a:t> </a:t>
            </a:r>
            <a:r>
              <a:rPr sz="5000" dirty="0">
                <a:solidFill>
                  <a:srgbClr val="A6AAA9"/>
                </a:solidFill>
                <a:latin typeface="Arial MT"/>
                <a:cs typeface="Arial MT"/>
              </a:rPr>
              <a:t>characters</a:t>
            </a:r>
            <a:r>
              <a:rPr sz="5000" spc="-20" dirty="0">
                <a:solidFill>
                  <a:srgbClr val="A6AAA9"/>
                </a:solidFill>
                <a:latin typeface="Arial MT"/>
                <a:cs typeface="Arial MT"/>
              </a:rPr>
              <a:t> </a:t>
            </a:r>
            <a:r>
              <a:rPr sz="5000" spc="-10" dirty="0">
                <a:solidFill>
                  <a:srgbClr val="A6AAA9"/>
                </a:solidFill>
                <a:latin typeface="Arial MT"/>
                <a:cs typeface="Arial MT"/>
              </a:rPr>
              <a:t>long…</a:t>
            </a:r>
            <a:endParaRPr sz="5000">
              <a:latin typeface="Arial MT"/>
              <a:cs typeface="Arial M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47029" y="501650"/>
            <a:ext cx="11369040" cy="8440420"/>
            <a:chOff x="547029" y="501650"/>
            <a:chExt cx="11369040" cy="8440420"/>
          </a:xfrm>
        </p:grpSpPr>
        <p:pic>
          <p:nvPicPr>
            <p:cNvPr id="3" name="object 3"/>
            <p:cNvPicPr/>
            <p:nvPr/>
          </p:nvPicPr>
          <p:blipFill>
            <a:blip r:embed="rId2" cstate="print"/>
            <a:stretch>
              <a:fillRect/>
            </a:stretch>
          </p:blipFill>
          <p:spPr>
            <a:xfrm>
              <a:off x="547029" y="501650"/>
              <a:ext cx="8931206" cy="6763870"/>
            </a:xfrm>
            <a:prstGeom prst="rect">
              <a:avLst/>
            </a:prstGeom>
          </p:spPr>
        </p:pic>
        <p:pic>
          <p:nvPicPr>
            <p:cNvPr id="4" name="object 4"/>
            <p:cNvPicPr/>
            <p:nvPr/>
          </p:nvPicPr>
          <p:blipFill>
            <a:blip r:embed="rId3" cstate="print"/>
            <a:stretch>
              <a:fillRect/>
            </a:stretch>
          </p:blipFill>
          <p:spPr>
            <a:xfrm>
              <a:off x="5244069" y="5515821"/>
              <a:ext cx="6659293" cy="3426009"/>
            </a:xfrm>
            <a:prstGeom prst="rect">
              <a:avLst/>
            </a:prstGeom>
          </p:spPr>
        </p:pic>
        <p:sp>
          <p:nvSpPr>
            <p:cNvPr id="5" name="object 5"/>
            <p:cNvSpPr/>
            <p:nvPr/>
          </p:nvSpPr>
          <p:spPr>
            <a:xfrm>
              <a:off x="5943636" y="2452135"/>
              <a:ext cx="5960110" cy="1636395"/>
            </a:xfrm>
            <a:custGeom>
              <a:avLst/>
              <a:gdLst/>
              <a:ahLst/>
              <a:cxnLst/>
              <a:rect l="l" t="t" r="r" b="b"/>
              <a:pathLst>
                <a:path w="5960109" h="1636395">
                  <a:moveTo>
                    <a:pt x="5863356" y="578223"/>
                  </a:moveTo>
                  <a:lnTo>
                    <a:pt x="237358" y="578223"/>
                  </a:lnTo>
                  <a:lnTo>
                    <a:pt x="199846" y="570650"/>
                  </a:lnTo>
                  <a:lnTo>
                    <a:pt x="169214" y="549997"/>
                  </a:lnTo>
                  <a:lnTo>
                    <a:pt x="148561" y="519365"/>
                  </a:lnTo>
                  <a:lnTo>
                    <a:pt x="140987" y="481853"/>
                  </a:lnTo>
                  <a:lnTo>
                    <a:pt x="140987" y="96370"/>
                  </a:lnTo>
                  <a:lnTo>
                    <a:pt x="148561" y="58858"/>
                  </a:lnTo>
                  <a:lnTo>
                    <a:pt x="169214" y="28226"/>
                  </a:lnTo>
                  <a:lnTo>
                    <a:pt x="199846" y="7573"/>
                  </a:lnTo>
                  <a:lnTo>
                    <a:pt x="237358" y="0"/>
                  </a:lnTo>
                  <a:lnTo>
                    <a:pt x="5863356" y="0"/>
                  </a:lnTo>
                  <a:lnTo>
                    <a:pt x="5916822" y="16191"/>
                  </a:lnTo>
                  <a:lnTo>
                    <a:pt x="5952391" y="59491"/>
                  </a:lnTo>
                  <a:lnTo>
                    <a:pt x="5959727" y="96370"/>
                  </a:lnTo>
                  <a:lnTo>
                    <a:pt x="5959727" y="481853"/>
                  </a:lnTo>
                  <a:lnTo>
                    <a:pt x="5952153" y="519365"/>
                  </a:lnTo>
                  <a:lnTo>
                    <a:pt x="5931500" y="549997"/>
                  </a:lnTo>
                  <a:lnTo>
                    <a:pt x="5900868" y="570650"/>
                  </a:lnTo>
                  <a:lnTo>
                    <a:pt x="5863356" y="578223"/>
                  </a:lnTo>
                  <a:close/>
                </a:path>
                <a:path w="5960109" h="1636395">
                  <a:moveTo>
                    <a:pt x="0" y="1635911"/>
                  </a:moveTo>
                  <a:lnTo>
                    <a:pt x="1110777" y="578223"/>
                  </a:lnTo>
                  <a:lnTo>
                    <a:pt x="2565462" y="578223"/>
                  </a:lnTo>
                  <a:lnTo>
                    <a:pt x="0" y="1635911"/>
                  </a:lnTo>
                  <a:close/>
                </a:path>
              </a:pathLst>
            </a:custGeom>
            <a:solidFill>
              <a:srgbClr val="C82506"/>
            </a:solidFill>
          </p:spPr>
          <p:txBody>
            <a:bodyPr wrap="square" lIns="0" tIns="0" rIns="0" bIns="0" rtlCol="0"/>
            <a:lstStyle/>
            <a:p>
              <a:endParaRPr/>
            </a:p>
          </p:txBody>
        </p:sp>
        <p:sp>
          <p:nvSpPr>
            <p:cNvPr id="6" name="object 6"/>
            <p:cNvSpPr/>
            <p:nvPr/>
          </p:nvSpPr>
          <p:spPr>
            <a:xfrm>
              <a:off x="5943636" y="2452135"/>
              <a:ext cx="5960110" cy="1636395"/>
            </a:xfrm>
            <a:custGeom>
              <a:avLst/>
              <a:gdLst/>
              <a:ahLst/>
              <a:cxnLst/>
              <a:rect l="l" t="t" r="r" b="b"/>
              <a:pathLst>
                <a:path w="5960109" h="1636395">
                  <a:moveTo>
                    <a:pt x="140987" y="96370"/>
                  </a:moveTo>
                  <a:lnTo>
                    <a:pt x="148561" y="58858"/>
                  </a:lnTo>
                  <a:lnTo>
                    <a:pt x="169214" y="28226"/>
                  </a:lnTo>
                  <a:lnTo>
                    <a:pt x="199846" y="7573"/>
                  </a:lnTo>
                  <a:lnTo>
                    <a:pt x="237358" y="0"/>
                  </a:lnTo>
                  <a:lnTo>
                    <a:pt x="1110777" y="0"/>
                  </a:lnTo>
                  <a:lnTo>
                    <a:pt x="2565462" y="0"/>
                  </a:lnTo>
                  <a:lnTo>
                    <a:pt x="5863356" y="0"/>
                  </a:lnTo>
                  <a:lnTo>
                    <a:pt x="5882245" y="1868"/>
                  </a:lnTo>
                  <a:lnTo>
                    <a:pt x="5931500" y="28226"/>
                  </a:lnTo>
                  <a:lnTo>
                    <a:pt x="5957858" y="77481"/>
                  </a:lnTo>
                  <a:lnTo>
                    <a:pt x="5959727" y="96370"/>
                  </a:lnTo>
                  <a:lnTo>
                    <a:pt x="5959727" y="337297"/>
                  </a:lnTo>
                  <a:lnTo>
                    <a:pt x="5959727" y="481853"/>
                  </a:lnTo>
                  <a:lnTo>
                    <a:pt x="5952153" y="519365"/>
                  </a:lnTo>
                  <a:lnTo>
                    <a:pt x="5931500" y="549997"/>
                  </a:lnTo>
                  <a:lnTo>
                    <a:pt x="5900868" y="570650"/>
                  </a:lnTo>
                  <a:lnTo>
                    <a:pt x="5863356" y="578223"/>
                  </a:lnTo>
                  <a:lnTo>
                    <a:pt x="2565462" y="578223"/>
                  </a:lnTo>
                  <a:lnTo>
                    <a:pt x="0" y="1635911"/>
                  </a:lnTo>
                  <a:lnTo>
                    <a:pt x="1110777" y="578223"/>
                  </a:lnTo>
                  <a:lnTo>
                    <a:pt x="237358" y="578223"/>
                  </a:lnTo>
                  <a:lnTo>
                    <a:pt x="199846" y="570650"/>
                  </a:lnTo>
                  <a:lnTo>
                    <a:pt x="169214" y="549997"/>
                  </a:lnTo>
                  <a:lnTo>
                    <a:pt x="148561" y="519365"/>
                  </a:lnTo>
                  <a:lnTo>
                    <a:pt x="140987" y="481853"/>
                  </a:lnTo>
                  <a:lnTo>
                    <a:pt x="140987" y="337297"/>
                  </a:lnTo>
                  <a:lnTo>
                    <a:pt x="140987" y="96370"/>
                  </a:lnTo>
                  <a:close/>
                </a:path>
              </a:pathLst>
            </a:custGeom>
            <a:ln w="25399">
              <a:solidFill>
                <a:srgbClr val="540F02"/>
              </a:solidFill>
            </a:ln>
          </p:spPr>
          <p:txBody>
            <a:bodyPr wrap="square" lIns="0" tIns="0" rIns="0" bIns="0" rtlCol="0"/>
            <a:lstStyle/>
            <a:p>
              <a:endParaRPr/>
            </a:p>
          </p:txBody>
        </p:sp>
      </p:grpSp>
      <p:sp>
        <p:nvSpPr>
          <p:cNvPr id="7" name="object 7"/>
          <p:cNvSpPr txBox="1"/>
          <p:nvPr/>
        </p:nvSpPr>
        <p:spPr>
          <a:xfrm>
            <a:off x="6185875" y="2445083"/>
            <a:ext cx="5090795" cy="574040"/>
          </a:xfrm>
          <a:prstGeom prst="rect">
            <a:avLst/>
          </a:prstGeom>
        </p:spPr>
        <p:txBody>
          <a:bodyPr vert="horz" wrap="square" lIns="0" tIns="12700" rIns="0" bIns="0" rtlCol="0">
            <a:spAutoFit/>
          </a:bodyPr>
          <a:lstStyle/>
          <a:p>
            <a:pPr marL="12700" marR="5080">
              <a:lnSpc>
                <a:spcPct val="100000"/>
              </a:lnSpc>
              <a:spcBef>
                <a:spcPts val="100"/>
              </a:spcBef>
            </a:pPr>
            <a:r>
              <a:rPr sz="1800" dirty="0">
                <a:solidFill>
                  <a:srgbClr val="FFFFFF"/>
                </a:solidFill>
                <a:latin typeface="Arial MT"/>
                <a:cs typeface="Arial MT"/>
              </a:rPr>
              <a:t>15.</a:t>
            </a:r>
            <a:r>
              <a:rPr sz="1800" spc="-15" dirty="0">
                <a:solidFill>
                  <a:srgbClr val="FFFFFF"/>
                </a:solidFill>
                <a:latin typeface="Arial MT"/>
                <a:cs typeface="Arial MT"/>
              </a:rPr>
              <a:t> </a:t>
            </a:r>
            <a:r>
              <a:rPr sz="1800" dirty="0">
                <a:solidFill>
                  <a:srgbClr val="FFFFFF"/>
                </a:solidFill>
                <a:latin typeface="Arial MT"/>
                <a:cs typeface="Arial MT"/>
              </a:rPr>
              <a:t>Use</a:t>
            </a:r>
            <a:r>
              <a:rPr sz="1800" spc="-15" dirty="0">
                <a:solidFill>
                  <a:srgbClr val="FFFFFF"/>
                </a:solidFill>
                <a:latin typeface="Arial MT"/>
                <a:cs typeface="Arial MT"/>
              </a:rPr>
              <a:t> </a:t>
            </a:r>
            <a:r>
              <a:rPr sz="1800" dirty="0">
                <a:solidFill>
                  <a:srgbClr val="FFFFFF"/>
                </a:solidFill>
                <a:latin typeface="Arial MT"/>
                <a:cs typeface="Arial MT"/>
              </a:rPr>
              <a:t>the</a:t>
            </a:r>
            <a:r>
              <a:rPr sz="1800" spc="-15" dirty="0">
                <a:solidFill>
                  <a:srgbClr val="FFFFFF"/>
                </a:solidFill>
                <a:latin typeface="Arial MT"/>
                <a:cs typeface="Arial MT"/>
              </a:rPr>
              <a:t> </a:t>
            </a:r>
            <a:r>
              <a:rPr sz="1800" dirty="0">
                <a:solidFill>
                  <a:srgbClr val="FFFFFF"/>
                </a:solidFill>
                <a:latin typeface="Arial MT"/>
                <a:cs typeface="Arial MT"/>
              </a:rPr>
              <a:t>‘’git</a:t>
            </a:r>
            <a:r>
              <a:rPr sz="1800" spc="-15" dirty="0">
                <a:solidFill>
                  <a:srgbClr val="FFFFFF"/>
                </a:solidFill>
                <a:latin typeface="Arial MT"/>
                <a:cs typeface="Arial MT"/>
              </a:rPr>
              <a:t> </a:t>
            </a:r>
            <a:r>
              <a:rPr sz="1800" dirty="0">
                <a:solidFill>
                  <a:srgbClr val="FFFFFF"/>
                </a:solidFill>
                <a:latin typeface="Arial MT"/>
                <a:cs typeface="Arial MT"/>
              </a:rPr>
              <a:t>log</a:t>
            </a:r>
            <a:r>
              <a:rPr sz="1800" spc="-10" dirty="0">
                <a:solidFill>
                  <a:srgbClr val="FFFFFF"/>
                </a:solidFill>
                <a:latin typeface="Arial MT"/>
                <a:cs typeface="Arial MT"/>
              </a:rPr>
              <a:t> --oneline’’</a:t>
            </a:r>
            <a:r>
              <a:rPr sz="1800" spc="-80" dirty="0">
                <a:solidFill>
                  <a:srgbClr val="FFFFFF"/>
                </a:solidFill>
                <a:latin typeface="Arial MT"/>
                <a:cs typeface="Arial MT"/>
              </a:rPr>
              <a:t> </a:t>
            </a:r>
            <a:r>
              <a:rPr sz="1800" dirty="0">
                <a:solidFill>
                  <a:srgbClr val="FFFFFF"/>
                </a:solidFill>
                <a:latin typeface="Arial MT"/>
                <a:cs typeface="Arial MT"/>
              </a:rPr>
              <a:t>command</a:t>
            </a:r>
            <a:r>
              <a:rPr sz="1800" spc="-15" dirty="0">
                <a:solidFill>
                  <a:srgbClr val="FFFFFF"/>
                </a:solidFill>
                <a:latin typeface="Arial MT"/>
                <a:cs typeface="Arial MT"/>
              </a:rPr>
              <a:t> </a:t>
            </a:r>
            <a:r>
              <a:rPr sz="1800" dirty="0">
                <a:solidFill>
                  <a:srgbClr val="FFFFFF"/>
                </a:solidFill>
                <a:latin typeface="Arial MT"/>
                <a:cs typeface="Arial MT"/>
              </a:rPr>
              <a:t>to</a:t>
            </a:r>
            <a:r>
              <a:rPr sz="1800" spc="-15" dirty="0">
                <a:solidFill>
                  <a:srgbClr val="FFFFFF"/>
                </a:solidFill>
                <a:latin typeface="Arial MT"/>
                <a:cs typeface="Arial MT"/>
              </a:rPr>
              <a:t> </a:t>
            </a:r>
            <a:r>
              <a:rPr sz="1800" dirty="0">
                <a:solidFill>
                  <a:srgbClr val="FFFFFF"/>
                </a:solidFill>
                <a:latin typeface="Arial MT"/>
                <a:cs typeface="Arial MT"/>
              </a:rPr>
              <a:t>get</a:t>
            </a:r>
            <a:r>
              <a:rPr sz="1800" spc="-10" dirty="0">
                <a:solidFill>
                  <a:srgbClr val="FFFFFF"/>
                </a:solidFill>
                <a:latin typeface="Arial MT"/>
                <a:cs typeface="Arial MT"/>
              </a:rPr>
              <a:t> </a:t>
            </a:r>
            <a:r>
              <a:rPr sz="1800" spc="-25" dirty="0">
                <a:solidFill>
                  <a:srgbClr val="FFFFFF"/>
                </a:solidFill>
                <a:latin typeface="Arial MT"/>
                <a:cs typeface="Arial MT"/>
              </a:rPr>
              <a:t>the </a:t>
            </a:r>
            <a:r>
              <a:rPr sz="1800" dirty="0">
                <a:solidFill>
                  <a:srgbClr val="FFFFFF"/>
                </a:solidFill>
                <a:latin typeface="Arial MT"/>
                <a:cs typeface="Arial MT"/>
              </a:rPr>
              <a:t>shorter</a:t>
            </a:r>
            <a:r>
              <a:rPr sz="1800" spc="-20" dirty="0">
                <a:solidFill>
                  <a:srgbClr val="FFFFFF"/>
                </a:solidFill>
                <a:latin typeface="Arial MT"/>
                <a:cs typeface="Arial MT"/>
              </a:rPr>
              <a:t> </a:t>
            </a:r>
            <a:r>
              <a:rPr sz="1800" dirty="0">
                <a:solidFill>
                  <a:srgbClr val="FFFFFF"/>
                </a:solidFill>
                <a:latin typeface="Arial MT"/>
                <a:cs typeface="Arial MT"/>
              </a:rPr>
              <a:t>version</a:t>
            </a:r>
            <a:r>
              <a:rPr sz="1800" spc="-20" dirty="0">
                <a:solidFill>
                  <a:srgbClr val="FFFFFF"/>
                </a:solidFill>
                <a:latin typeface="Arial MT"/>
                <a:cs typeface="Arial MT"/>
              </a:rPr>
              <a:t> </a:t>
            </a:r>
            <a:r>
              <a:rPr sz="1800" spc="-25" dirty="0">
                <a:solidFill>
                  <a:srgbClr val="FFFFFF"/>
                </a:solidFill>
                <a:latin typeface="Arial MT"/>
                <a:cs typeface="Arial MT"/>
              </a:rPr>
              <a:t>ID.</a:t>
            </a:r>
            <a:endParaRPr sz="1800">
              <a:latin typeface="Arial MT"/>
              <a:cs typeface="Arial MT"/>
            </a:endParaRPr>
          </a:p>
        </p:txBody>
      </p:sp>
      <p:grpSp>
        <p:nvGrpSpPr>
          <p:cNvPr id="8" name="object 8"/>
          <p:cNvGrpSpPr/>
          <p:nvPr/>
        </p:nvGrpSpPr>
        <p:grpSpPr>
          <a:xfrm>
            <a:off x="3894044" y="3931770"/>
            <a:ext cx="8900795" cy="1132840"/>
            <a:chOff x="3894044" y="3931770"/>
            <a:chExt cx="8900795" cy="1132840"/>
          </a:xfrm>
        </p:grpSpPr>
        <p:sp>
          <p:nvSpPr>
            <p:cNvPr id="9" name="object 9"/>
            <p:cNvSpPr/>
            <p:nvPr/>
          </p:nvSpPr>
          <p:spPr>
            <a:xfrm>
              <a:off x="3913094" y="3950820"/>
              <a:ext cx="2399030" cy="1094740"/>
            </a:xfrm>
            <a:custGeom>
              <a:avLst/>
              <a:gdLst/>
              <a:ahLst/>
              <a:cxnLst/>
              <a:rect l="l" t="t" r="r" b="b"/>
              <a:pathLst>
                <a:path w="2399029" h="1094739">
                  <a:moveTo>
                    <a:pt x="0" y="47922"/>
                  </a:moveTo>
                  <a:lnTo>
                    <a:pt x="3766" y="29269"/>
                  </a:lnTo>
                  <a:lnTo>
                    <a:pt x="14036" y="14036"/>
                  </a:lnTo>
                  <a:lnTo>
                    <a:pt x="29269" y="3766"/>
                  </a:lnTo>
                  <a:lnTo>
                    <a:pt x="47922" y="0"/>
                  </a:lnTo>
                  <a:lnTo>
                    <a:pt x="1942242" y="0"/>
                  </a:lnTo>
                  <a:lnTo>
                    <a:pt x="1982114" y="21335"/>
                  </a:lnTo>
                  <a:lnTo>
                    <a:pt x="1990165" y="47922"/>
                  </a:lnTo>
                  <a:lnTo>
                    <a:pt x="1990165" y="239609"/>
                  </a:lnTo>
                  <a:lnTo>
                    <a:pt x="1986399" y="258263"/>
                  </a:lnTo>
                  <a:lnTo>
                    <a:pt x="1976129" y="273496"/>
                  </a:lnTo>
                  <a:lnTo>
                    <a:pt x="1960896" y="283766"/>
                  </a:lnTo>
                  <a:lnTo>
                    <a:pt x="1942242" y="287532"/>
                  </a:lnTo>
                  <a:lnTo>
                    <a:pt x="47922" y="287532"/>
                  </a:lnTo>
                  <a:lnTo>
                    <a:pt x="29269" y="283766"/>
                  </a:lnTo>
                  <a:lnTo>
                    <a:pt x="14036" y="273496"/>
                  </a:lnTo>
                  <a:lnTo>
                    <a:pt x="3766" y="258263"/>
                  </a:lnTo>
                  <a:lnTo>
                    <a:pt x="0" y="239609"/>
                  </a:lnTo>
                  <a:lnTo>
                    <a:pt x="0" y="47922"/>
                  </a:lnTo>
                  <a:close/>
                </a:path>
                <a:path w="2399029" h="1094739">
                  <a:moveTo>
                    <a:pt x="64639" y="856712"/>
                  </a:moveTo>
                  <a:lnTo>
                    <a:pt x="68380" y="838182"/>
                  </a:lnTo>
                  <a:lnTo>
                    <a:pt x="78582" y="823051"/>
                  </a:lnTo>
                  <a:lnTo>
                    <a:pt x="93714" y="812849"/>
                  </a:lnTo>
                  <a:lnTo>
                    <a:pt x="112244" y="809107"/>
                  </a:lnTo>
                  <a:lnTo>
                    <a:pt x="2351098" y="809107"/>
                  </a:lnTo>
                  <a:lnTo>
                    <a:pt x="2390705" y="830301"/>
                  </a:lnTo>
                  <a:lnTo>
                    <a:pt x="2398703" y="856712"/>
                  </a:lnTo>
                  <a:lnTo>
                    <a:pt x="2398703" y="1047126"/>
                  </a:lnTo>
                  <a:lnTo>
                    <a:pt x="2394962" y="1065657"/>
                  </a:lnTo>
                  <a:lnTo>
                    <a:pt x="2384760" y="1080788"/>
                  </a:lnTo>
                  <a:lnTo>
                    <a:pt x="2369628" y="1090990"/>
                  </a:lnTo>
                  <a:lnTo>
                    <a:pt x="2351098" y="1094731"/>
                  </a:lnTo>
                  <a:lnTo>
                    <a:pt x="112244" y="1094731"/>
                  </a:lnTo>
                  <a:lnTo>
                    <a:pt x="93714" y="1090990"/>
                  </a:lnTo>
                  <a:lnTo>
                    <a:pt x="78582" y="1080788"/>
                  </a:lnTo>
                  <a:lnTo>
                    <a:pt x="68380" y="1065657"/>
                  </a:lnTo>
                  <a:lnTo>
                    <a:pt x="64639" y="1047126"/>
                  </a:lnTo>
                  <a:lnTo>
                    <a:pt x="64639" y="856712"/>
                  </a:lnTo>
                  <a:close/>
                </a:path>
              </a:pathLst>
            </a:custGeom>
            <a:ln w="38099">
              <a:solidFill>
                <a:srgbClr val="C82506"/>
              </a:solidFill>
            </a:ln>
          </p:spPr>
          <p:txBody>
            <a:bodyPr wrap="square" lIns="0" tIns="0" rIns="0" bIns="0" rtlCol="0"/>
            <a:lstStyle/>
            <a:p>
              <a:endParaRPr/>
            </a:p>
          </p:txBody>
        </p:sp>
        <p:sp>
          <p:nvSpPr>
            <p:cNvPr id="10" name="object 10"/>
            <p:cNvSpPr/>
            <p:nvPr/>
          </p:nvSpPr>
          <p:spPr>
            <a:xfrm>
              <a:off x="6378439" y="4307827"/>
              <a:ext cx="6403975" cy="578485"/>
            </a:xfrm>
            <a:custGeom>
              <a:avLst/>
              <a:gdLst/>
              <a:ahLst/>
              <a:cxnLst/>
              <a:rect l="l" t="t" r="r" b="b"/>
              <a:pathLst>
                <a:path w="6403975" h="578485">
                  <a:moveTo>
                    <a:pt x="6307093" y="578224"/>
                  </a:moveTo>
                  <a:lnTo>
                    <a:pt x="681095" y="578224"/>
                  </a:lnTo>
                  <a:lnTo>
                    <a:pt x="643584" y="570650"/>
                  </a:lnTo>
                  <a:lnTo>
                    <a:pt x="612951" y="549997"/>
                  </a:lnTo>
                  <a:lnTo>
                    <a:pt x="592298" y="519365"/>
                  </a:lnTo>
                  <a:lnTo>
                    <a:pt x="584724" y="481853"/>
                  </a:lnTo>
                  <a:lnTo>
                    <a:pt x="0" y="452570"/>
                  </a:lnTo>
                  <a:lnTo>
                    <a:pt x="584724" y="337297"/>
                  </a:lnTo>
                  <a:lnTo>
                    <a:pt x="584724" y="96370"/>
                  </a:lnTo>
                  <a:lnTo>
                    <a:pt x="592298" y="58858"/>
                  </a:lnTo>
                  <a:lnTo>
                    <a:pt x="612951" y="28225"/>
                  </a:lnTo>
                  <a:lnTo>
                    <a:pt x="643584" y="7573"/>
                  </a:lnTo>
                  <a:lnTo>
                    <a:pt x="681095" y="0"/>
                  </a:lnTo>
                  <a:lnTo>
                    <a:pt x="6307093" y="0"/>
                  </a:lnTo>
                  <a:lnTo>
                    <a:pt x="6360559" y="16191"/>
                  </a:lnTo>
                  <a:lnTo>
                    <a:pt x="6396128" y="59491"/>
                  </a:lnTo>
                  <a:lnTo>
                    <a:pt x="6403463" y="96370"/>
                  </a:lnTo>
                  <a:lnTo>
                    <a:pt x="6403463" y="481853"/>
                  </a:lnTo>
                  <a:lnTo>
                    <a:pt x="6395890" y="519365"/>
                  </a:lnTo>
                  <a:lnTo>
                    <a:pt x="6375237" y="549997"/>
                  </a:lnTo>
                  <a:lnTo>
                    <a:pt x="6344605" y="570650"/>
                  </a:lnTo>
                  <a:lnTo>
                    <a:pt x="6307093" y="578224"/>
                  </a:lnTo>
                  <a:close/>
                </a:path>
              </a:pathLst>
            </a:custGeom>
            <a:solidFill>
              <a:srgbClr val="C82506"/>
            </a:solidFill>
          </p:spPr>
          <p:txBody>
            <a:bodyPr wrap="square" lIns="0" tIns="0" rIns="0" bIns="0" rtlCol="0"/>
            <a:lstStyle/>
            <a:p>
              <a:endParaRPr/>
            </a:p>
          </p:txBody>
        </p:sp>
        <p:sp>
          <p:nvSpPr>
            <p:cNvPr id="11" name="object 11"/>
            <p:cNvSpPr/>
            <p:nvPr/>
          </p:nvSpPr>
          <p:spPr>
            <a:xfrm>
              <a:off x="6378439" y="4307827"/>
              <a:ext cx="6403975" cy="578485"/>
            </a:xfrm>
            <a:custGeom>
              <a:avLst/>
              <a:gdLst/>
              <a:ahLst/>
              <a:cxnLst/>
              <a:rect l="l" t="t" r="r" b="b"/>
              <a:pathLst>
                <a:path w="6403975" h="578485">
                  <a:moveTo>
                    <a:pt x="584724" y="96370"/>
                  </a:moveTo>
                  <a:lnTo>
                    <a:pt x="592298" y="58858"/>
                  </a:lnTo>
                  <a:lnTo>
                    <a:pt x="612951" y="28226"/>
                  </a:lnTo>
                  <a:lnTo>
                    <a:pt x="643584" y="7573"/>
                  </a:lnTo>
                  <a:lnTo>
                    <a:pt x="681095" y="0"/>
                  </a:lnTo>
                  <a:lnTo>
                    <a:pt x="1554514" y="0"/>
                  </a:lnTo>
                  <a:lnTo>
                    <a:pt x="3009199" y="0"/>
                  </a:lnTo>
                  <a:lnTo>
                    <a:pt x="6307093" y="0"/>
                  </a:lnTo>
                  <a:lnTo>
                    <a:pt x="6325982" y="1868"/>
                  </a:lnTo>
                  <a:lnTo>
                    <a:pt x="6375237" y="28225"/>
                  </a:lnTo>
                  <a:lnTo>
                    <a:pt x="6401595" y="77481"/>
                  </a:lnTo>
                  <a:lnTo>
                    <a:pt x="6403463" y="96370"/>
                  </a:lnTo>
                  <a:lnTo>
                    <a:pt x="6403463" y="337297"/>
                  </a:lnTo>
                  <a:lnTo>
                    <a:pt x="6403463" y="481853"/>
                  </a:lnTo>
                  <a:lnTo>
                    <a:pt x="6395890" y="519365"/>
                  </a:lnTo>
                  <a:lnTo>
                    <a:pt x="6375237" y="549997"/>
                  </a:lnTo>
                  <a:lnTo>
                    <a:pt x="6344605" y="570650"/>
                  </a:lnTo>
                  <a:lnTo>
                    <a:pt x="6307093" y="578224"/>
                  </a:lnTo>
                  <a:lnTo>
                    <a:pt x="3009199" y="578224"/>
                  </a:lnTo>
                  <a:lnTo>
                    <a:pt x="1554514" y="578224"/>
                  </a:lnTo>
                  <a:lnTo>
                    <a:pt x="681095" y="578224"/>
                  </a:lnTo>
                  <a:lnTo>
                    <a:pt x="643584" y="570650"/>
                  </a:lnTo>
                  <a:lnTo>
                    <a:pt x="612951" y="549997"/>
                  </a:lnTo>
                  <a:lnTo>
                    <a:pt x="592298" y="519365"/>
                  </a:lnTo>
                  <a:lnTo>
                    <a:pt x="584724" y="481853"/>
                  </a:lnTo>
                  <a:lnTo>
                    <a:pt x="0" y="452570"/>
                  </a:lnTo>
                  <a:lnTo>
                    <a:pt x="584724" y="337297"/>
                  </a:lnTo>
                  <a:lnTo>
                    <a:pt x="584724" y="96370"/>
                  </a:lnTo>
                  <a:close/>
                </a:path>
              </a:pathLst>
            </a:custGeom>
            <a:ln w="25399">
              <a:solidFill>
                <a:srgbClr val="540F02"/>
              </a:solidFill>
            </a:ln>
          </p:spPr>
          <p:txBody>
            <a:bodyPr wrap="square" lIns="0" tIns="0" rIns="0" bIns="0" rtlCol="0"/>
            <a:lstStyle/>
            <a:p>
              <a:endParaRPr/>
            </a:p>
          </p:txBody>
        </p:sp>
      </p:grpSp>
      <p:sp>
        <p:nvSpPr>
          <p:cNvPr id="12" name="object 12"/>
          <p:cNvSpPr txBox="1"/>
          <p:nvPr/>
        </p:nvSpPr>
        <p:spPr>
          <a:xfrm>
            <a:off x="7064416" y="4437935"/>
            <a:ext cx="528129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Arial MT"/>
                <a:cs typeface="Arial MT"/>
              </a:rPr>
              <a:t>16.</a:t>
            </a:r>
            <a:r>
              <a:rPr sz="1800" spc="-25" dirty="0">
                <a:solidFill>
                  <a:srgbClr val="FFFFFF"/>
                </a:solidFill>
                <a:latin typeface="Arial MT"/>
                <a:cs typeface="Arial MT"/>
              </a:rPr>
              <a:t> </a:t>
            </a:r>
            <a:r>
              <a:rPr sz="1800" dirty="0">
                <a:solidFill>
                  <a:srgbClr val="FFFFFF"/>
                </a:solidFill>
                <a:latin typeface="Arial MT"/>
                <a:cs typeface="Arial MT"/>
              </a:rPr>
              <a:t>Use</a:t>
            </a:r>
            <a:r>
              <a:rPr sz="1800" spc="-10" dirty="0">
                <a:solidFill>
                  <a:srgbClr val="FFFFFF"/>
                </a:solidFill>
                <a:latin typeface="Arial MT"/>
                <a:cs typeface="Arial MT"/>
              </a:rPr>
              <a:t> </a:t>
            </a:r>
            <a:r>
              <a:rPr sz="1800" dirty="0">
                <a:solidFill>
                  <a:srgbClr val="FFFFFF"/>
                </a:solidFill>
                <a:latin typeface="Arial MT"/>
                <a:cs typeface="Arial MT"/>
              </a:rPr>
              <a:t>shorter</a:t>
            </a:r>
            <a:r>
              <a:rPr sz="1800" spc="-15" dirty="0">
                <a:solidFill>
                  <a:srgbClr val="FFFFFF"/>
                </a:solidFill>
                <a:latin typeface="Arial MT"/>
                <a:cs typeface="Arial MT"/>
              </a:rPr>
              <a:t> </a:t>
            </a:r>
            <a:r>
              <a:rPr sz="1800" dirty="0">
                <a:solidFill>
                  <a:srgbClr val="FFFFFF"/>
                </a:solidFill>
                <a:latin typeface="Arial MT"/>
                <a:cs typeface="Arial MT"/>
              </a:rPr>
              <a:t>version</a:t>
            </a:r>
            <a:r>
              <a:rPr sz="1800" spc="-10" dirty="0">
                <a:solidFill>
                  <a:srgbClr val="FFFFFF"/>
                </a:solidFill>
                <a:latin typeface="Arial MT"/>
                <a:cs typeface="Arial MT"/>
              </a:rPr>
              <a:t> </a:t>
            </a:r>
            <a:r>
              <a:rPr sz="1800" dirty="0">
                <a:solidFill>
                  <a:srgbClr val="FFFFFF"/>
                </a:solidFill>
                <a:latin typeface="Arial MT"/>
                <a:cs typeface="Arial MT"/>
              </a:rPr>
              <a:t>ID</a:t>
            </a:r>
            <a:r>
              <a:rPr sz="1800" spc="-15" dirty="0">
                <a:solidFill>
                  <a:srgbClr val="FFFFFF"/>
                </a:solidFill>
                <a:latin typeface="Arial MT"/>
                <a:cs typeface="Arial MT"/>
              </a:rPr>
              <a:t> </a:t>
            </a:r>
            <a:r>
              <a:rPr sz="1800" dirty="0">
                <a:solidFill>
                  <a:srgbClr val="FFFFFF"/>
                </a:solidFill>
                <a:latin typeface="Arial MT"/>
                <a:cs typeface="Arial MT"/>
              </a:rPr>
              <a:t>to</a:t>
            </a:r>
            <a:r>
              <a:rPr sz="1800" spc="-10" dirty="0">
                <a:solidFill>
                  <a:srgbClr val="FFFFFF"/>
                </a:solidFill>
                <a:latin typeface="Arial MT"/>
                <a:cs typeface="Arial MT"/>
              </a:rPr>
              <a:t> </a:t>
            </a:r>
            <a:r>
              <a:rPr sz="1800" dirty="0">
                <a:solidFill>
                  <a:srgbClr val="FFFFFF"/>
                </a:solidFill>
                <a:latin typeface="Arial MT"/>
                <a:cs typeface="Arial MT"/>
              </a:rPr>
              <a:t>check</a:t>
            </a:r>
            <a:r>
              <a:rPr sz="1800" spc="-15" dirty="0">
                <a:solidFill>
                  <a:srgbClr val="FFFFFF"/>
                </a:solidFill>
                <a:latin typeface="Arial MT"/>
                <a:cs typeface="Arial MT"/>
              </a:rPr>
              <a:t> </a:t>
            </a:r>
            <a:r>
              <a:rPr sz="1800" dirty="0">
                <a:solidFill>
                  <a:srgbClr val="FFFFFF"/>
                </a:solidFill>
                <a:latin typeface="Arial MT"/>
                <a:cs typeface="Arial MT"/>
              </a:rPr>
              <a:t>specific</a:t>
            </a:r>
            <a:r>
              <a:rPr sz="1800" spc="-10" dirty="0">
                <a:solidFill>
                  <a:srgbClr val="FFFFFF"/>
                </a:solidFill>
                <a:latin typeface="Arial MT"/>
                <a:cs typeface="Arial MT"/>
              </a:rPr>
              <a:t> version.</a:t>
            </a:r>
            <a:endParaRPr sz="1800">
              <a:latin typeface="Arial MT"/>
              <a:cs typeface="Arial MT"/>
            </a:endParaRPr>
          </a:p>
        </p:txBody>
      </p:sp>
      <p:sp>
        <p:nvSpPr>
          <p:cNvPr id="13" name="object 13"/>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35</a:t>
            </a:fld>
            <a:endParaRPr spc="-2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36</a:t>
            </a:fld>
            <a:endParaRPr spc="-25" dirty="0"/>
          </a:p>
        </p:txBody>
      </p:sp>
      <p:sp>
        <p:nvSpPr>
          <p:cNvPr id="2" name="object 2"/>
          <p:cNvSpPr txBox="1">
            <a:spLocks noGrp="1"/>
          </p:cNvSpPr>
          <p:nvPr>
            <p:ph type="title"/>
          </p:nvPr>
        </p:nvSpPr>
        <p:spPr>
          <a:prstGeom prst="rect">
            <a:avLst/>
          </a:prstGeom>
        </p:spPr>
        <p:txBody>
          <a:bodyPr vert="horz" wrap="square" lIns="0" tIns="496439" rIns="0" bIns="0" rtlCol="0">
            <a:spAutoFit/>
          </a:bodyPr>
          <a:lstStyle/>
          <a:p>
            <a:pPr marL="4505960">
              <a:lnSpc>
                <a:spcPct val="100000"/>
              </a:lnSpc>
              <a:spcBef>
                <a:spcPts val="100"/>
              </a:spcBef>
            </a:pPr>
            <a:r>
              <a:rPr spc="-10" dirty="0"/>
              <a:t>Outline</a:t>
            </a:r>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403225" indent="-390525">
              <a:lnSpc>
                <a:spcPct val="100000"/>
              </a:lnSpc>
              <a:spcBef>
                <a:spcPts val="100"/>
              </a:spcBef>
              <a:buClr>
                <a:srgbClr val="000000"/>
              </a:buClr>
              <a:buSzPct val="74193"/>
              <a:buChar char="•"/>
              <a:tabLst>
                <a:tab pos="403225" algn="l"/>
              </a:tabLst>
            </a:pPr>
            <a:r>
              <a:rPr dirty="0"/>
              <a:t>General</a:t>
            </a:r>
            <a:r>
              <a:rPr spc="50" dirty="0"/>
              <a:t> </a:t>
            </a:r>
            <a:r>
              <a:rPr spc="-20" dirty="0"/>
              <a:t>Rule</a:t>
            </a:r>
          </a:p>
          <a:p>
            <a:pPr marL="403225" indent="-390525">
              <a:lnSpc>
                <a:spcPct val="100000"/>
              </a:lnSpc>
              <a:spcBef>
                <a:spcPts val="3600"/>
              </a:spcBef>
              <a:buClr>
                <a:srgbClr val="000000"/>
              </a:buClr>
              <a:buSzPct val="74193"/>
              <a:buChar char="•"/>
              <a:tabLst>
                <a:tab pos="403225" algn="l"/>
              </a:tabLst>
            </a:pPr>
            <a:r>
              <a:rPr spc="-20" dirty="0"/>
              <a:t>Introduction</a:t>
            </a:r>
            <a:r>
              <a:rPr spc="-135" dirty="0"/>
              <a:t> </a:t>
            </a:r>
            <a:r>
              <a:rPr dirty="0"/>
              <a:t>to</a:t>
            </a:r>
            <a:r>
              <a:rPr spc="-130" dirty="0"/>
              <a:t> </a:t>
            </a:r>
            <a:r>
              <a:rPr spc="30" dirty="0"/>
              <a:t>Git</a:t>
            </a:r>
          </a:p>
          <a:p>
            <a:pPr marL="403225" indent="-390525">
              <a:lnSpc>
                <a:spcPct val="100000"/>
              </a:lnSpc>
              <a:spcBef>
                <a:spcPts val="3600"/>
              </a:spcBef>
              <a:buClr>
                <a:srgbClr val="000000"/>
              </a:buClr>
              <a:buSzPct val="74193"/>
              <a:buChar char="•"/>
              <a:tabLst>
                <a:tab pos="403225" algn="l"/>
              </a:tabLst>
            </a:pPr>
            <a:r>
              <a:rPr dirty="0"/>
              <a:t>Version</a:t>
            </a:r>
            <a:r>
              <a:rPr spc="-85" dirty="0"/>
              <a:t> </a:t>
            </a:r>
            <a:r>
              <a:rPr spc="-10" dirty="0"/>
              <a:t>control</a:t>
            </a:r>
          </a:p>
          <a:p>
            <a:pPr marL="403225" indent="-390525">
              <a:lnSpc>
                <a:spcPct val="100000"/>
              </a:lnSpc>
              <a:spcBef>
                <a:spcPts val="3600"/>
              </a:spcBef>
              <a:buClr>
                <a:srgbClr val="000000"/>
              </a:buClr>
              <a:buSzPct val="74193"/>
              <a:buChar char="•"/>
              <a:tabLst>
                <a:tab pos="403225" algn="l"/>
              </a:tabLst>
            </a:pPr>
            <a:r>
              <a:rPr spc="60" dirty="0">
                <a:solidFill>
                  <a:srgbClr val="0C0C0C"/>
                </a:solidFill>
              </a:rPr>
              <a:t>Branch</a:t>
            </a:r>
            <a:r>
              <a:rPr spc="-40" dirty="0">
                <a:solidFill>
                  <a:srgbClr val="0C0C0C"/>
                </a:solidFill>
              </a:rPr>
              <a:t> </a:t>
            </a:r>
            <a:r>
              <a:rPr dirty="0">
                <a:solidFill>
                  <a:srgbClr val="0C0C0C"/>
                </a:solidFill>
              </a:rPr>
              <a:t>and</a:t>
            </a:r>
            <a:r>
              <a:rPr spc="-35" dirty="0">
                <a:solidFill>
                  <a:srgbClr val="0C0C0C"/>
                </a:solidFill>
              </a:rPr>
              <a:t> </a:t>
            </a:r>
            <a:r>
              <a:rPr spc="-10" dirty="0">
                <a:solidFill>
                  <a:srgbClr val="0C0C0C"/>
                </a:solidFill>
              </a:rPr>
              <a:t>merge</a:t>
            </a:r>
          </a:p>
          <a:p>
            <a:pPr marL="403225" indent="-390525">
              <a:lnSpc>
                <a:spcPct val="100000"/>
              </a:lnSpc>
              <a:spcBef>
                <a:spcPts val="3600"/>
              </a:spcBef>
              <a:buClr>
                <a:srgbClr val="000000"/>
              </a:buClr>
              <a:buSzPct val="74193"/>
              <a:buChar char="•"/>
              <a:tabLst>
                <a:tab pos="403225" algn="l"/>
              </a:tabLst>
            </a:pPr>
            <a:r>
              <a:rPr spc="75" dirty="0"/>
              <a:t>How</a:t>
            </a:r>
            <a:r>
              <a:rPr spc="-100" dirty="0"/>
              <a:t> </a:t>
            </a:r>
            <a:r>
              <a:rPr dirty="0"/>
              <a:t>to</a:t>
            </a:r>
            <a:r>
              <a:rPr spc="-95" dirty="0"/>
              <a:t> </a:t>
            </a:r>
            <a:r>
              <a:rPr dirty="0"/>
              <a:t>Submit</a:t>
            </a:r>
            <a:r>
              <a:rPr spc="-95" dirty="0"/>
              <a:t> </a:t>
            </a:r>
            <a:r>
              <a:rPr dirty="0"/>
              <a:t>Your</a:t>
            </a:r>
            <a:r>
              <a:rPr spc="-100" dirty="0"/>
              <a:t> </a:t>
            </a:r>
            <a:r>
              <a:rPr spc="150" dirty="0"/>
              <a:t>Code</a:t>
            </a:r>
            <a:r>
              <a:rPr spc="-95" dirty="0"/>
              <a:t> </a:t>
            </a:r>
            <a:r>
              <a:rPr dirty="0"/>
              <a:t>to</a:t>
            </a:r>
            <a:r>
              <a:rPr spc="-95" dirty="0"/>
              <a:t> </a:t>
            </a:r>
            <a:r>
              <a:rPr spc="-10" dirty="0"/>
              <a:t>Gitlab</a:t>
            </a:r>
          </a:p>
          <a:p>
            <a:pPr marL="403225" indent="-390525">
              <a:lnSpc>
                <a:spcPct val="100000"/>
              </a:lnSpc>
              <a:spcBef>
                <a:spcPts val="3600"/>
              </a:spcBef>
              <a:buClr>
                <a:srgbClr val="000000"/>
              </a:buClr>
              <a:buSzPct val="74193"/>
              <a:buChar char="•"/>
              <a:tabLst>
                <a:tab pos="403225" algn="l"/>
              </a:tabLst>
            </a:pPr>
            <a:r>
              <a:rPr dirty="0"/>
              <a:t>Tools</a:t>
            </a:r>
            <a:r>
              <a:rPr spc="-130" dirty="0"/>
              <a:t> </a:t>
            </a:r>
            <a:r>
              <a:rPr spc="-155" dirty="0"/>
              <a:t>&amp;</a:t>
            </a:r>
            <a:r>
              <a:rPr spc="-114" dirty="0"/>
              <a:t> </a:t>
            </a:r>
            <a:r>
              <a:rPr spc="-10" dirty="0"/>
              <a:t>References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761167" y="4495867"/>
            <a:ext cx="6341745" cy="273685"/>
            <a:chOff x="4761167" y="4495867"/>
            <a:chExt cx="6341745" cy="273685"/>
          </a:xfrm>
        </p:grpSpPr>
        <p:sp>
          <p:nvSpPr>
            <p:cNvPr id="3" name="object 3"/>
            <p:cNvSpPr/>
            <p:nvPr/>
          </p:nvSpPr>
          <p:spPr>
            <a:xfrm>
              <a:off x="4761167" y="4632501"/>
              <a:ext cx="6021705" cy="0"/>
            </a:xfrm>
            <a:custGeom>
              <a:avLst/>
              <a:gdLst/>
              <a:ahLst/>
              <a:cxnLst/>
              <a:rect l="l" t="t" r="r" b="b"/>
              <a:pathLst>
                <a:path w="6021705">
                  <a:moveTo>
                    <a:pt x="0" y="0"/>
                  </a:moveTo>
                  <a:lnTo>
                    <a:pt x="6021550" y="0"/>
                  </a:lnTo>
                </a:path>
              </a:pathLst>
            </a:custGeom>
            <a:ln w="63499">
              <a:solidFill>
                <a:srgbClr val="C82506"/>
              </a:solidFill>
            </a:ln>
          </p:spPr>
          <p:txBody>
            <a:bodyPr wrap="square" lIns="0" tIns="0" rIns="0" bIns="0" rtlCol="0"/>
            <a:lstStyle/>
            <a:p>
              <a:endParaRPr/>
            </a:p>
          </p:txBody>
        </p:sp>
        <p:sp>
          <p:nvSpPr>
            <p:cNvPr id="4" name="object 4"/>
            <p:cNvSpPr/>
            <p:nvPr/>
          </p:nvSpPr>
          <p:spPr>
            <a:xfrm>
              <a:off x="10782717" y="4527617"/>
              <a:ext cx="288290" cy="210185"/>
            </a:xfrm>
            <a:custGeom>
              <a:avLst/>
              <a:gdLst/>
              <a:ahLst/>
              <a:cxnLst/>
              <a:rect l="l" t="t" r="r" b="b"/>
              <a:pathLst>
                <a:path w="288290" h="210185">
                  <a:moveTo>
                    <a:pt x="0" y="209769"/>
                  </a:moveTo>
                  <a:lnTo>
                    <a:pt x="0" y="0"/>
                  </a:lnTo>
                  <a:lnTo>
                    <a:pt x="288169" y="104884"/>
                  </a:lnTo>
                  <a:lnTo>
                    <a:pt x="0" y="209769"/>
                  </a:lnTo>
                  <a:close/>
                </a:path>
              </a:pathLst>
            </a:custGeom>
            <a:solidFill>
              <a:srgbClr val="C82506"/>
            </a:solidFill>
          </p:spPr>
          <p:txBody>
            <a:bodyPr wrap="square" lIns="0" tIns="0" rIns="0" bIns="0" rtlCol="0"/>
            <a:lstStyle/>
            <a:p>
              <a:endParaRPr/>
            </a:p>
          </p:txBody>
        </p:sp>
        <p:sp>
          <p:nvSpPr>
            <p:cNvPr id="5" name="object 5"/>
            <p:cNvSpPr/>
            <p:nvPr/>
          </p:nvSpPr>
          <p:spPr>
            <a:xfrm>
              <a:off x="10782717" y="4527617"/>
              <a:ext cx="288290" cy="210185"/>
            </a:xfrm>
            <a:custGeom>
              <a:avLst/>
              <a:gdLst/>
              <a:ahLst/>
              <a:cxnLst/>
              <a:rect l="l" t="t" r="r" b="b"/>
              <a:pathLst>
                <a:path w="288290" h="210185">
                  <a:moveTo>
                    <a:pt x="0" y="209769"/>
                  </a:moveTo>
                  <a:lnTo>
                    <a:pt x="288169" y="104884"/>
                  </a:lnTo>
                  <a:lnTo>
                    <a:pt x="0" y="0"/>
                  </a:lnTo>
                  <a:lnTo>
                    <a:pt x="0" y="209769"/>
                  </a:lnTo>
                  <a:close/>
                </a:path>
              </a:pathLst>
            </a:custGeom>
            <a:ln w="63499">
              <a:solidFill>
                <a:srgbClr val="C82506"/>
              </a:solidFill>
            </a:ln>
          </p:spPr>
          <p:txBody>
            <a:bodyPr wrap="square" lIns="0" tIns="0" rIns="0" bIns="0" rtlCol="0"/>
            <a:lstStyle/>
            <a:p>
              <a:endParaRPr/>
            </a:p>
          </p:txBody>
        </p:sp>
      </p:grpSp>
      <p:grpSp>
        <p:nvGrpSpPr>
          <p:cNvPr id="6" name="object 6"/>
          <p:cNvGrpSpPr/>
          <p:nvPr/>
        </p:nvGrpSpPr>
        <p:grpSpPr>
          <a:xfrm>
            <a:off x="10352957" y="4960359"/>
            <a:ext cx="979169" cy="1322070"/>
            <a:chOff x="10352957" y="4960359"/>
            <a:chExt cx="979169" cy="1322070"/>
          </a:xfrm>
        </p:grpSpPr>
        <p:sp>
          <p:nvSpPr>
            <p:cNvPr id="7" name="object 7"/>
            <p:cNvSpPr/>
            <p:nvPr/>
          </p:nvSpPr>
          <p:spPr>
            <a:xfrm>
              <a:off x="10384707" y="5225122"/>
              <a:ext cx="746125" cy="1025525"/>
            </a:xfrm>
            <a:custGeom>
              <a:avLst/>
              <a:gdLst/>
              <a:ahLst/>
              <a:cxnLst/>
              <a:rect l="l" t="t" r="r" b="b"/>
              <a:pathLst>
                <a:path w="746125" h="1025525">
                  <a:moveTo>
                    <a:pt x="0" y="1025326"/>
                  </a:moveTo>
                  <a:lnTo>
                    <a:pt x="746059" y="0"/>
                  </a:lnTo>
                </a:path>
              </a:pathLst>
            </a:custGeom>
            <a:ln w="63499">
              <a:solidFill>
                <a:srgbClr val="C82506"/>
              </a:solidFill>
            </a:ln>
          </p:spPr>
          <p:txBody>
            <a:bodyPr wrap="square" lIns="0" tIns="0" rIns="0" bIns="0" rtlCol="0"/>
            <a:lstStyle/>
            <a:p>
              <a:endParaRPr/>
            </a:p>
          </p:txBody>
        </p:sp>
        <p:sp>
          <p:nvSpPr>
            <p:cNvPr id="8" name="object 8"/>
            <p:cNvSpPr/>
            <p:nvPr/>
          </p:nvSpPr>
          <p:spPr>
            <a:xfrm>
              <a:off x="11045956" y="4992109"/>
              <a:ext cx="254635" cy="295275"/>
            </a:xfrm>
            <a:custGeom>
              <a:avLst/>
              <a:gdLst/>
              <a:ahLst/>
              <a:cxnLst/>
              <a:rect l="l" t="t" r="r" b="b"/>
              <a:pathLst>
                <a:path w="254634" h="295275">
                  <a:moveTo>
                    <a:pt x="169620" y="294723"/>
                  </a:moveTo>
                  <a:lnTo>
                    <a:pt x="0" y="171302"/>
                  </a:lnTo>
                  <a:lnTo>
                    <a:pt x="254357" y="0"/>
                  </a:lnTo>
                  <a:lnTo>
                    <a:pt x="169620" y="294723"/>
                  </a:lnTo>
                  <a:close/>
                </a:path>
              </a:pathLst>
            </a:custGeom>
            <a:solidFill>
              <a:srgbClr val="C82506"/>
            </a:solidFill>
          </p:spPr>
          <p:txBody>
            <a:bodyPr wrap="square" lIns="0" tIns="0" rIns="0" bIns="0" rtlCol="0"/>
            <a:lstStyle/>
            <a:p>
              <a:endParaRPr/>
            </a:p>
          </p:txBody>
        </p:sp>
        <p:sp>
          <p:nvSpPr>
            <p:cNvPr id="9" name="object 9"/>
            <p:cNvSpPr/>
            <p:nvPr/>
          </p:nvSpPr>
          <p:spPr>
            <a:xfrm>
              <a:off x="11045956" y="4992109"/>
              <a:ext cx="254635" cy="295275"/>
            </a:xfrm>
            <a:custGeom>
              <a:avLst/>
              <a:gdLst/>
              <a:ahLst/>
              <a:cxnLst/>
              <a:rect l="l" t="t" r="r" b="b"/>
              <a:pathLst>
                <a:path w="254634" h="295275">
                  <a:moveTo>
                    <a:pt x="169620" y="294723"/>
                  </a:moveTo>
                  <a:lnTo>
                    <a:pt x="254357" y="0"/>
                  </a:lnTo>
                  <a:lnTo>
                    <a:pt x="0" y="171302"/>
                  </a:lnTo>
                  <a:lnTo>
                    <a:pt x="169620" y="294723"/>
                  </a:lnTo>
                  <a:close/>
                </a:path>
              </a:pathLst>
            </a:custGeom>
            <a:ln w="63499">
              <a:solidFill>
                <a:srgbClr val="C82506"/>
              </a:solidFill>
            </a:ln>
          </p:spPr>
          <p:txBody>
            <a:bodyPr wrap="square" lIns="0" tIns="0" rIns="0" bIns="0" rtlCol="0"/>
            <a:lstStyle/>
            <a:p>
              <a:endParaRPr/>
            </a:p>
          </p:txBody>
        </p:sp>
      </p:grpSp>
      <p:grpSp>
        <p:nvGrpSpPr>
          <p:cNvPr id="10" name="object 10"/>
          <p:cNvGrpSpPr/>
          <p:nvPr/>
        </p:nvGrpSpPr>
        <p:grpSpPr>
          <a:xfrm>
            <a:off x="7528828" y="6249394"/>
            <a:ext cx="2374900" cy="273685"/>
            <a:chOff x="7528828" y="6249394"/>
            <a:chExt cx="2374900" cy="273685"/>
          </a:xfrm>
        </p:grpSpPr>
        <p:sp>
          <p:nvSpPr>
            <p:cNvPr id="11" name="object 11"/>
            <p:cNvSpPr/>
            <p:nvPr/>
          </p:nvSpPr>
          <p:spPr>
            <a:xfrm>
              <a:off x="7528828" y="6386028"/>
              <a:ext cx="2054860" cy="0"/>
            </a:xfrm>
            <a:custGeom>
              <a:avLst/>
              <a:gdLst/>
              <a:ahLst/>
              <a:cxnLst/>
              <a:rect l="l" t="t" r="r" b="b"/>
              <a:pathLst>
                <a:path w="2054859">
                  <a:moveTo>
                    <a:pt x="0" y="0"/>
                  </a:moveTo>
                  <a:lnTo>
                    <a:pt x="2054611" y="0"/>
                  </a:lnTo>
                </a:path>
              </a:pathLst>
            </a:custGeom>
            <a:ln w="63499">
              <a:solidFill>
                <a:srgbClr val="000000"/>
              </a:solidFill>
            </a:ln>
          </p:spPr>
          <p:txBody>
            <a:bodyPr wrap="square" lIns="0" tIns="0" rIns="0" bIns="0" rtlCol="0"/>
            <a:lstStyle/>
            <a:p>
              <a:endParaRPr/>
            </a:p>
          </p:txBody>
        </p:sp>
        <p:sp>
          <p:nvSpPr>
            <p:cNvPr id="12" name="object 12"/>
            <p:cNvSpPr/>
            <p:nvPr/>
          </p:nvSpPr>
          <p:spPr>
            <a:xfrm>
              <a:off x="9583440" y="6281144"/>
              <a:ext cx="288290" cy="210185"/>
            </a:xfrm>
            <a:custGeom>
              <a:avLst/>
              <a:gdLst/>
              <a:ahLst/>
              <a:cxnLst/>
              <a:rect l="l" t="t" r="r" b="b"/>
              <a:pathLst>
                <a:path w="288290" h="210185">
                  <a:moveTo>
                    <a:pt x="0" y="209769"/>
                  </a:moveTo>
                  <a:lnTo>
                    <a:pt x="0" y="0"/>
                  </a:lnTo>
                  <a:lnTo>
                    <a:pt x="288169" y="104884"/>
                  </a:lnTo>
                  <a:lnTo>
                    <a:pt x="0" y="209769"/>
                  </a:lnTo>
                  <a:close/>
                </a:path>
              </a:pathLst>
            </a:custGeom>
            <a:solidFill>
              <a:srgbClr val="000000"/>
            </a:solidFill>
          </p:spPr>
          <p:txBody>
            <a:bodyPr wrap="square" lIns="0" tIns="0" rIns="0" bIns="0" rtlCol="0"/>
            <a:lstStyle/>
            <a:p>
              <a:endParaRPr/>
            </a:p>
          </p:txBody>
        </p:sp>
        <p:sp>
          <p:nvSpPr>
            <p:cNvPr id="13" name="object 13"/>
            <p:cNvSpPr/>
            <p:nvPr/>
          </p:nvSpPr>
          <p:spPr>
            <a:xfrm>
              <a:off x="9583440" y="6281144"/>
              <a:ext cx="288290" cy="210185"/>
            </a:xfrm>
            <a:custGeom>
              <a:avLst/>
              <a:gdLst/>
              <a:ahLst/>
              <a:cxnLst/>
              <a:rect l="l" t="t" r="r" b="b"/>
              <a:pathLst>
                <a:path w="288290" h="210185">
                  <a:moveTo>
                    <a:pt x="0" y="209769"/>
                  </a:moveTo>
                  <a:lnTo>
                    <a:pt x="288169" y="104884"/>
                  </a:lnTo>
                  <a:lnTo>
                    <a:pt x="0" y="0"/>
                  </a:lnTo>
                  <a:lnTo>
                    <a:pt x="0" y="209769"/>
                  </a:lnTo>
                  <a:close/>
                </a:path>
              </a:pathLst>
            </a:custGeom>
            <a:ln w="63499">
              <a:solidFill>
                <a:srgbClr val="000000"/>
              </a:solidFill>
            </a:ln>
          </p:spPr>
          <p:txBody>
            <a:bodyPr wrap="square" lIns="0" tIns="0" rIns="0" bIns="0" rtlCol="0"/>
            <a:lstStyle/>
            <a:p>
              <a:endParaRPr/>
            </a:p>
          </p:txBody>
        </p:sp>
      </p:grpSp>
      <p:grpSp>
        <p:nvGrpSpPr>
          <p:cNvPr id="14" name="object 14"/>
          <p:cNvGrpSpPr/>
          <p:nvPr/>
        </p:nvGrpSpPr>
        <p:grpSpPr>
          <a:xfrm>
            <a:off x="1111976" y="6065366"/>
            <a:ext cx="2508250" cy="739775"/>
            <a:chOff x="1111976" y="6065366"/>
            <a:chExt cx="2508250" cy="739775"/>
          </a:xfrm>
        </p:grpSpPr>
        <p:pic>
          <p:nvPicPr>
            <p:cNvPr id="15" name="object 15"/>
            <p:cNvPicPr/>
            <p:nvPr/>
          </p:nvPicPr>
          <p:blipFill>
            <a:blip r:embed="rId2" cstate="print"/>
            <a:stretch>
              <a:fillRect/>
            </a:stretch>
          </p:blipFill>
          <p:spPr>
            <a:xfrm>
              <a:off x="1111976" y="6065366"/>
              <a:ext cx="2508154" cy="739729"/>
            </a:xfrm>
            <a:prstGeom prst="rect">
              <a:avLst/>
            </a:prstGeom>
          </p:spPr>
        </p:pic>
        <p:sp>
          <p:nvSpPr>
            <p:cNvPr id="16" name="object 16"/>
            <p:cNvSpPr/>
            <p:nvPr/>
          </p:nvSpPr>
          <p:spPr>
            <a:xfrm>
              <a:off x="1150075" y="6078065"/>
              <a:ext cx="2432050" cy="663575"/>
            </a:xfrm>
            <a:custGeom>
              <a:avLst/>
              <a:gdLst/>
              <a:ahLst/>
              <a:cxnLst/>
              <a:rect l="l" t="t" r="r" b="b"/>
              <a:pathLst>
                <a:path w="2432050" h="663575">
                  <a:moveTo>
                    <a:pt x="2241454" y="663528"/>
                  </a:moveTo>
                  <a:lnTo>
                    <a:pt x="190499" y="663528"/>
                  </a:lnTo>
                  <a:lnTo>
                    <a:pt x="146819" y="658497"/>
                  </a:lnTo>
                  <a:lnTo>
                    <a:pt x="106722" y="644166"/>
                  </a:lnTo>
                  <a:lnTo>
                    <a:pt x="71351" y="621678"/>
                  </a:lnTo>
                  <a:lnTo>
                    <a:pt x="41850" y="592177"/>
                  </a:lnTo>
                  <a:lnTo>
                    <a:pt x="19362" y="556806"/>
                  </a:lnTo>
                  <a:lnTo>
                    <a:pt x="5031" y="516709"/>
                  </a:lnTo>
                  <a:lnTo>
                    <a:pt x="0" y="473029"/>
                  </a:lnTo>
                  <a:lnTo>
                    <a:pt x="0" y="190499"/>
                  </a:lnTo>
                  <a:lnTo>
                    <a:pt x="5031" y="146819"/>
                  </a:lnTo>
                  <a:lnTo>
                    <a:pt x="19362" y="106722"/>
                  </a:lnTo>
                  <a:lnTo>
                    <a:pt x="41850" y="71351"/>
                  </a:lnTo>
                  <a:lnTo>
                    <a:pt x="71351" y="41850"/>
                  </a:lnTo>
                  <a:lnTo>
                    <a:pt x="106722" y="19362"/>
                  </a:lnTo>
                  <a:lnTo>
                    <a:pt x="146819" y="5031"/>
                  </a:lnTo>
                  <a:lnTo>
                    <a:pt x="190499" y="0"/>
                  </a:lnTo>
                  <a:lnTo>
                    <a:pt x="2241454" y="0"/>
                  </a:lnTo>
                  <a:lnTo>
                    <a:pt x="2314355" y="14500"/>
                  </a:lnTo>
                  <a:lnTo>
                    <a:pt x="2376157" y="55795"/>
                  </a:lnTo>
                  <a:lnTo>
                    <a:pt x="2417453" y="117598"/>
                  </a:lnTo>
                  <a:lnTo>
                    <a:pt x="2431953" y="190499"/>
                  </a:lnTo>
                  <a:lnTo>
                    <a:pt x="2431953" y="473029"/>
                  </a:lnTo>
                  <a:lnTo>
                    <a:pt x="2426922" y="516709"/>
                  </a:lnTo>
                  <a:lnTo>
                    <a:pt x="2412591" y="556806"/>
                  </a:lnTo>
                  <a:lnTo>
                    <a:pt x="2390103" y="592177"/>
                  </a:lnTo>
                  <a:lnTo>
                    <a:pt x="2360602" y="621678"/>
                  </a:lnTo>
                  <a:lnTo>
                    <a:pt x="2325231" y="644166"/>
                  </a:lnTo>
                  <a:lnTo>
                    <a:pt x="2285134" y="658497"/>
                  </a:lnTo>
                  <a:lnTo>
                    <a:pt x="2241454" y="663528"/>
                  </a:lnTo>
                  <a:close/>
                </a:path>
              </a:pathLst>
            </a:custGeom>
            <a:solidFill>
              <a:srgbClr val="DE6A10"/>
            </a:solidFill>
          </p:spPr>
          <p:txBody>
            <a:bodyPr wrap="square" lIns="0" tIns="0" rIns="0" bIns="0" rtlCol="0"/>
            <a:lstStyle/>
            <a:p>
              <a:endParaRPr/>
            </a:p>
          </p:txBody>
        </p:sp>
      </p:grpSp>
      <p:sp>
        <p:nvSpPr>
          <p:cNvPr id="17" name="object 17"/>
          <p:cNvSpPr txBox="1"/>
          <p:nvPr/>
        </p:nvSpPr>
        <p:spPr>
          <a:xfrm>
            <a:off x="1819729" y="6202058"/>
            <a:ext cx="1092200" cy="391160"/>
          </a:xfrm>
          <a:prstGeom prst="rect">
            <a:avLst/>
          </a:prstGeom>
        </p:spPr>
        <p:txBody>
          <a:bodyPr vert="horz" wrap="square" lIns="0" tIns="12700" rIns="0" bIns="0" rtlCol="0">
            <a:spAutoFit/>
          </a:bodyPr>
          <a:lstStyle/>
          <a:p>
            <a:pPr marL="12700">
              <a:lnSpc>
                <a:spcPct val="100000"/>
              </a:lnSpc>
              <a:spcBef>
                <a:spcPts val="100"/>
              </a:spcBef>
            </a:pPr>
            <a:r>
              <a:rPr sz="2400" spc="-20" dirty="0">
                <a:solidFill>
                  <a:srgbClr val="FFFFFF"/>
                </a:solidFill>
                <a:latin typeface="Tahoma"/>
                <a:cs typeface="Tahoma"/>
              </a:rPr>
              <a:t>Develop</a:t>
            </a:r>
            <a:endParaRPr sz="2400">
              <a:latin typeface="Tahoma"/>
              <a:cs typeface="Tahoma"/>
            </a:endParaRPr>
          </a:p>
        </p:txBody>
      </p:sp>
      <p:grpSp>
        <p:nvGrpSpPr>
          <p:cNvPr id="18" name="object 18"/>
          <p:cNvGrpSpPr/>
          <p:nvPr/>
        </p:nvGrpSpPr>
        <p:grpSpPr>
          <a:xfrm>
            <a:off x="1111976" y="4266457"/>
            <a:ext cx="2508250" cy="739775"/>
            <a:chOff x="1111976" y="4266457"/>
            <a:chExt cx="2508250" cy="739775"/>
          </a:xfrm>
        </p:grpSpPr>
        <p:pic>
          <p:nvPicPr>
            <p:cNvPr id="19" name="object 19"/>
            <p:cNvPicPr/>
            <p:nvPr/>
          </p:nvPicPr>
          <p:blipFill>
            <a:blip r:embed="rId2" cstate="print"/>
            <a:stretch>
              <a:fillRect/>
            </a:stretch>
          </p:blipFill>
          <p:spPr>
            <a:xfrm>
              <a:off x="1111976" y="4266457"/>
              <a:ext cx="2508154" cy="739728"/>
            </a:xfrm>
            <a:prstGeom prst="rect">
              <a:avLst/>
            </a:prstGeom>
          </p:spPr>
        </p:pic>
        <p:sp>
          <p:nvSpPr>
            <p:cNvPr id="20" name="object 20"/>
            <p:cNvSpPr/>
            <p:nvPr/>
          </p:nvSpPr>
          <p:spPr>
            <a:xfrm>
              <a:off x="1150075" y="4279156"/>
              <a:ext cx="2432050" cy="663575"/>
            </a:xfrm>
            <a:custGeom>
              <a:avLst/>
              <a:gdLst/>
              <a:ahLst/>
              <a:cxnLst/>
              <a:rect l="l" t="t" r="r" b="b"/>
              <a:pathLst>
                <a:path w="2432050" h="663575">
                  <a:moveTo>
                    <a:pt x="2241455" y="663527"/>
                  </a:moveTo>
                  <a:lnTo>
                    <a:pt x="190498" y="663527"/>
                  </a:lnTo>
                  <a:lnTo>
                    <a:pt x="146819" y="658496"/>
                  </a:lnTo>
                  <a:lnTo>
                    <a:pt x="106722" y="644165"/>
                  </a:lnTo>
                  <a:lnTo>
                    <a:pt x="71351" y="621677"/>
                  </a:lnTo>
                  <a:lnTo>
                    <a:pt x="41850" y="592176"/>
                  </a:lnTo>
                  <a:lnTo>
                    <a:pt x="19362" y="556805"/>
                  </a:lnTo>
                  <a:lnTo>
                    <a:pt x="5031" y="516708"/>
                  </a:lnTo>
                  <a:lnTo>
                    <a:pt x="0" y="473028"/>
                  </a:lnTo>
                  <a:lnTo>
                    <a:pt x="0" y="190498"/>
                  </a:lnTo>
                  <a:lnTo>
                    <a:pt x="5031" y="146819"/>
                  </a:lnTo>
                  <a:lnTo>
                    <a:pt x="19362" y="106722"/>
                  </a:lnTo>
                  <a:lnTo>
                    <a:pt x="41850" y="71351"/>
                  </a:lnTo>
                  <a:lnTo>
                    <a:pt x="71351" y="41850"/>
                  </a:lnTo>
                  <a:lnTo>
                    <a:pt x="106722" y="19362"/>
                  </a:lnTo>
                  <a:lnTo>
                    <a:pt x="146819" y="5031"/>
                  </a:lnTo>
                  <a:lnTo>
                    <a:pt x="190498" y="0"/>
                  </a:lnTo>
                  <a:lnTo>
                    <a:pt x="2241455" y="0"/>
                  </a:lnTo>
                  <a:lnTo>
                    <a:pt x="2314355" y="14500"/>
                  </a:lnTo>
                  <a:lnTo>
                    <a:pt x="2376157" y="55795"/>
                  </a:lnTo>
                  <a:lnTo>
                    <a:pt x="2417453" y="117597"/>
                  </a:lnTo>
                  <a:lnTo>
                    <a:pt x="2431953" y="190498"/>
                  </a:lnTo>
                  <a:lnTo>
                    <a:pt x="2431953" y="473028"/>
                  </a:lnTo>
                  <a:lnTo>
                    <a:pt x="2426922" y="516708"/>
                  </a:lnTo>
                  <a:lnTo>
                    <a:pt x="2412591" y="556805"/>
                  </a:lnTo>
                  <a:lnTo>
                    <a:pt x="2390103" y="592176"/>
                  </a:lnTo>
                  <a:lnTo>
                    <a:pt x="2360602" y="621677"/>
                  </a:lnTo>
                  <a:lnTo>
                    <a:pt x="2325231" y="644165"/>
                  </a:lnTo>
                  <a:lnTo>
                    <a:pt x="2285134" y="658496"/>
                  </a:lnTo>
                  <a:lnTo>
                    <a:pt x="2241455" y="663527"/>
                  </a:lnTo>
                  <a:close/>
                </a:path>
              </a:pathLst>
            </a:custGeom>
            <a:solidFill>
              <a:srgbClr val="0365C0"/>
            </a:solidFill>
          </p:spPr>
          <p:txBody>
            <a:bodyPr wrap="square" lIns="0" tIns="0" rIns="0" bIns="0" rtlCol="0"/>
            <a:lstStyle/>
            <a:p>
              <a:endParaRPr/>
            </a:p>
          </p:txBody>
        </p:sp>
      </p:grpSp>
      <p:sp>
        <p:nvSpPr>
          <p:cNvPr id="21" name="object 21"/>
          <p:cNvSpPr txBox="1"/>
          <p:nvPr/>
        </p:nvSpPr>
        <p:spPr>
          <a:xfrm>
            <a:off x="1903966" y="4403149"/>
            <a:ext cx="922655" cy="39116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FFFFFF"/>
                </a:solidFill>
                <a:latin typeface="Tahoma"/>
                <a:cs typeface="Tahoma"/>
              </a:rPr>
              <a:t>Master</a:t>
            </a:r>
            <a:endParaRPr sz="2400">
              <a:latin typeface="Tahoma"/>
              <a:cs typeface="Tahoma"/>
            </a:endParaRPr>
          </a:p>
        </p:txBody>
      </p:sp>
      <p:grpSp>
        <p:nvGrpSpPr>
          <p:cNvPr id="22" name="object 22"/>
          <p:cNvGrpSpPr/>
          <p:nvPr/>
        </p:nvGrpSpPr>
        <p:grpSpPr>
          <a:xfrm>
            <a:off x="6607949" y="4789654"/>
            <a:ext cx="959485" cy="1863089"/>
            <a:chOff x="6607949" y="4789654"/>
            <a:chExt cx="959485" cy="1863089"/>
          </a:xfrm>
        </p:grpSpPr>
        <p:sp>
          <p:nvSpPr>
            <p:cNvPr id="23" name="object 23"/>
            <p:cNvSpPr/>
            <p:nvPr/>
          </p:nvSpPr>
          <p:spPr>
            <a:xfrm>
              <a:off x="6639699" y="4821404"/>
              <a:ext cx="349885" cy="1057275"/>
            </a:xfrm>
            <a:custGeom>
              <a:avLst/>
              <a:gdLst/>
              <a:ahLst/>
              <a:cxnLst/>
              <a:rect l="l" t="t" r="r" b="b"/>
              <a:pathLst>
                <a:path w="349884" h="1057275">
                  <a:moveTo>
                    <a:pt x="0" y="0"/>
                  </a:moveTo>
                  <a:lnTo>
                    <a:pt x="349326" y="1057215"/>
                  </a:lnTo>
                </a:path>
              </a:pathLst>
            </a:custGeom>
            <a:ln w="63499">
              <a:solidFill>
                <a:srgbClr val="00882B"/>
              </a:solidFill>
            </a:ln>
          </p:spPr>
          <p:txBody>
            <a:bodyPr wrap="square" lIns="0" tIns="0" rIns="0" bIns="0" rtlCol="0"/>
            <a:lstStyle/>
            <a:p>
              <a:endParaRPr/>
            </a:p>
          </p:txBody>
        </p:sp>
        <p:sp>
          <p:nvSpPr>
            <p:cNvPr id="24" name="object 24"/>
            <p:cNvSpPr/>
            <p:nvPr/>
          </p:nvSpPr>
          <p:spPr>
            <a:xfrm>
              <a:off x="6889436" y="5845714"/>
              <a:ext cx="199390" cy="306705"/>
            </a:xfrm>
            <a:custGeom>
              <a:avLst/>
              <a:gdLst/>
              <a:ahLst/>
              <a:cxnLst/>
              <a:rect l="l" t="t" r="r" b="b"/>
              <a:pathLst>
                <a:path w="199390" h="306704">
                  <a:moveTo>
                    <a:pt x="189999" y="306525"/>
                  </a:moveTo>
                  <a:lnTo>
                    <a:pt x="0" y="65812"/>
                  </a:lnTo>
                  <a:lnTo>
                    <a:pt x="199178" y="0"/>
                  </a:lnTo>
                  <a:lnTo>
                    <a:pt x="189999" y="306525"/>
                  </a:lnTo>
                  <a:close/>
                </a:path>
              </a:pathLst>
            </a:custGeom>
            <a:solidFill>
              <a:srgbClr val="00882B"/>
            </a:solidFill>
          </p:spPr>
          <p:txBody>
            <a:bodyPr wrap="square" lIns="0" tIns="0" rIns="0" bIns="0" rtlCol="0"/>
            <a:lstStyle/>
            <a:p>
              <a:endParaRPr/>
            </a:p>
          </p:txBody>
        </p:sp>
        <p:sp>
          <p:nvSpPr>
            <p:cNvPr id="25" name="object 25"/>
            <p:cNvSpPr/>
            <p:nvPr/>
          </p:nvSpPr>
          <p:spPr>
            <a:xfrm>
              <a:off x="6889436" y="5845714"/>
              <a:ext cx="199390" cy="306705"/>
            </a:xfrm>
            <a:custGeom>
              <a:avLst/>
              <a:gdLst/>
              <a:ahLst/>
              <a:cxnLst/>
              <a:rect l="l" t="t" r="r" b="b"/>
              <a:pathLst>
                <a:path w="199390" h="306704">
                  <a:moveTo>
                    <a:pt x="0" y="65812"/>
                  </a:moveTo>
                  <a:lnTo>
                    <a:pt x="189999" y="306525"/>
                  </a:lnTo>
                  <a:lnTo>
                    <a:pt x="199178" y="0"/>
                  </a:lnTo>
                  <a:lnTo>
                    <a:pt x="0" y="65812"/>
                  </a:lnTo>
                  <a:close/>
                </a:path>
              </a:pathLst>
            </a:custGeom>
            <a:ln w="63499">
              <a:solidFill>
                <a:srgbClr val="00882B"/>
              </a:solidFill>
            </a:ln>
          </p:spPr>
          <p:txBody>
            <a:bodyPr wrap="square" lIns="0" tIns="0" rIns="0" bIns="0" rtlCol="0"/>
            <a:lstStyle/>
            <a:p>
              <a:endParaRPr/>
            </a:p>
          </p:txBody>
        </p:sp>
        <p:pic>
          <p:nvPicPr>
            <p:cNvPr id="26" name="object 26"/>
            <p:cNvPicPr/>
            <p:nvPr/>
          </p:nvPicPr>
          <p:blipFill>
            <a:blip r:embed="rId3" cstate="print"/>
            <a:stretch>
              <a:fillRect/>
            </a:stretch>
          </p:blipFill>
          <p:spPr>
            <a:xfrm>
              <a:off x="6955228" y="6083408"/>
              <a:ext cx="611701" cy="568799"/>
            </a:xfrm>
            <a:prstGeom prst="rect">
              <a:avLst/>
            </a:prstGeom>
          </p:spPr>
        </p:pic>
        <p:sp>
          <p:nvSpPr>
            <p:cNvPr id="27" name="object 27"/>
            <p:cNvSpPr/>
            <p:nvPr/>
          </p:nvSpPr>
          <p:spPr>
            <a:xfrm>
              <a:off x="6993328" y="6096107"/>
              <a:ext cx="535940" cy="492759"/>
            </a:xfrm>
            <a:custGeom>
              <a:avLst/>
              <a:gdLst/>
              <a:ahLst/>
              <a:cxnLst/>
              <a:rect l="l" t="t" r="r" b="b"/>
              <a:pathLst>
                <a:path w="535940" h="492759">
                  <a:moveTo>
                    <a:pt x="267749" y="492599"/>
                  </a:moveTo>
                  <a:lnTo>
                    <a:pt x="219621" y="488631"/>
                  </a:lnTo>
                  <a:lnTo>
                    <a:pt x="174323" y="477190"/>
                  </a:lnTo>
                  <a:lnTo>
                    <a:pt x="132611" y="458972"/>
                  </a:lnTo>
                  <a:lnTo>
                    <a:pt x="95242" y="434672"/>
                  </a:lnTo>
                  <a:lnTo>
                    <a:pt x="62971" y="404987"/>
                  </a:lnTo>
                  <a:lnTo>
                    <a:pt x="36555" y="370611"/>
                  </a:lnTo>
                  <a:lnTo>
                    <a:pt x="16751" y="332241"/>
                  </a:lnTo>
                  <a:lnTo>
                    <a:pt x="4313" y="290572"/>
                  </a:lnTo>
                  <a:lnTo>
                    <a:pt x="0" y="246299"/>
                  </a:lnTo>
                  <a:lnTo>
                    <a:pt x="4313" y="202027"/>
                  </a:lnTo>
                  <a:lnTo>
                    <a:pt x="16751" y="160357"/>
                  </a:lnTo>
                  <a:lnTo>
                    <a:pt x="36555" y="121987"/>
                  </a:lnTo>
                  <a:lnTo>
                    <a:pt x="62971" y="87611"/>
                  </a:lnTo>
                  <a:lnTo>
                    <a:pt x="95242" y="57926"/>
                  </a:lnTo>
                  <a:lnTo>
                    <a:pt x="132611" y="33627"/>
                  </a:lnTo>
                  <a:lnTo>
                    <a:pt x="174323" y="15409"/>
                  </a:lnTo>
                  <a:lnTo>
                    <a:pt x="219621" y="3968"/>
                  </a:lnTo>
                  <a:lnTo>
                    <a:pt x="267749" y="0"/>
                  </a:lnTo>
                  <a:lnTo>
                    <a:pt x="315878" y="3968"/>
                  </a:lnTo>
                  <a:lnTo>
                    <a:pt x="361177" y="15409"/>
                  </a:lnTo>
                  <a:lnTo>
                    <a:pt x="402889" y="33627"/>
                  </a:lnTo>
                  <a:lnTo>
                    <a:pt x="440258" y="57926"/>
                  </a:lnTo>
                  <a:lnTo>
                    <a:pt x="472529" y="87611"/>
                  </a:lnTo>
                  <a:lnTo>
                    <a:pt x="498945" y="121987"/>
                  </a:lnTo>
                  <a:lnTo>
                    <a:pt x="518749" y="160357"/>
                  </a:lnTo>
                  <a:lnTo>
                    <a:pt x="531187" y="202027"/>
                  </a:lnTo>
                  <a:lnTo>
                    <a:pt x="535500" y="246299"/>
                  </a:lnTo>
                  <a:lnTo>
                    <a:pt x="531187" y="290572"/>
                  </a:lnTo>
                  <a:lnTo>
                    <a:pt x="518749" y="332241"/>
                  </a:lnTo>
                  <a:lnTo>
                    <a:pt x="498945" y="370611"/>
                  </a:lnTo>
                  <a:lnTo>
                    <a:pt x="472529" y="404987"/>
                  </a:lnTo>
                  <a:lnTo>
                    <a:pt x="440258" y="434672"/>
                  </a:lnTo>
                  <a:lnTo>
                    <a:pt x="402889" y="458972"/>
                  </a:lnTo>
                  <a:lnTo>
                    <a:pt x="361177" y="477190"/>
                  </a:lnTo>
                  <a:lnTo>
                    <a:pt x="315878" y="488631"/>
                  </a:lnTo>
                  <a:lnTo>
                    <a:pt x="267749" y="492599"/>
                  </a:lnTo>
                  <a:close/>
                </a:path>
              </a:pathLst>
            </a:custGeom>
            <a:solidFill>
              <a:srgbClr val="DE6A10"/>
            </a:solidFill>
          </p:spPr>
          <p:txBody>
            <a:bodyPr wrap="square" lIns="0" tIns="0" rIns="0" bIns="0" rtlCol="0"/>
            <a:lstStyle/>
            <a:p>
              <a:endParaRPr/>
            </a:p>
          </p:txBody>
        </p:sp>
      </p:grpSp>
      <p:grpSp>
        <p:nvGrpSpPr>
          <p:cNvPr id="28" name="object 28"/>
          <p:cNvGrpSpPr/>
          <p:nvPr/>
        </p:nvGrpSpPr>
        <p:grpSpPr>
          <a:xfrm>
            <a:off x="4352090" y="4351921"/>
            <a:ext cx="612140" cy="568960"/>
            <a:chOff x="4352090" y="4351921"/>
            <a:chExt cx="612140" cy="568960"/>
          </a:xfrm>
        </p:grpSpPr>
        <p:pic>
          <p:nvPicPr>
            <p:cNvPr id="29" name="object 29"/>
            <p:cNvPicPr/>
            <p:nvPr/>
          </p:nvPicPr>
          <p:blipFill>
            <a:blip r:embed="rId3" cstate="print"/>
            <a:stretch>
              <a:fillRect/>
            </a:stretch>
          </p:blipFill>
          <p:spPr>
            <a:xfrm>
              <a:off x="4352090" y="4351921"/>
              <a:ext cx="611701" cy="568799"/>
            </a:xfrm>
            <a:prstGeom prst="rect">
              <a:avLst/>
            </a:prstGeom>
          </p:spPr>
        </p:pic>
        <p:sp>
          <p:nvSpPr>
            <p:cNvPr id="30" name="object 30"/>
            <p:cNvSpPr/>
            <p:nvPr/>
          </p:nvSpPr>
          <p:spPr>
            <a:xfrm>
              <a:off x="4390189" y="4364621"/>
              <a:ext cx="535940" cy="492759"/>
            </a:xfrm>
            <a:custGeom>
              <a:avLst/>
              <a:gdLst/>
              <a:ahLst/>
              <a:cxnLst/>
              <a:rect l="l" t="t" r="r" b="b"/>
              <a:pathLst>
                <a:path w="535939" h="492760">
                  <a:moveTo>
                    <a:pt x="267750" y="492598"/>
                  </a:moveTo>
                  <a:lnTo>
                    <a:pt x="219622" y="488630"/>
                  </a:lnTo>
                  <a:lnTo>
                    <a:pt x="174323" y="477189"/>
                  </a:lnTo>
                  <a:lnTo>
                    <a:pt x="132611" y="458971"/>
                  </a:lnTo>
                  <a:lnTo>
                    <a:pt x="95242" y="434672"/>
                  </a:lnTo>
                  <a:lnTo>
                    <a:pt x="62971" y="404987"/>
                  </a:lnTo>
                  <a:lnTo>
                    <a:pt x="36555" y="370611"/>
                  </a:lnTo>
                  <a:lnTo>
                    <a:pt x="16751" y="332241"/>
                  </a:lnTo>
                  <a:lnTo>
                    <a:pt x="4313" y="290571"/>
                  </a:lnTo>
                  <a:lnTo>
                    <a:pt x="0" y="246299"/>
                  </a:lnTo>
                  <a:lnTo>
                    <a:pt x="4313" y="202026"/>
                  </a:lnTo>
                  <a:lnTo>
                    <a:pt x="16751" y="160357"/>
                  </a:lnTo>
                  <a:lnTo>
                    <a:pt x="36555" y="121987"/>
                  </a:lnTo>
                  <a:lnTo>
                    <a:pt x="62971" y="87611"/>
                  </a:lnTo>
                  <a:lnTo>
                    <a:pt x="95242" y="57926"/>
                  </a:lnTo>
                  <a:lnTo>
                    <a:pt x="132611" y="33627"/>
                  </a:lnTo>
                  <a:lnTo>
                    <a:pt x="174323" y="15409"/>
                  </a:lnTo>
                  <a:lnTo>
                    <a:pt x="219622" y="3968"/>
                  </a:lnTo>
                  <a:lnTo>
                    <a:pt x="267750" y="0"/>
                  </a:lnTo>
                  <a:lnTo>
                    <a:pt x="315878" y="3968"/>
                  </a:lnTo>
                  <a:lnTo>
                    <a:pt x="361177" y="15409"/>
                  </a:lnTo>
                  <a:lnTo>
                    <a:pt x="402889" y="33627"/>
                  </a:lnTo>
                  <a:lnTo>
                    <a:pt x="440258" y="57926"/>
                  </a:lnTo>
                  <a:lnTo>
                    <a:pt x="472529" y="87611"/>
                  </a:lnTo>
                  <a:lnTo>
                    <a:pt x="498945" y="121987"/>
                  </a:lnTo>
                  <a:lnTo>
                    <a:pt x="518749" y="160357"/>
                  </a:lnTo>
                  <a:lnTo>
                    <a:pt x="531187" y="202026"/>
                  </a:lnTo>
                  <a:lnTo>
                    <a:pt x="535500" y="246299"/>
                  </a:lnTo>
                  <a:lnTo>
                    <a:pt x="531187" y="290571"/>
                  </a:lnTo>
                  <a:lnTo>
                    <a:pt x="518749" y="332241"/>
                  </a:lnTo>
                  <a:lnTo>
                    <a:pt x="498945" y="370611"/>
                  </a:lnTo>
                  <a:lnTo>
                    <a:pt x="472529" y="404987"/>
                  </a:lnTo>
                  <a:lnTo>
                    <a:pt x="440258" y="434672"/>
                  </a:lnTo>
                  <a:lnTo>
                    <a:pt x="402889" y="458971"/>
                  </a:lnTo>
                  <a:lnTo>
                    <a:pt x="361177" y="477189"/>
                  </a:lnTo>
                  <a:lnTo>
                    <a:pt x="315878" y="488630"/>
                  </a:lnTo>
                  <a:lnTo>
                    <a:pt x="267750" y="492598"/>
                  </a:lnTo>
                  <a:close/>
                </a:path>
              </a:pathLst>
            </a:custGeom>
            <a:solidFill>
              <a:srgbClr val="0365C0"/>
            </a:solidFill>
          </p:spPr>
          <p:txBody>
            <a:bodyPr wrap="square" lIns="0" tIns="0" rIns="0" bIns="0" rtlCol="0"/>
            <a:lstStyle/>
            <a:p>
              <a:endParaRPr/>
            </a:p>
          </p:txBody>
        </p:sp>
      </p:grpSp>
      <p:grpSp>
        <p:nvGrpSpPr>
          <p:cNvPr id="31" name="object 31"/>
          <p:cNvGrpSpPr/>
          <p:nvPr/>
        </p:nvGrpSpPr>
        <p:grpSpPr>
          <a:xfrm>
            <a:off x="9926339" y="6150831"/>
            <a:ext cx="612140" cy="568960"/>
            <a:chOff x="9926339" y="6150831"/>
            <a:chExt cx="612140" cy="568960"/>
          </a:xfrm>
        </p:grpSpPr>
        <p:pic>
          <p:nvPicPr>
            <p:cNvPr id="32" name="object 32"/>
            <p:cNvPicPr/>
            <p:nvPr/>
          </p:nvPicPr>
          <p:blipFill>
            <a:blip r:embed="rId3" cstate="print"/>
            <a:stretch>
              <a:fillRect/>
            </a:stretch>
          </p:blipFill>
          <p:spPr>
            <a:xfrm>
              <a:off x="9926339" y="6150831"/>
              <a:ext cx="611701" cy="568799"/>
            </a:xfrm>
            <a:prstGeom prst="rect">
              <a:avLst/>
            </a:prstGeom>
          </p:spPr>
        </p:pic>
        <p:sp>
          <p:nvSpPr>
            <p:cNvPr id="33" name="object 33"/>
            <p:cNvSpPr/>
            <p:nvPr/>
          </p:nvSpPr>
          <p:spPr>
            <a:xfrm>
              <a:off x="9964438" y="6163530"/>
              <a:ext cx="535940" cy="492759"/>
            </a:xfrm>
            <a:custGeom>
              <a:avLst/>
              <a:gdLst/>
              <a:ahLst/>
              <a:cxnLst/>
              <a:rect l="l" t="t" r="r" b="b"/>
              <a:pathLst>
                <a:path w="535940" h="492759">
                  <a:moveTo>
                    <a:pt x="267750" y="492599"/>
                  </a:moveTo>
                  <a:lnTo>
                    <a:pt x="219622" y="488631"/>
                  </a:lnTo>
                  <a:lnTo>
                    <a:pt x="174323" y="477190"/>
                  </a:lnTo>
                  <a:lnTo>
                    <a:pt x="132611" y="458972"/>
                  </a:lnTo>
                  <a:lnTo>
                    <a:pt x="95242" y="434672"/>
                  </a:lnTo>
                  <a:lnTo>
                    <a:pt x="62971" y="404987"/>
                  </a:lnTo>
                  <a:lnTo>
                    <a:pt x="36555" y="370611"/>
                  </a:lnTo>
                  <a:lnTo>
                    <a:pt x="16751" y="332241"/>
                  </a:lnTo>
                  <a:lnTo>
                    <a:pt x="4313" y="290572"/>
                  </a:lnTo>
                  <a:lnTo>
                    <a:pt x="0" y="246299"/>
                  </a:lnTo>
                  <a:lnTo>
                    <a:pt x="4313" y="202027"/>
                  </a:lnTo>
                  <a:lnTo>
                    <a:pt x="16751" y="160357"/>
                  </a:lnTo>
                  <a:lnTo>
                    <a:pt x="36555" y="121987"/>
                  </a:lnTo>
                  <a:lnTo>
                    <a:pt x="62971" y="87611"/>
                  </a:lnTo>
                  <a:lnTo>
                    <a:pt x="95242" y="57926"/>
                  </a:lnTo>
                  <a:lnTo>
                    <a:pt x="132611" y="33627"/>
                  </a:lnTo>
                  <a:lnTo>
                    <a:pt x="174323" y="15409"/>
                  </a:lnTo>
                  <a:lnTo>
                    <a:pt x="219622" y="3968"/>
                  </a:lnTo>
                  <a:lnTo>
                    <a:pt x="267750" y="0"/>
                  </a:lnTo>
                  <a:lnTo>
                    <a:pt x="315879" y="3968"/>
                  </a:lnTo>
                  <a:lnTo>
                    <a:pt x="361177" y="15409"/>
                  </a:lnTo>
                  <a:lnTo>
                    <a:pt x="402889" y="33627"/>
                  </a:lnTo>
                  <a:lnTo>
                    <a:pt x="440258" y="57926"/>
                  </a:lnTo>
                  <a:lnTo>
                    <a:pt x="472529" y="87611"/>
                  </a:lnTo>
                  <a:lnTo>
                    <a:pt x="498945" y="121987"/>
                  </a:lnTo>
                  <a:lnTo>
                    <a:pt x="518749" y="160357"/>
                  </a:lnTo>
                  <a:lnTo>
                    <a:pt x="531187" y="202027"/>
                  </a:lnTo>
                  <a:lnTo>
                    <a:pt x="535500" y="246299"/>
                  </a:lnTo>
                  <a:lnTo>
                    <a:pt x="531187" y="290572"/>
                  </a:lnTo>
                  <a:lnTo>
                    <a:pt x="518749" y="332241"/>
                  </a:lnTo>
                  <a:lnTo>
                    <a:pt x="498945" y="370611"/>
                  </a:lnTo>
                  <a:lnTo>
                    <a:pt x="472529" y="404987"/>
                  </a:lnTo>
                  <a:lnTo>
                    <a:pt x="440258" y="434672"/>
                  </a:lnTo>
                  <a:lnTo>
                    <a:pt x="402889" y="458972"/>
                  </a:lnTo>
                  <a:lnTo>
                    <a:pt x="361177" y="477190"/>
                  </a:lnTo>
                  <a:lnTo>
                    <a:pt x="315879" y="488631"/>
                  </a:lnTo>
                  <a:lnTo>
                    <a:pt x="267750" y="492599"/>
                  </a:lnTo>
                  <a:close/>
                </a:path>
              </a:pathLst>
            </a:custGeom>
            <a:solidFill>
              <a:srgbClr val="DE6A10"/>
            </a:solidFill>
          </p:spPr>
          <p:txBody>
            <a:bodyPr wrap="square" lIns="0" tIns="0" rIns="0" bIns="0" rtlCol="0"/>
            <a:lstStyle/>
            <a:p>
              <a:endParaRPr/>
            </a:p>
          </p:txBody>
        </p:sp>
      </p:grpSp>
      <p:grpSp>
        <p:nvGrpSpPr>
          <p:cNvPr id="34" name="object 34"/>
          <p:cNvGrpSpPr/>
          <p:nvPr/>
        </p:nvGrpSpPr>
        <p:grpSpPr>
          <a:xfrm>
            <a:off x="11133890" y="4373503"/>
            <a:ext cx="612140" cy="568960"/>
            <a:chOff x="11133890" y="4373503"/>
            <a:chExt cx="612140" cy="568960"/>
          </a:xfrm>
        </p:grpSpPr>
        <p:pic>
          <p:nvPicPr>
            <p:cNvPr id="35" name="object 35"/>
            <p:cNvPicPr/>
            <p:nvPr/>
          </p:nvPicPr>
          <p:blipFill>
            <a:blip r:embed="rId3" cstate="print"/>
            <a:stretch>
              <a:fillRect/>
            </a:stretch>
          </p:blipFill>
          <p:spPr>
            <a:xfrm>
              <a:off x="11133890" y="4373503"/>
              <a:ext cx="611701" cy="568799"/>
            </a:xfrm>
            <a:prstGeom prst="rect">
              <a:avLst/>
            </a:prstGeom>
          </p:spPr>
        </p:pic>
        <p:sp>
          <p:nvSpPr>
            <p:cNvPr id="36" name="object 36"/>
            <p:cNvSpPr/>
            <p:nvPr/>
          </p:nvSpPr>
          <p:spPr>
            <a:xfrm>
              <a:off x="11171989" y="4386203"/>
              <a:ext cx="535940" cy="492759"/>
            </a:xfrm>
            <a:custGeom>
              <a:avLst/>
              <a:gdLst/>
              <a:ahLst/>
              <a:cxnLst/>
              <a:rect l="l" t="t" r="r" b="b"/>
              <a:pathLst>
                <a:path w="535940" h="492760">
                  <a:moveTo>
                    <a:pt x="267750" y="492598"/>
                  </a:moveTo>
                  <a:lnTo>
                    <a:pt x="219621" y="488630"/>
                  </a:lnTo>
                  <a:lnTo>
                    <a:pt x="174323" y="477189"/>
                  </a:lnTo>
                  <a:lnTo>
                    <a:pt x="132611" y="458971"/>
                  </a:lnTo>
                  <a:lnTo>
                    <a:pt x="95242" y="434672"/>
                  </a:lnTo>
                  <a:lnTo>
                    <a:pt x="62971" y="404987"/>
                  </a:lnTo>
                  <a:lnTo>
                    <a:pt x="36555" y="370611"/>
                  </a:lnTo>
                  <a:lnTo>
                    <a:pt x="16751" y="332241"/>
                  </a:lnTo>
                  <a:lnTo>
                    <a:pt x="4313" y="290572"/>
                  </a:lnTo>
                  <a:lnTo>
                    <a:pt x="0" y="246299"/>
                  </a:lnTo>
                  <a:lnTo>
                    <a:pt x="4313" y="202026"/>
                  </a:lnTo>
                  <a:lnTo>
                    <a:pt x="16751" y="160357"/>
                  </a:lnTo>
                  <a:lnTo>
                    <a:pt x="36555" y="121987"/>
                  </a:lnTo>
                  <a:lnTo>
                    <a:pt x="62971" y="87611"/>
                  </a:lnTo>
                  <a:lnTo>
                    <a:pt x="95242" y="57926"/>
                  </a:lnTo>
                  <a:lnTo>
                    <a:pt x="132611" y="33627"/>
                  </a:lnTo>
                  <a:lnTo>
                    <a:pt x="174323" y="15409"/>
                  </a:lnTo>
                  <a:lnTo>
                    <a:pt x="219621" y="3968"/>
                  </a:lnTo>
                  <a:lnTo>
                    <a:pt x="267750" y="0"/>
                  </a:lnTo>
                  <a:lnTo>
                    <a:pt x="315878" y="3968"/>
                  </a:lnTo>
                  <a:lnTo>
                    <a:pt x="361177" y="15409"/>
                  </a:lnTo>
                  <a:lnTo>
                    <a:pt x="402889" y="33627"/>
                  </a:lnTo>
                  <a:lnTo>
                    <a:pt x="440258" y="57926"/>
                  </a:lnTo>
                  <a:lnTo>
                    <a:pt x="472529" y="87611"/>
                  </a:lnTo>
                  <a:lnTo>
                    <a:pt x="498944" y="121987"/>
                  </a:lnTo>
                  <a:lnTo>
                    <a:pt x="518749" y="160357"/>
                  </a:lnTo>
                  <a:lnTo>
                    <a:pt x="531186" y="202026"/>
                  </a:lnTo>
                  <a:lnTo>
                    <a:pt x="535500" y="246299"/>
                  </a:lnTo>
                  <a:lnTo>
                    <a:pt x="531186" y="290572"/>
                  </a:lnTo>
                  <a:lnTo>
                    <a:pt x="518749" y="332241"/>
                  </a:lnTo>
                  <a:lnTo>
                    <a:pt x="498944" y="370611"/>
                  </a:lnTo>
                  <a:lnTo>
                    <a:pt x="472529" y="404987"/>
                  </a:lnTo>
                  <a:lnTo>
                    <a:pt x="440258" y="434672"/>
                  </a:lnTo>
                  <a:lnTo>
                    <a:pt x="402889" y="458971"/>
                  </a:lnTo>
                  <a:lnTo>
                    <a:pt x="361177" y="477189"/>
                  </a:lnTo>
                  <a:lnTo>
                    <a:pt x="315878" y="488630"/>
                  </a:lnTo>
                  <a:lnTo>
                    <a:pt x="267750" y="492598"/>
                  </a:lnTo>
                  <a:close/>
                </a:path>
              </a:pathLst>
            </a:custGeom>
            <a:solidFill>
              <a:srgbClr val="0365C0"/>
            </a:solidFill>
          </p:spPr>
          <p:txBody>
            <a:bodyPr wrap="square" lIns="0" tIns="0" rIns="0" bIns="0" rtlCol="0"/>
            <a:lstStyle/>
            <a:p>
              <a:endParaRPr/>
            </a:p>
          </p:txBody>
        </p:sp>
      </p:grpSp>
      <p:sp>
        <p:nvSpPr>
          <p:cNvPr id="37" name="object 37"/>
          <p:cNvSpPr txBox="1"/>
          <p:nvPr/>
        </p:nvSpPr>
        <p:spPr>
          <a:xfrm>
            <a:off x="4930118" y="5252089"/>
            <a:ext cx="1880235" cy="482600"/>
          </a:xfrm>
          <a:prstGeom prst="rect">
            <a:avLst/>
          </a:prstGeom>
        </p:spPr>
        <p:txBody>
          <a:bodyPr vert="horz" wrap="square" lIns="0" tIns="12700" rIns="0" bIns="0" rtlCol="0">
            <a:spAutoFit/>
          </a:bodyPr>
          <a:lstStyle/>
          <a:p>
            <a:pPr marL="12700">
              <a:lnSpc>
                <a:spcPct val="100000"/>
              </a:lnSpc>
              <a:spcBef>
                <a:spcPts val="100"/>
              </a:spcBef>
            </a:pPr>
            <a:r>
              <a:rPr sz="3000" b="1" spc="-80" dirty="0">
                <a:solidFill>
                  <a:srgbClr val="00882B"/>
                </a:solidFill>
                <a:latin typeface="Tahoma"/>
                <a:cs typeface="Tahoma"/>
              </a:rPr>
              <a:t>Branching</a:t>
            </a:r>
            <a:endParaRPr sz="3000">
              <a:latin typeface="Tahoma"/>
              <a:cs typeface="Tahoma"/>
            </a:endParaRPr>
          </a:p>
        </p:txBody>
      </p:sp>
      <p:sp>
        <p:nvSpPr>
          <p:cNvPr id="38" name="object 38"/>
          <p:cNvSpPr txBox="1"/>
          <p:nvPr/>
        </p:nvSpPr>
        <p:spPr>
          <a:xfrm>
            <a:off x="9224146" y="5234910"/>
            <a:ext cx="1524000" cy="482600"/>
          </a:xfrm>
          <a:prstGeom prst="rect">
            <a:avLst/>
          </a:prstGeom>
        </p:spPr>
        <p:txBody>
          <a:bodyPr vert="horz" wrap="square" lIns="0" tIns="12700" rIns="0" bIns="0" rtlCol="0">
            <a:spAutoFit/>
          </a:bodyPr>
          <a:lstStyle/>
          <a:p>
            <a:pPr marL="12700">
              <a:lnSpc>
                <a:spcPct val="100000"/>
              </a:lnSpc>
              <a:spcBef>
                <a:spcPts val="100"/>
              </a:spcBef>
            </a:pPr>
            <a:r>
              <a:rPr sz="3000" b="1" spc="-80" dirty="0">
                <a:solidFill>
                  <a:srgbClr val="C82506"/>
                </a:solidFill>
                <a:latin typeface="Tahoma"/>
                <a:cs typeface="Tahoma"/>
              </a:rPr>
              <a:t>Merging</a:t>
            </a:r>
            <a:endParaRPr sz="3000">
              <a:latin typeface="Tahoma"/>
              <a:cs typeface="Tahoma"/>
            </a:endParaRPr>
          </a:p>
        </p:txBody>
      </p:sp>
      <p:sp>
        <p:nvSpPr>
          <p:cNvPr id="39" name="object 39"/>
          <p:cNvSpPr txBox="1">
            <a:spLocks noGrp="1"/>
          </p:cNvSpPr>
          <p:nvPr>
            <p:ph type="title"/>
          </p:nvPr>
        </p:nvSpPr>
        <p:spPr>
          <a:prstGeom prst="rect">
            <a:avLst/>
          </a:prstGeom>
        </p:spPr>
        <p:txBody>
          <a:bodyPr vert="horz" wrap="square" lIns="0" tIns="626486" rIns="0" bIns="0" rtlCol="0">
            <a:spAutoFit/>
          </a:bodyPr>
          <a:lstStyle/>
          <a:p>
            <a:pPr marL="4183379">
              <a:lnSpc>
                <a:spcPct val="100000"/>
              </a:lnSpc>
              <a:spcBef>
                <a:spcPts val="100"/>
              </a:spcBef>
            </a:pPr>
            <a:r>
              <a:rPr sz="6400" spc="120" dirty="0"/>
              <a:t>Git</a:t>
            </a:r>
            <a:r>
              <a:rPr sz="6400" spc="-225" dirty="0"/>
              <a:t> </a:t>
            </a:r>
            <a:r>
              <a:rPr sz="6400" spc="105" dirty="0"/>
              <a:t>Branch</a:t>
            </a:r>
            <a:endParaRPr sz="6400"/>
          </a:p>
        </p:txBody>
      </p:sp>
      <p:grpSp>
        <p:nvGrpSpPr>
          <p:cNvPr id="40" name="object 40"/>
          <p:cNvGrpSpPr/>
          <p:nvPr/>
        </p:nvGrpSpPr>
        <p:grpSpPr>
          <a:xfrm>
            <a:off x="6224377" y="4373502"/>
            <a:ext cx="612140" cy="568960"/>
            <a:chOff x="6224377" y="4373502"/>
            <a:chExt cx="612140" cy="568960"/>
          </a:xfrm>
        </p:grpSpPr>
        <p:pic>
          <p:nvPicPr>
            <p:cNvPr id="41" name="object 41"/>
            <p:cNvPicPr/>
            <p:nvPr/>
          </p:nvPicPr>
          <p:blipFill>
            <a:blip r:embed="rId3" cstate="print"/>
            <a:stretch>
              <a:fillRect/>
            </a:stretch>
          </p:blipFill>
          <p:spPr>
            <a:xfrm>
              <a:off x="6224377" y="4373502"/>
              <a:ext cx="611701" cy="568799"/>
            </a:xfrm>
            <a:prstGeom prst="rect">
              <a:avLst/>
            </a:prstGeom>
          </p:spPr>
        </p:pic>
        <p:sp>
          <p:nvSpPr>
            <p:cNvPr id="42" name="object 42"/>
            <p:cNvSpPr/>
            <p:nvPr/>
          </p:nvSpPr>
          <p:spPr>
            <a:xfrm>
              <a:off x="6262476" y="4386202"/>
              <a:ext cx="535940" cy="492759"/>
            </a:xfrm>
            <a:custGeom>
              <a:avLst/>
              <a:gdLst/>
              <a:ahLst/>
              <a:cxnLst/>
              <a:rect l="l" t="t" r="r" b="b"/>
              <a:pathLst>
                <a:path w="535940" h="492760">
                  <a:moveTo>
                    <a:pt x="267750" y="492599"/>
                  </a:moveTo>
                  <a:lnTo>
                    <a:pt x="219622" y="488631"/>
                  </a:lnTo>
                  <a:lnTo>
                    <a:pt x="174323" y="477190"/>
                  </a:lnTo>
                  <a:lnTo>
                    <a:pt x="132611" y="458972"/>
                  </a:lnTo>
                  <a:lnTo>
                    <a:pt x="95242" y="434672"/>
                  </a:lnTo>
                  <a:lnTo>
                    <a:pt x="62971" y="404987"/>
                  </a:lnTo>
                  <a:lnTo>
                    <a:pt x="36555" y="370611"/>
                  </a:lnTo>
                  <a:lnTo>
                    <a:pt x="16751" y="332241"/>
                  </a:lnTo>
                  <a:lnTo>
                    <a:pt x="4313" y="290572"/>
                  </a:lnTo>
                  <a:lnTo>
                    <a:pt x="0" y="246299"/>
                  </a:lnTo>
                  <a:lnTo>
                    <a:pt x="4313" y="202026"/>
                  </a:lnTo>
                  <a:lnTo>
                    <a:pt x="16751" y="160357"/>
                  </a:lnTo>
                  <a:lnTo>
                    <a:pt x="36555" y="121987"/>
                  </a:lnTo>
                  <a:lnTo>
                    <a:pt x="62971" y="87611"/>
                  </a:lnTo>
                  <a:lnTo>
                    <a:pt x="95242" y="57926"/>
                  </a:lnTo>
                  <a:lnTo>
                    <a:pt x="132611" y="33627"/>
                  </a:lnTo>
                  <a:lnTo>
                    <a:pt x="174323" y="15409"/>
                  </a:lnTo>
                  <a:lnTo>
                    <a:pt x="219622" y="3968"/>
                  </a:lnTo>
                  <a:lnTo>
                    <a:pt x="267750" y="0"/>
                  </a:lnTo>
                  <a:lnTo>
                    <a:pt x="315879" y="3968"/>
                  </a:lnTo>
                  <a:lnTo>
                    <a:pt x="361177" y="15409"/>
                  </a:lnTo>
                  <a:lnTo>
                    <a:pt x="402889" y="33627"/>
                  </a:lnTo>
                  <a:lnTo>
                    <a:pt x="440258" y="57926"/>
                  </a:lnTo>
                  <a:lnTo>
                    <a:pt x="472529" y="87611"/>
                  </a:lnTo>
                  <a:lnTo>
                    <a:pt x="498945" y="121987"/>
                  </a:lnTo>
                  <a:lnTo>
                    <a:pt x="518749" y="160357"/>
                  </a:lnTo>
                  <a:lnTo>
                    <a:pt x="531187" y="202026"/>
                  </a:lnTo>
                  <a:lnTo>
                    <a:pt x="535500" y="246299"/>
                  </a:lnTo>
                  <a:lnTo>
                    <a:pt x="531187" y="290572"/>
                  </a:lnTo>
                  <a:lnTo>
                    <a:pt x="518749" y="332241"/>
                  </a:lnTo>
                  <a:lnTo>
                    <a:pt x="498945" y="370611"/>
                  </a:lnTo>
                  <a:lnTo>
                    <a:pt x="472529" y="404987"/>
                  </a:lnTo>
                  <a:lnTo>
                    <a:pt x="440258" y="434672"/>
                  </a:lnTo>
                  <a:lnTo>
                    <a:pt x="402889" y="458972"/>
                  </a:lnTo>
                  <a:lnTo>
                    <a:pt x="361177" y="477190"/>
                  </a:lnTo>
                  <a:lnTo>
                    <a:pt x="315879" y="488631"/>
                  </a:lnTo>
                  <a:lnTo>
                    <a:pt x="267750" y="492599"/>
                  </a:lnTo>
                  <a:close/>
                </a:path>
              </a:pathLst>
            </a:custGeom>
            <a:solidFill>
              <a:srgbClr val="0365C0"/>
            </a:solidFill>
          </p:spPr>
          <p:txBody>
            <a:bodyPr wrap="square" lIns="0" tIns="0" rIns="0" bIns="0" rtlCol="0"/>
            <a:lstStyle/>
            <a:p>
              <a:endParaRPr/>
            </a:p>
          </p:txBody>
        </p:sp>
      </p:grpSp>
      <p:sp>
        <p:nvSpPr>
          <p:cNvPr id="43" name="object 43"/>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37</a:t>
            </a:fld>
            <a:endParaRPr spc="-25"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38</a:t>
            </a:fld>
            <a:endParaRPr spc="-25" dirty="0"/>
          </a:p>
        </p:txBody>
      </p:sp>
      <p:sp>
        <p:nvSpPr>
          <p:cNvPr id="2" name="object 2"/>
          <p:cNvSpPr txBox="1"/>
          <p:nvPr/>
        </p:nvSpPr>
        <p:spPr>
          <a:xfrm>
            <a:off x="977900" y="2612644"/>
            <a:ext cx="7768590" cy="4439920"/>
          </a:xfrm>
          <a:prstGeom prst="rect">
            <a:avLst/>
          </a:prstGeom>
        </p:spPr>
        <p:txBody>
          <a:bodyPr vert="horz" wrap="square" lIns="0" tIns="12700" rIns="0" bIns="0" rtlCol="0">
            <a:spAutoFit/>
          </a:bodyPr>
          <a:lstStyle/>
          <a:p>
            <a:pPr marL="412115" indent="-399415">
              <a:lnSpc>
                <a:spcPct val="100000"/>
              </a:lnSpc>
              <a:spcBef>
                <a:spcPts val="100"/>
              </a:spcBef>
              <a:buSzPct val="75000"/>
              <a:buChar char="•"/>
              <a:tabLst>
                <a:tab pos="412115" algn="l"/>
              </a:tabLst>
            </a:pPr>
            <a:r>
              <a:rPr sz="3200" dirty="0">
                <a:latin typeface="Tahoma"/>
                <a:cs typeface="Tahoma"/>
              </a:rPr>
              <a:t>Branching</a:t>
            </a:r>
            <a:r>
              <a:rPr sz="3200" spc="210" dirty="0">
                <a:latin typeface="Tahoma"/>
                <a:cs typeface="Tahoma"/>
              </a:rPr>
              <a:t> </a:t>
            </a:r>
            <a:r>
              <a:rPr sz="3200" spc="45" dirty="0">
                <a:latin typeface="Tahoma"/>
                <a:cs typeface="Tahoma"/>
              </a:rPr>
              <a:t>steps</a:t>
            </a:r>
            <a:endParaRPr sz="3200">
              <a:latin typeface="Tahoma"/>
              <a:cs typeface="Tahoma"/>
            </a:endParaRPr>
          </a:p>
          <a:p>
            <a:pPr>
              <a:lnSpc>
                <a:spcPct val="100000"/>
              </a:lnSpc>
              <a:spcBef>
                <a:spcPts val="320"/>
              </a:spcBef>
              <a:buFont typeface="Tahoma"/>
              <a:buChar char="•"/>
            </a:pPr>
            <a:endParaRPr sz="3200">
              <a:latin typeface="Tahoma"/>
              <a:cs typeface="Tahoma"/>
            </a:endParaRPr>
          </a:p>
          <a:p>
            <a:pPr marL="1345565" lvl="1" indent="-443865">
              <a:lnSpc>
                <a:spcPct val="100000"/>
              </a:lnSpc>
              <a:buSzPct val="75000"/>
              <a:buChar char="•"/>
              <a:tabLst>
                <a:tab pos="1345565" algn="l"/>
              </a:tabLst>
            </a:pPr>
            <a:r>
              <a:rPr sz="3600" dirty="0">
                <a:latin typeface="Tahoma"/>
                <a:cs typeface="Tahoma"/>
              </a:rPr>
              <a:t>Creating</a:t>
            </a:r>
            <a:r>
              <a:rPr sz="3600" spc="-25" dirty="0">
                <a:latin typeface="Tahoma"/>
                <a:cs typeface="Tahoma"/>
              </a:rPr>
              <a:t> </a:t>
            </a:r>
            <a:r>
              <a:rPr sz="3600" dirty="0">
                <a:latin typeface="Tahoma"/>
                <a:cs typeface="Tahoma"/>
              </a:rPr>
              <a:t>a</a:t>
            </a:r>
            <a:r>
              <a:rPr sz="3600" spc="-25" dirty="0">
                <a:latin typeface="Tahoma"/>
                <a:cs typeface="Tahoma"/>
              </a:rPr>
              <a:t> </a:t>
            </a:r>
            <a:r>
              <a:rPr sz="3600" dirty="0">
                <a:latin typeface="Tahoma"/>
                <a:cs typeface="Tahoma"/>
              </a:rPr>
              <a:t>new</a:t>
            </a:r>
            <a:r>
              <a:rPr sz="3600" spc="-30" dirty="0">
                <a:latin typeface="Tahoma"/>
                <a:cs typeface="Tahoma"/>
              </a:rPr>
              <a:t> </a:t>
            </a:r>
            <a:r>
              <a:rPr sz="3600" spc="-10" dirty="0">
                <a:latin typeface="Tahoma"/>
                <a:cs typeface="Tahoma"/>
              </a:rPr>
              <a:t>branch</a:t>
            </a:r>
            <a:endParaRPr sz="3600">
              <a:latin typeface="Tahoma"/>
              <a:cs typeface="Tahoma"/>
            </a:endParaRPr>
          </a:p>
          <a:p>
            <a:pPr lvl="1">
              <a:lnSpc>
                <a:spcPct val="100000"/>
              </a:lnSpc>
              <a:spcBef>
                <a:spcPts val="420"/>
              </a:spcBef>
              <a:buFont typeface="Tahoma"/>
              <a:buChar char="•"/>
            </a:pPr>
            <a:endParaRPr sz="3600">
              <a:latin typeface="Tahoma"/>
              <a:cs typeface="Tahoma"/>
            </a:endParaRPr>
          </a:p>
          <a:p>
            <a:pPr marL="1811655">
              <a:lnSpc>
                <a:spcPct val="100000"/>
              </a:lnSpc>
            </a:pPr>
            <a:r>
              <a:rPr sz="3000" b="1" dirty="0">
                <a:solidFill>
                  <a:srgbClr val="0070C0"/>
                </a:solidFill>
                <a:latin typeface="Courier New"/>
                <a:cs typeface="Courier New"/>
              </a:rPr>
              <a:t>git</a:t>
            </a:r>
            <a:r>
              <a:rPr sz="3000" b="1" spc="-5" dirty="0">
                <a:solidFill>
                  <a:srgbClr val="0070C0"/>
                </a:solidFill>
                <a:latin typeface="Courier New"/>
                <a:cs typeface="Courier New"/>
              </a:rPr>
              <a:t> </a:t>
            </a:r>
            <a:r>
              <a:rPr sz="3000" b="1" dirty="0">
                <a:solidFill>
                  <a:srgbClr val="0365C0"/>
                </a:solidFill>
                <a:latin typeface="Courier New"/>
                <a:cs typeface="Courier New"/>
              </a:rPr>
              <a:t>branch</a:t>
            </a:r>
            <a:r>
              <a:rPr sz="3000" b="1" spc="-5" dirty="0">
                <a:solidFill>
                  <a:srgbClr val="0365C0"/>
                </a:solidFill>
                <a:latin typeface="Courier New"/>
                <a:cs typeface="Courier New"/>
              </a:rPr>
              <a:t> </a:t>
            </a:r>
            <a:r>
              <a:rPr sz="3000" b="1" dirty="0">
                <a:solidFill>
                  <a:srgbClr val="0365C0"/>
                </a:solidFill>
                <a:latin typeface="Courier New"/>
                <a:cs typeface="Courier New"/>
              </a:rPr>
              <a:t>[branch</a:t>
            </a:r>
            <a:r>
              <a:rPr sz="3000" b="1" spc="-5" dirty="0">
                <a:solidFill>
                  <a:srgbClr val="0365C0"/>
                </a:solidFill>
                <a:latin typeface="Courier New"/>
                <a:cs typeface="Courier New"/>
              </a:rPr>
              <a:t> </a:t>
            </a:r>
            <a:r>
              <a:rPr sz="3000" b="1" spc="-10" dirty="0">
                <a:solidFill>
                  <a:srgbClr val="0365C0"/>
                </a:solidFill>
                <a:latin typeface="Courier New"/>
                <a:cs typeface="Courier New"/>
              </a:rPr>
              <a:t>name]</a:t>
            </a:r>
            <a:endParaRPr sz="3000">
              <a:latin typeface="Courier New"/>
              <a:cs typeface="Courier New"/>
            </a:endParaRPr>
          </a:p>
          <a:p>
            <a:pPr marL="1345565" lvl="1" indent="-443865">
              <a:lnSpc>
                <a:spcPct val="100000"/>
              </a:lnSpc>
              <a:spcBef>
                <a:spcPts val="2955"/>
              </a:spcBef>
              <a:buSzPct val="75000"/>
              <a:buChar char="•"/>
              <a:tabLst>
                <a:tab pos="1345565" algn="l"/>
              </a:tabLst>
            </a:pPr>
            <a:r>
              <a:rPr sz="3600" spc="85" dirty="0">
                <a:latin typeface="Tahoma"/>
                <a:cs typeface="Tahoma"/>
              </a:rPr>
              <a:t>Checking</a:t>
            </a:r>
            <a:r>
              <a:rPr sz="3600" spc="-155" dirty="0">
                <a:latin typeface="Tahoma"/>
                <a:cs typeface="Tahoma"/>
              </a:rPr>
              <a:t> </a:t>
            </a:r>
            <a:r>
              <a:rPr sz="3600" dirty="0">
                <a:latin typeface="Tahoma"/>
                <a:cs typeface="Tahoma"/>
              </a:rPr>
              <a:t>out</a:t>
            </a:r>
            <a:r>
              <a:rPr sz="3600" spc="-160" dirty="0">
                <a:latin typeface="Tahoma"/>
                <a:cs typeface="Tahoma"/>
              </a:rPr>
              <a:t> </a:t>
            </a:r>
            <a:r>
              <a:rPr sz="3600" dirty="0">
                <a:latin typeface="Tahoma"/>
                <a:cs typeface="Tahoma"/>
              </a:rPr>
              <a:t>the</a:t>
            </a:r>
            <a:r>
              <a:rPr sz="3600" spc="-150" dirty="0">
                <a:latin typeface="Tahoma"/>
                <a:cs typeface="Tahoma"/>
              </a:rPr>
              <a:t> </a:t>
            </a:r>
            <a:r>
              <a:rPr sz="3600" spc="-10" dirty="0">
                <a:latin typeface="Tahoma"/>
                <a:cs typeface="Tahoma"/>
              </a:rPr>
              <a:t>branch</a:t>
            </a:r>
            <a:endParaRPr sz="3600">
              <a:latin typeface="Tahoma"/>
              <a:cs typeface="Tahoma"/>
            </a:endParaRPr>
          </a:p>
          <a:p>
            <a:pPr marL="1811655">
              <a:lnSpc>
                <a:spcPct val="100000"/>
              </a:lnSpc>
              <a:spcBef>
                <a:spcPts val="3175"/>
              </a:spcBef>
            </a:pPr>
            <a:r>
              <a:rPr sz="3000" b="1" dirty="0">
                <a:solidFill>
                  <a:srgbClr val="0365C0"/>
                </a:solidFill>
                <a:latin typeface="Courier New"/>
                <a:cs typeface="Courier New"/>
              </a:rPr>
              <a:t>git</a:t>
            </a:r>
            <a:r>
              <a:rPr sz="3000" b="1" spc="-5" dirty="0">
                <a:solidFill>
                  <a:srgbClr val="0365C0"/>
                </a:solidFill>
                <a:latin typeface="Courier New"/>
                <a:cs typeface="Courier New"/>
              </a:rPr>
              <a:t> </a:t>
            </a:r>
            <a:r>
              <a:rPr sz="3000" b="1" dirty="0">
                <a:solidFill>
                  <a:srgbClr val="0365C0"/>
                </a:solidFill>
                <a:latin typeface="Courier New"/>
                <a:cs typeface="Courier New"/>
              </a:rPr>
              <a:t>checkout</a:t>
            </a:r>
            <a:r>
              <a:rPr sz="3000" b="1" spc="-5" dirty="0">
                <a:solidFill>
                  <a:srgbClr val="0365C0"/>
                </a:solidFill>
                <a:latin typeface="Courier New"/>
                <a:cs typeface="Courier New"/>
              </a:rPr>
              <a:t> </a:t>
            </a:r>
            <a:r>
              <a:rPr sz="3000" b="1" dirty="0">
                <a:solidFill>
                  <a:srgbClr val="0365C0"/>
                </a:solidFill>
                <a:latin typeface="Courier New"/>
                <a:cs typeface="Courier New"/>
              </a:rPr>
              <a:t>[branch</a:t>
            </a:r>
            <a:r>
              <a:rPr sz="3000" b="1" spc="-5" dirty="0">
                <a:solidFill>
                  <a:srgbClr val="0365C0"/>
                </a:solidFill>
                <a:latin typeface="Courier New"/>
                <a:cs typeface="Courier New"/>
              </a:rPr>
              <a:t> </a:t>
            </a:r>
            <a:r>
              <a:rPr sz="3000" b="1" spc="-10" dirty="0">
                <a:solidFill>
                  <a:srgbClr val="0365C0"/>
                </a:solidFill>
                <a:latin typeface="Courier New"/>
                <a:cs typeface="Courier New"/>
              </a:rPr>
              <a:t>name]</a:t>
            </a:r>
            <a:endParaRPr sz="3000">
              <a:latin typeface="Courier New"/>
              <a:cs typeface="Courier New"/>
            </a:endParaRPr>
          </a:p>
        </p:txBody>
      </p:sp>
      <p:sp>
        <p:nvSpPr>
          <p:cNvPr id="3" name="object 3"/>
          <p:cNvSpPr txBox="1">
            <a:spLocks noGrp="1"/>
          </p:cNvSpPr>
          <p:nvPr>
            <p:ph type="title"/>
          </p:nvPr>
        </p:nvSpPr>
        <p:spPr>
          <a:prstGeom prst="rect">
            <a:avLst/>
          </a:prstGeom>
        </p:spPr>
        <p:txBody>
          <a:bodyPr vert="horz" wrap="square" lIns="0" tIns="217039" rIns="0" bIns="0" rtlCol="0">
            <a:spAutoFit/>
          </a:bodyPr>
          <a:lstStyle/>
          <a:p>
            <a:pPr marL="1788795">
              <a:lnSpc>
                <a:spcPct val="100000"/>
              </a:lnSpc>
              <a:spcBef>
                <a:spcPts val="100"/>
              </a:spcBef>
            </a:pPr>
            <a:r>
              <a:rPr spc="155" dirty="0"/>
              <a:t>Git</a:t>
            </a:r>
            <a:r>
              <a:rPr spc="-290" dirty="0"/>
              <a:t> </a:t>
            </a:r>
            <a:r>
              <a:rPr spc="190" dirty="0"/>
              <a:t>commands</a:t>
            </a:r>
            <a:r>
              <a:rPr spc="-280" dirty="0"/>
              <a:t> </a:t>
            </a:r>
            <a:r>
              <a:rPr spc="-490" dirty="0"/>
              <a:t>(1/2)</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39</a:t>
            </a:fld>
            <a:endParaRPr spc="-25" dirty="0"/>
          </a:p>
        </p:txBody>
      </p:sp>
      <p:sp>
        <p:nvSpPr>
          <p:cNvPr id="2" name="object 2"/>
          <p:cNvSpPr txBox="1"/>
          <p:nvPr/>
        </p:nvSpPr>
        <p:spPr>
          <a:xfrm>
            <a:off x="977900" y="2612644"/>
            <a:ext cx="8225790" cy="4441190"/>
          </a:xfrm>
          <a:prstGeom prst="rect">
            <a:avLst/>
          </a:prstGeom>
        </p:spPr>
        <p:txBody>
          <a:bodyPr vert="horz" wrap="square" lIns="0" tIns="12700" rIns="0" bIns="0" rtlCol="0">
            <a:spAutoFit/>
          </a:bodyPr>
          <a:lstStyle/>
          <a:p>
            <a:pPr marL="412115" indent="-399415">
              <a:lnSpc>
                <a:spcPct val="100000"/>
              </a:lnSpc>
              <a:spcBef>
                <a:spcPts val="100"/>
              </a:spcBef>
              <a:buSzPct val="75000"/>
              <a:buChar char="•"/>
              <a:tabLst>
                <a:tab pos="412115" algn="l"/>
              </a:tabLst>
            </a:pPr>
            <a:r>
              <a:rPr sz="3200" dirty="0">
                <a:latin typeface="Tahoma"/>
                <a:cs typeface="Tahoma"/>
              </a:rPr>
              <a:t>Merging</a:t>
            </a:r>
            <a:r>
              <a:rPr sz="3200" spc="135" dirty="0">
                <a:latin typeface="Tahoma"/>
                <a:cs typeface="Tahoma"/>
              </a:rPr>
              <a:t> </a:t>
            </a:r>
            <a:r>
              <a:rPr sz="3200" spc="45" dirty="0">
                <a:latin typeface="Tahoma"/>
                <a:cs typeface="Tahoma"/>
              </a:rPr>
              <a:t>steps</a:t>
            </a:r>
            <a:endParaRPr sz="3200">
              <a:latin typeface="Tahoma"/>
              <a:cs typeface="Tahoma"/>
            </a:endParaRPr>
          </a:p>
          <a:p>
            <a:pPr>
              <a:lnSpc>
                <a:spcPct val="100000"/>
              </a:lnSpc>
              <a:spcBef>
                <a:spcPts val="320"/>
              </a:spcBef>
              <a:buFont typeface="Tahoma"/>
              <a:buChar char="•"/>
            </a:pPr>
            <a:endParaRPr sz="3200">
              <a:latin typeface="Tahoma"/>
              <a:cs typeface="Tahoma"/>
            </a:endParaRPr>
          </a:p>
          <a:p>
            <a:pPr marL="1345565" lvl="1" indent="-443865">
              <a:lnSpc>
                <a:spcPct val="100000"/>
              </a:lnSpc>
              <a:buSzPct val="75000"/>
              <a:buChar char="•"/>
              <a:tabLst>
                <a:tab pos="1345565" algn="l"/>
              </a:tabLst>
            </a:pPr>
            <a:r>
              <a:rPr sz="3600" spc="85" dirty="0">
                <a:latin typeface="Tahoma"/>
                <a:cs typeface="Tahoma"/>
              </a:rPr>
              <a:t>Checking</a:t>
            </a:r>
            <a:r>
              <a:rPr sz="3600" spc="-95" dirty="0">
                <a:latin typeface="Tahoma"/>
                <a:cs typeface="Tahoma"/>
              </a:rPr>
              <a:t> </a:t>
            </a:r>
            <a:r>
              <a:rPr sz="3600" dirty="0">
                <a:latin typeface="Tahoma"/>
                <a:cs typeface="Tahoma"/>
              </a:rPr>
              <a:t>out</a:t>
            </a:r>
            <a:r>
              <a:rPr sz="3600" spc="-100" dirty="0">
                <a:latin typeface="Tahoma"/>
                <a:cs typeface="Tahoma"/>
              </a:rPr>
              <a:t> </a:t>
            </a:r>
            <a:r>
              <a:rPr sz="3600" dirty="0">
                <a:latin typeface="Tahoma"/>
                <a:cs typeface="Tahoma"/>
              </a:rPr>
              <a:t>a</a:t>
            </a:r>
            <a:r>
              <a:rPr sz="3600" spc="-90" dirty="0">
                <a:latin typeface="Tahoma"/>
                <a:cs typeface="Tahoma"/>
              </a:rPr>
              <a:t> </a:t>
            </a:r>
            <a:r>
              <a:rPr sz="3600" dirty="0">
                <a:latin typeface="Tahoma"/>
                <a:cs typeface="Tahoma"/>
              </a:rPr>
              <a:t>branch</a:t>
            </a:r>
            <a:r>
              <a:rPr sz="3600" spc="-95" dirty="0">
                <a:latin typeface="Tahoma"/>
                <a:cs typeface="Tahoma"/>
              </a:rPr>
              <a:t> </a:t>
            </a:r>
            <a:r>
              <a:rPr sz="3600" dirty="0">
                <a:latin typeface="Tahoma"/>
                <a:cs typeface="Tahoma"/>
              </a:rPr>
              <a:t>to</a:t>
            </a:r>
            <a:r>
              <a:rPr sz="3600" spc="-90" dirty="0">
                <a:latin typeface="Tahoma"/>
                <a:cs typeface="Tahoma"/>
              </a:rPr>
              <a:t> </a:t>
            </a:r>
            <a:r>
              <a:rPr sz="3600" spc="-10" dirty="0">
                <a:latin typeface="Tahoma"/>
                <a:cs typeface="Tahoma"/>
              </a:rPr>
              <a:t>merge</a:t>
            </a:r>
            <a:endParaRPr sz="3600">
              <a:latin typeface="Tahoma"/>
              <a:cs typeface="Tahoma"/>
            </a:endParaRPr>
          </a:p>
          <a:p>
            <a:pPr lvl="1">
              <a:lnSpc>
                <a:spcPct val="100000"/>
              </a:lnSpc>
              <a:spcBef>
                <a:spcPts val="420"/>
              </a:spcBef>
              <a:buFont typeface="Tahoma"/>
              <a:buChar char="•"/>
            </a:pPr>
            <a:endParaRPr sz="3600">
              <a:latin typeface="Tahoma"/>
              <a:cs typeface="Tahoma"/>
            </a:endParaRPr>
          </a:p>
          <a:p>
            <a:pPr marL="1811655">
              <a:lnSpc>
                <a:spcPct val="100000"/>
              </a:lnSpc>
            </a:pPr>
            <a:r>
              <a:rPr sz="3000" b="1" dirty="0">
                <a:solidFill>
                  <a:srgbClr val="0365C0"/>
                </a:solidFill>
                <a:latin typeface="Courier New"/>
                <a:cs typeface="Courier New"/>
              </a:rPr>
              <a:t>git</a:t>
            </a:r>
            <a:r>
              <a:rPr sz="3000" b="1" spc="-5" dirty="0">
                <a:solidFill>
                  <a:srgbClr val="0365C0"/>
                </a:solidFill>
                <a:latin typeface="Courier New"/>
                <a:cs typeface="Courier New"/>
              </a:rPr>
              <a:t> </a:t>
            </a:r>
            <a:r>
              <a:rPr sz="3000" b="1" dirty="0">
                <a:solidFill>
                  <a:srgbClr val="0365C0"/>
                </a:solidFill>
                <a:latin typeface="Courier New"/>
                <a:cs typeface="Courier New"/>
              </a:rPr>
              <a:t>checkout</a:t>
            </a:r>
            <a:r>
              <a:rPr sz="3000" b="1" spc="-5" dirty="0">
                <a:solidFill>
                  <a:srgbClr val="0365C0"/>
                </a:solidFill>
                <a:latin typeface="Courier New"/>
                <a:cs typeface="Courier New"/>
              </a:rPr>
              <a:t> </a:t>
            </a:r>
            <a:r>
              <a:rPr sz="3000" b="1" dirty="0">
                <a:solidFill>
                  <a:srgbClr val="0365C0"/>
                </a:solidFill>
                <a:latin typeface="Courier New"/>
                <a:cs typeface="Courier New"/>
              </a:rPr>
              <a:t>[branch</a:t>
            </a:r>
            <a:r>
              <a:rPr sz="3000" b="1" spc="-5" dirty="0">
                <a:solidFill>
                  <a:srgbClr val="0365C0"/>
                </a:solidFill>
                <a:latin typeface="Courier New"/>
                <a:cs typeface="Courier New"/>
              </a:rPr>
              <a:t> </a:t>
            </a:r>
            <a:r>
              <a:rPr sz="3000" b="1" dirty="0">
                <a:solidFill>
                  <a:srgbClr val="0365C0"/>
                </a:solidFill>
                <a:latin typeface="Courier New"/>
                <a:cs typeface="Courier New"/>
              </a:rPr>
              <a:t>1</a:t>
            </a:r>
            <a:r>
              <a:rPr sz="3000" b="1" spc="-5" dirty="0">
                <a:solidFill>
                  <a:srgbClr val="0365C0"/>
                </a:solidFill>
                <a:latin typeface="Courier New"/>
                <a:cs typeface="Courier New"/>
              </a:rPr>
              <a:t> </a:t>
            </a:r>
            <a:r>
              <a:rPr sz="3000" b="1" spc="-10" dirty="0">
                <a:solidFill>
                  <a:srgbClr val="0365C0"/>
                </a:solidFill>
                <a:latin typeface="Courier New"/>
                <a:cs typeface="Courier New"/>
              </a:rPr>
              <a:t>name]</a:t>
            </a:r>
            <a:endParaRPr sz="3000">
              <a:latin typeface="Courier New"/>
              <a:cs typeface="Courier New"/>
            </a:endParaRPr>
          </a:p>
          <a:p>
            <a:pPr marL="1345565" lvl="1" indent="-443865">
              <a:lnSpc>
                <a:spcPct val="100000"/>
              </a:lnSpc>
              <a:spcBef>
                <a:spcPts val="2955"/>
              </a:spcBef>
              <a:buSzPct val="75000"/>
              <a:buChar char="•"/>
              <a:tabLst>
                <a:tab pos="1345565" algn="l"/>
              </a:tabLst>
            </a:pPr>
            <a:r>
              <a:rPr sz="3600" dirty="0">
                <a:latin typeface="Tahoma"/>
                <a:cs typeface="Tahoma"/>
              </a:rPr>
              <a:t>Merging</a:t>
            </a:r>
            <a:r>
              <a:rPr sz="3600" spc="-20" dirty="0">
                <a:latin typeface="Tahoma"/>
                <a:cs typeface="Tahoma"/>
              </a:rPr>
              <a:t> </a:t>
            </a:r>
            <a:r>
              <a:rPr sz="3600" dirty="0">
                <a:latin typeface="Tahoma"/>
                <a:cs typeface="Tahoma"/>
              </a:rPr>
              <a:t>another</a:t>
            </a:r>
            <a:r>
              <a:rPr sz="3600" spc="-15" dirty="0">
                <a:latin typeface="Tahoma"/>
                <a:cs typeface="Tahoma"/>
              </a:rPr>
              <a:t> </a:t>
            </a:r>
            <a:r>
              <a:rPr sz="3600" spc="-10" dirty="0">
                <a:latin typeface="Tahoma"/>
                <a:cs typeface="Tahoma"/>
              </a:rPr>
              <a:t>branch</a:t>
            </a:r>
            <a:endParaRPr sz="3600">
              <a:latin typeface="Tahoma"/>
              <a:cs typeface="Tahoma"/>
            </a:endParaRPr>
          </a:p>
          <a:p>
            <a:pPr marL="1811655">
              <a:lnSpc>
                <a:spcPct val="100000"/>
              </a:lnSpc>
              <a:spcBef>
                <a:spcPts val="3185"/>
              </a:spcBef>
            </a:pPr>
            <a:r>
              <a:rPr sz="3000" b="1" dirty="0">
                <a:solidFill>
                  <a:srgbClr val="0365C0"/>
                </a:solidFill>
                <a:latin typeface="Courier New"/>
                <a:cs typeface="Courier New"/>
              </a:rPr>
              <a:t>git</a:t>
            </a:r>
            <a:r>
              <a:rPr sz="3000" b="1" spc="-5" dirty="0">
                <a:solidFill>
                  <a:srgbClr val="0365C0"/>
                </a:solidFill>
                <a:latin typeface="Courier New"/>
                <a:cs typeface="Courier New"/>
              </a:rPr>
              <a:t> </a:t>
            </a:r>
            <a:r>
              <a:rPr sz="3000" b="1" dirty="0">
                <a:solidFill>
                  <a:srgbClr val="0365C0"/>
                </a:solidFill>
                <a:latin typeface="Courier New"/>
                <a:cs typeface="Courier New"/>
              </a:rPr>
              <a:t>merge</a:t>
            </a:r>
            <a:r>
              <a:rPr sz="3000" b="1" spc="-5" dirty="0">
                <a:solidFill>
                  <a:srgbClr val="0365C0"/>
                </a:solidFill>
                <a:latin typeface="Courier New"/>
                <a:cs typeface="Courier New"/>
              </a:rPr>
              <a:t> </a:t>
            </a:r>
            <a:r>
              <a:rPr sz="3000" b="1" dirty="0">
                <a:solidFill>
                  <a:srgbClr val="0365C0"/>
                </a:solidFill>
                <a:latin typeface="Courier New"/>
                <a:cs typeface="Courier New"/>
              </a:rPr>
              <a:t>[branch</a:t>
            </a:r>
            <a:r>
              <a:rPr sz="3000" b="1" spc="-5" dirty="0">
                <a:solidFill>
                  <a:srgbClr val="0365C0"/>
                </a:solidFill>
                <a:latin typeface="Courier New"/>
                <a:cs typeface="Courier New"/>
              </a:rPr>
              <a:t> </a:t>
            </a:r>
            <a:r>
              <a:rPr sz="3000" b="1" dirty="0">
                <a:solidFill>
                  <a:srgbClr val="0365C0"/>
                </a:solidFill>
                <a:latin typeface="Courier New"/>
                <a:cs typeface="Courier New"/>
              </a:rPr>
              <a:t>2</a:t>
            </a:r>
            <a:r>
              <a:rPr sz="3000" b="1" spc="-5" dirty="0">
                <a:solidFill>
                  <a:srgbClr val="0365C0"/>
                </a:solidFill>
                <a:latin typeface="Courier New"/>
                <a:cs typeface="Courier New"/>
              </a:rPr>
              <a:t> </a:t>
            </a:r>
            <a:r>
              <a:rPr sz="3000" b="1" spc="-10" dirty="0">
                <a:solidFill>
                  <a:srgbClr val="0365C0"/>
                </a:solidFill>
                <a:latin typeface="Courier New"/>
                <a:cs typeface="Courier New"/>
              </a:rPr>
              <a:t>name]</a:t>
            </a:r>
            <a:endParaRPr sz="3000">
              <a:latin typeface="Courier New"/>
              <a:cs typeface="Courier New"/>
            </a:endParaRPr>
          </a:p>
        </p:txBody>
      </p:sp>
      <p:sp>
        <p:nvSpPr>
          <p:cNvPr id="3" name="object 3"/>
          <p:cNvSpPr txBox="1">
            <a:spLocks noGrp="1"/>
          </p:cNvSpPr>
          <p:nvPr>
            <p:ph type="title"/>
          </p:nvPr>
        </p:nvSpPr>
        <p:spPr>
          <a:prstGeom prst="rect">
            <a:avLst/>
          </a:prstGeom>
        </p:spPr>
        <p:txBody>
          <a:bodyPr vert="horz" wrap="square" lIns="0" tIns="217039" rIns="0" bIns="0" rtlCol="0">
            <a:spAutoFit/>
          </a:bodyPr>
          <a:lstStyle/>
          <a:p>
            <a:pPr marL="1788795">
              <a:lnSpc>
                <a:spcPct val="100000"/>
              </a:lnSpc>
              <a:spcBef>
                <a:spcPts val="100"/>
              </a:spcBef>
            </a:pPr>
            <a:r>
              <a:rPr spc="155" dirty="0"/>
              <a:t>Git</a:t>
            </a:r>
            <a:r>
              <a:rPr spc="-290" dirty="0"/>
              <a:t> </a:t>
            </a:r>
            <a:r>
              <a:rPr spc="190" dirty="0"/>
              <a:t>commands</a:t>
            </a:r>
            <a:r>
              <a:rPr spc="-280" dirty="0"/>
              <a:t> </a:t>
            </a:r>
            <a:r>
              <a:rPr spc="-490" dirty="0"/>
              <a:t>(2/2)</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40</a:t>
            </a:fld>
            <a:endParaRPr spc="-25" dirty="0"/>
          </a:p>
        </p:txBody>
      </p:sp>
      <p:sp>
        <p:nvSpPr>
          <p:cNvPr id="2" name="object 2"/>
          <p:cNvSpPr txBox="1">
            <a:spLocks noGrp="1"/>
          </p:cNvSpPr>
          <p:nvPr>
            <p:ph type="title"/>
          </p:nvPr>
        </p:nvSpPr>
        <p:spPr>
          <a:prstGeom prst="rect">
            <a:avLst/>
          </a:prstGeom>
        </p:spPr>
        <p:txBody>
          <a:bodyPr vert="horz" wrap="square" lIns="0" tIns="496439" rIns="0" bIns="0" rtlCol="0">
            <a:spAutoFit/>
          </a:bodyPr>
          <a:lstStyle/>
          <a:p>
            <a:pPr marL="4186554">
              <a:lnSpc>
                <a:spcPct val="100000"/>
              </a:lnSpc>
              <a:spcBef>
                <a:spcPts val="100"/>
              </a:spcBef>
            </a:pPr>
            <a:r>
              <a:rPr spc="130" dirty="0"/>
              <a:t>scenario</a:t>
            </a:r>
          </a:p>
        </p:txBody>
      </p:sp>
      <p:sp>
        <p:nvSpPr>
          <p:cNvPr id="3" name="object 3"/>
          <p:cNvSpPr txBox="1"/>
          <p:nvPr/>
        </p:nvSpPr>
        <p:spPr>
          <a:xfrm>
            <a:off x="1130300" y="2620136"/>
            <a:ext cx="10459720" cy="2219960"/>
          </a:xfrm>
          <a:prstGeom prst="rect">
            <a:avLst/>
          </a:prstGeom>
        </p:spPr>
        <p:txBody>
          <a:bodyPr vert="horz" wrap="square" lIns="0" tIns="12700" rIns="0" bIns="0" rtlCol="0">
            <a:spAutoFit/>
          </a:bodyPr>
          <a:lstStyle/>
          <a:p>
            <a:pPr marL="327025" marR="5080" indent="-314325">
              <a:lnSpc>
                <a:spcPct val="100000"/>
              </a:lnSpc>
              <a:spcBef>
                <a:spcPts val="100"/>
              </a:spcBef>
              <a:buSzPct val="37500"/>
              <a:buChar char="•"/>
              <a:tabLst>
                <a:tab pos="327025" algn="l"/>
              </a:tabLst>
            </a:pPr>
            <a:r>
              <a:rPr sz="3600" spc="75" dirty="0">
                <a:latin typeface="Tahoma"/>
                <a:cs typeface="Tahoma"/>
              </a:rPr>
              <a:t>Assume</a:t>
            </a:r>
            <a:r>
              <a:rPr sz="3600" spc="-114" dirty="0">
                <a:latin typeface="Tahoma"/>
                <a:cs typeface="Tahoma"/>
              </a:rPr>
              <a:t> </a:t>
            </a:r>
            <a:r>
              <a:rPr sz="3600" dirty="0">
                <a:latin typeface="Tahoma"/>
                <a:cs typeface="Tahoma"/>
              </a:rPr>
              <a:t>you</a:t>
            </a:r>
            <a:r>
              <a:rPr sz="3600" spc="-114" dirty="0">
                <a:latin typeface="Tahoma"/>
                <a:cs typeface="Tahoma"/>
              </a:rPr>
              <a:t> </a:t>
            </a:r>
            <a:r>
              <a:rPr sz="3600" dirty="0">
                <a:latin typeface="Tahoma"/>
                <a:cs typeface="Tahoma"/>
              </a:rPr>
              <a:t>are</a:t>
            </a:r>
            <a:r>
              <a:rPr sz="3600" spc="-114" dirty="0">
                <a:latin typeface="Tahoma"/>
                <a:cs typeface="Tahoma"/>
              </a:rPr>
              <a:t> </a:t>
            </a:r>
            <a:r>
              <a:rPr sz="3600" dirty="0">
                <a:latin typeface="Tahoma"/>
                <a:cs typeface="Tahoma"/>
              </a:rPr>
              <a:t>working</a:t>
            </a:r>
            <a:r>
              <a:rPr sz="3600" spc="-114" dirty="0">
                <a:latin typeface="Tahoma"/>
                <a:cs typeface="Tahoma"/>
              </a:rPr>
              <a:t> </a:t>
            </a:r>
            <a:r>
              <a:rPr sz="3600" dirty="0">
                <a:latin typeface="Tahoma"/>
                <a:cs typeface="Tahoma"/>
              </a:rPr>
              <a:t>on</a:t>
            </a:r>
            <a:r>
              <a:rPr sz="3600" spc="-114" dirty="0">
                <a:latin typeface="Tahoma"/>
                <a:cs typeface="Tahoma"/>
              </a:rPr>
              <a:t> </a:t>
            </a:r>
            <a:r>
              <a:rPr sz="3600" dirty="0">
                <a:latin typeface="Tahoma"/>
                <a:cs typeface="Tahoma"/>
              </a:rPr>
              <a:t>a</a:t>
            </a:r>
            <a:r>
              <a:rPr sz="3600" spc="-114" dirty="0">
                <a:latin typeface="Tahoma"/>
                <a:cs typeface="Tahoma"/>
              </a:rPr>
              <a:t> </a:t>
            </a:r>
            <a:r>
              <a:rPr sz="3600" dirty="0">
                <a:latin typeface="Tahoma"/>
                <a:cs typeface="Tahoma"/>
              </a:rPr>
              <a:t>new</a:t>
            </a:r>
            <a:r>
              <a:rPr sz="3600" spc="-114" dirty="0">
                <a:latin typeface="Tahoma"/>
                <a:cs typeface="Tahoma"/>
              </a:rPr>
              <a:t> </a:t>
            </a:r>
            <a:r>
              <a:rPr sz="3600" spc="-20" dirty="0">
                <a:latin typeface="Tahoma"/>
                <a:cs typeface="Tahoma"/>
              </a:rPr>
              <a:t>feature</a:t>
            </a:r>
            <a:r>
              <a:rPr sz="3600" spc="-114" dirty="0">
                <a:latin typeface="Tahoma"/>
                <a:cs typeface="Tahoma"/>
              </a:rPr>
              <a:t> </a:t>
            </a:r>
            <a:r>
              <a:rPr sz="3600" dirty="0">
                <a:latin typeface="Tahoma"/>
                <a:cs typeface="Tahoma"/>
              </a:rPr>
              <a:t>in</a:t>
            </a:r>
            <a:r>
              <a:rPr sz="3600" spc="-114" dirty="0">
                <a:latin typeface="Tahoma"/>
                <a:cs typeface="Tahoma"/>
              </a:rPr>
              <a:t> </a:t>
            </a:r>
            <a:r>
              <a:rPr sz="3600" dirty="0">
                <a:latin typeface="Tahoma"/>
                <a:cs typeface="Tahoma"/>
              </a:rPr>
              <a:t>a</a:t>
            </a:r>
            <a:r>
              <a:rPr sz="3600" spc="-114" dirty="0">
                <a:latin typeface="Tahoma"/>
                <a:cs typeface="Tahoma"/>
              </a:rPr>
              <a:t> </a:t>
            </a:r>
            <a:r>
              <a:rPr sz="3600" spc="40" dirty="0">
                <a:latin typeface="Tahoma"/>
                <a:cs typeface="Tahoma"/>
              </a:rPr>
              <a:t>Git </a:t>
            </a:r>
            <a:r>
              <a:rPr sz="3600" dirty="0">
                <a:latin typeface="Tahoma"/>
                <a:cs typeface="Tahoma"/>
              </a:rPr>
              <a:t>repository</a:t>
            </a:r>
            <a:r>
              <a:rPr sz="3600" spc="-85" dirty="0">
                <a:latin typeface="Tahoma"/>
                <a:cs typeface="Tahoma"/>
              </a:rPr>
              <a:t> </a:t>
            </a:r>
            <a:r>
              <a:rPr sz="3600" spc="55" dirty="0">
                <a:latin typeface="Tahoma"/>
                <a:cs typeface="Tahoma"/>
              </a:rPr>
              <a:t>and</a:t>
            </a:r>
            <a:r>
              <a:rPr sz="3600" spc="-90" dirty="0">
                <a:latin typeface="Tahoma"/>
                <a:cs typeface="Tahoma"/>
              </a:rPr>
              <a:t> </a:t>
            </a:r>
            <a:r>
              <a:rPr sz="3600" dirty="0">
                <a:latin typeface="Tahoma"/>
                <a:cs typeface="Tahoma"/>
              </a:rPr>
              <a:t>want</a:t>
            </a:r>
            <a:r>
              <a:rPr sz="3600" spc="-90" dirty="0">
                <a:latin typeface="Tahoma"/>
                <a:cs typeface="Tahoma"/>
              </a:rPr>
              <a:t> </a:t>
            </a:r>
            <a:r>
              <a:rPr sz="3600" dirty="0">
                <a:latin typeface="Tahoma"/>
                <a:cs typeface="Tahoma"/>
              </a:rPr>
              <a:t>to</a:t>
            </a:r>
            <a:r>
              <a:rPr sz="3600" spc="-85" dirty="0">
                <a:latin typeface="Tahoma"/>
                <a:cs typeface="Tahoma"/>
              </a:rPr>
              <a:t> </a:t>
            </a:r>
            <a:r>
              <a:rPr sz="3600" dirty="0">
                <a:latin typeface="Tahoma"/>
                <a:cs typeface="Tahoma"/>
              </a:rPr>
              <a:t>create</a:t>
            </a:r>
            <a:r>
              <a:rPr sz="3600" spc="-85" dirty="0">
                <a:latin typeface="Tahoma"/>
                <a:cs typeface="Tahoma"/>
              </a:rPr>
              <a:t> </a:t>
            </a:r>
            <a:r>
              <a:rPr sz="3600" dirty="0">
                <a:latin typeface="Tahoma"/>
                <a:cs typeface="Tahoma"/>
              </a:rPr>
              <a:t>a</a:t>
            </a:r>
            <a:r>
              <a:rPr sz="3600" spc="-85" dirty="0">
                <a:latin typeface="Tahoma"/>
                <a:cs typeface="Tahoma"/>
              </a:rPr>
              <a:t> </a:t>
            </a:r>
            <a:r>
              <a:rPr sz="3600" dirty="0">
                <a:latin typeface="Tahoma"/>
                <a:cs typeface="Tahoma"/>
              </a:rPr>
              <a:t>separate</a:t>
            </a:r>
            <a:r>
              <a:rPr sz="3600" spc="-80" dirty="0">
                <a:latin typeface="Tahoma"/>
                <a:cs typeface="Tahoma"/>
              </a:rPr>
              <a:t> </a:t>
            </a:r>
            <a:r>
              <a:rPr sz="3600" spc="-10" dirty="0">
                <a:latin typeface="Tahoma"/>
                <a:cs typeface="Tahoma"/>
              </a:rPr>
              <a:t>branch </a:t>
            </a:r>
            <a:r>
              <a:rPr sz="3600" dirty="0">
                <a:latin typeface="Tahoma"/>
                <a:cs typeface="Tahoma"/>
              </a:rPr>
              <a:t>work</a:t>
            </a:r>
            <a:r>
              <a:rPr sz="3600" spc="-160" dirty="0">
                <a:latin typeface="Tahoma"/>
                <a:cs typeface="Tahoma"/>
              </a:rPr>
              <a:t> </a:t>
            </a:r>
            <a:r>
              <a:rPr sz="3600" dirty="0">
                <a:latin typeface="Tahoma"/>
                <a:cs typeface="Tahoma"/>
              </a:rPr>
              <a:t>on</a:t>
            </a:r>
            <a:r>
              <a:rPr sz="3600" spc="-160" dirty="0">
                <a:latin typeface="Tahoma"/>
                <a:cs typeface="Tahoma"/>
              </a:rPr>
              <a:t> </a:t>
            </a:r>
            <a:r>
              <a:rPr sz="3600" dirty="0">
                <a:latin typeface="Tahoma"/>
                <a:cs typeface="Tahoma"/>
              </a:rPr>
              <a:t>it</a:t>
            </a:r>
            <a:r>
              <a:rPr sz="3600" spc="-165" dirty="0">
                <a:latin typeface="Tahoma"/>
                <a:cs typeface="Tahoma"/>
              </a:rPr>
              <a:t> </a:t>
            </a:r>
            <a:r>
              <a:rPr sz="3600" spc="55" dirty="0">
                <a:latin typeface="Tahoma"/>
                <a:cs typeface="Tahoma"/>
              </a:rPr>
              <a:t>and</a:t>
            </a:r>
            <a:r>
              <a:rPr sz="3600" spc="-165" dirty="0">
                <a:latin typeface="Tahoma"/>
                <a:cs typeface="Tahoma"/>
              </a:rPr>
              <a:t> </a:t>
            </a:r>
            <a:r>
              <a:rPr sz="3600" dirty="0">
                <a:latin typeface="Tahoma"/>
                <a:cs typeface="Tahoma"/>
              </a:rPr>
              <a:t>then</a:t>
            </a:r>
            <a:r>
              <a:rPr sz="3600" spc="-160" dirty="0">
                <a:latin typeface="Tahoma"/>
                <a:cs typeface="Tahoma"/>
              </a:rPr>
              <a:t> </a:t>
            </a:r>
            <a:r>
              <a:rPr sz="3600" dirty="0">
                <a:latin typeface="Tahoma"/>
                <a:cs typeface="Tahoma"/>
              </a:rPr>
              <a:t>merge</a:t>
            </a:r>
            <a:r>
              <a:rPr sz="3600" spc="-155" dirty="0">
                <a:latin typeface="Tahoma"/>
                <a:cs typeface="Tahoma"/>
              </a:rPr>
              <a:t> </a:t>
            </a:r>
            <a:r>
              <a:rPr sz="3600" dirty="0">
                <a:latin typeface="Tahoma"/>
                <a:cs typeface="Tahoma"/>
              </a:rPr>
              <a:t>it</a:t>
            </a:r>
            <a:r>
              <a:rPr sz="3600" spc="-165" dirty="0">
                <a:latin typeface="Tahoma"/>
                <a:cs typeface="Tahoma"/>
              </a:rPr>
              <a:t> </a:t>
            </a:r>
            <a:r>
              <a:rPr sz="3600" spc="120" dirty="0">
                <a:latin typeface="Tahoma"/>
                <a:cs typeface="Tahoma"/>
              </a:rPr>
              <a:t>back</a:t>
            </a:r>
            <a:r>
              <a:rPr sz="3600" spc="-160" dirty="0">
                <a:latin typeface="Tahoma"/>
                <a:cs typeface="Tahoma"/>
              </a:rPr>
              <a:t> </a:t>
            </a:r>
            <a:r>
              <a:rPr sz="3600" dirty="0">
                <a:latin typeface="Tahoma"/>
                <a:cs typeface="Tahoma"/>
              </a:rPr>
              <a:t>into</a:t>
            </a:r>
            <a:r>
              <a:rPr sz="3600" spc="-160" dirty="0">
                <a:latin typeface="Tahoma"/>
                <a:cs typeface="Tahoma"/>
              </a:rPr>
              <a:t> </a:t>
            </a:r>
            <a:r>
              <a:rPr sz="3600" spc="-10" dirty="0">
                <a:latin typeface="Tahoma"/>
                <a:cs typeface="Tahoma"/>
              </a:rPr>
              <a:t>master branch</a:t>
            </a:r>
            <a:endParaRPr sz="3600">
              <a:latin typeface="Tahoma"/>
              <a:cs typeface="Tahoma"/>
            </a:endParaRPr>
          </a:p>
        </p:txBody>
      </p:sp>
      <p:sp>
        <p:nvSpPr>
          <p:cNvPr id="4" name="object 4"/>
          <p:cNvSpPr txBox="1"/>
          <p:nvPr/>
        </p:nvSpPr>
        <p:spPr>
          <a:xfrm>
            <a:off x="1130300" y="5633847"/>
            <a:ext cx="111125" cy="231140"/>
          </a:xfrm>
          <a:prstGeom prst="rect">
            <a:avLst/>
          </a:prstGeom>
        </p:spPr>
        <p:txBody>
          <a:bodyPr vert="horz" wrap="square" lIns="0" tIns="12700" rIns="0" bIns="0" rtlCol="0">
            <a:spAutoFit/>
          </a:bodyPr>
          <a:lstStyle/>
          <a:p>
            <a:pPr marL="12700">
              <a:lnSpc>
                <a:spcPct val="100000"/>
              </a:lnSpc>
              <a:spcBef>
                <a:spcPts val="100"/>
              </a:spcBef>
            </a:pPr>
            <a:r>
              <a:rPr sz="1350" spc="10" dirty="0">
                <a:latin typeface="Tahoma"/>
                <a:cs typeface="Tahoma"/>
              </a:rPr>
              <a:t>•</a:t>
            </a:r>
            <a:endParaRPr sz="1350">
              <a:latin typeface="Tahoma"/>
              <a:cs typeface="Tahom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35802" y="1284642"/>
            <a:ext cx="11889105" cy="7184390"/>
            <a:chOff x="735802" y="1284642"/>
            <a:chExt cx="11889105" cy="7184390"/>
          </a:xfrm>
        </p:grpSpPr>
        <p:pic>
          <p:nvPicPr>
            <p:cNvPr id="3" name="object 3"/>
            <p:cNvPicPr/>
            <p:nvPr/>
          </p:nvPicPr>
          <p:blipFill>
            <a:blip r:embed="rId2" cstate="print"/>
            <a:stretch>
              <a:fillRect/>
            </a:stretch>
          </p:blipFill>
          <p:spPr>
            <a:xfrm>
              <a:off x="735802" y="1284642"/>
              <a:ext cx="10725632" cy="6052250"/>
            </a:xfrm>
            <a:prstGeom prst="rect">
              <a:avLst/>
            </a:prstGeom>
          </p:spPr>
        </p:pic>
        <p:pic>
          <p:nvPicPr>
            <p:cNvPr id="4" name="object 4"/>
            <p:cNvPicPr/>
            <p:nvPr/>
          </p:nvPicPr>
          <p:blipFill>
            <a:blip r:embed="rId3" cstate="print"/>
            <a:stretch>
              <a:fillRect/>
            </a:stretch>
          </p:blipFill>
          <p:spPr>
            <a:xfrm>
              <a:off x="5504733" y="1879986"/>
              <a:ext cx="6522492" cy="2430781"/>
            </a:xfrm>
            <a:prstGeom prst="rect">
              <a:avLst/>
            </a:prstGeom>
          </p:spPr>
        </p:pic>
        <p:pic>
          <p:nvPicPr>
            <p:cNvPr id="5" name="object 5"/>
            <p:cNvPicPr/>
            <p:nvPr/>
          </p:nvPicPr>
          <p:blipFill>
            <a:blip r:embed="rId4" cstate="print"/>
            <a:stretch>
              <a:fillRect/>
            </a:stretch>
          </p:blipFill>
          <p:spPr>
            <a:xfrm>
              <a:off x="5236286" y="4134598"/>
              <a:ext cx="7388516" cy="4334359"/>
            </a:xfrm>
            <a:prstGeom prst="rect">
              <a:avLst/>
            </a:prstGeom>
          </p:spPr>
        </p:pic>
        <p:sp>
          <p:nvSpPr>
            <p:cNvPr id="6" name="object 6"/>
            <p:cNvSpPr/>
            <p:nvPr/>
          </p:nvSpPr>
          <p:spPr>
            <a:xfrm>
              <a:off x="1367328" y="3958413"/>
              <a:ext cx="3154680" cy="4389755"/>
            </a:xfrm>
            <a:custGeom>
              <a:avLst/>
              <a:gdLst/>
              <a:ahLst/>
              <a:cxnLst/>
              <a:rect l="l" t="t" r="r" b="b"/>
              <a:pathLst>
                <a:path w="3154679" h="4389755">
                  <a:moveTo>
                    <a:pt x="2628550" y="2678096"/>
                  </a:moveTo>
                  <a:lnTo>
                    <a:pt x="1839985" y="2678096"/>
                  </a:lnTo>
                  <a:lnTo>
                    <a:pt x="2790732" y="0"/>
                  </a:lnTo>
                  <a:lnTo>
                    <a:pt x="2628550" y="2678096"/>
                  </a:lnTo>
                  <a:close/>
                </a:path>
                <a:path w="3154679" h="4389755">
                  <a:moveTo>
                    <a:pt x="2869035" y="4389449"/>
                  </a:moveTo>
                  <a:lnTo>
                    <a:pt x="285225" y="4389449"/>
                  </a:lnTo>
                  <a:lnTo>
                    <a:pt x="238960" y="4385716"/>
                  </a:lnTo>
                  <a:lnTo>
                    <a:pt x="195072" y="4374908"/>
                  </a:lnTo>
                  <a:lnTo>
                    <a:pt x="154147" y="4357613"/>
                  </a:lnTo>
                  <a:lnTo>
                    <a:pt x="116775" y="4334417"/>
                  </a:lnTo>
                  <a:lnTo>
                    <a:pt x="83540" y="4305908"/>
                  </a:lnTo>
                  <a:lnTo>
                    <a:pt x="55031" y="4272674"/>
                  </a:lnTo>
                  <a:lnTo>
                    <a:pt x="31836" y="4235301"/>
                  </a:lnTo>
                  <a:lnTo>
                    <a:pt x="14540" y="4194377"/>
                  </a:lnTo>
                  <a:lnTo>
                    <a:pt x="3733" y="4150488"/>
                  </a:lnTo>
                  <a:lnTo>
                    <a:pt x="0" y="4104223"/>
                  </a:lnTo>
                  <a:lnTo>
                    <a:pt x="0" y="2963321"/>
                  </a:lnTo>
                  <a:lnTo>
                    <a:pt x="3622" y="2918433"/>
                  </a:lnTo>
                  <a:lnTo>
                    <a:pt x="14540" y="2873168"/>
                  </a:lnTo>
                  <a:lnTo>
                    <a:pt x="31836" y="2832244"/>
                  </a:lnTo>
                  <a:lnTo>
                    <a:pt x="55031" y="2794871"/>
                  </a:lnTo>
                  <a:lnTo>
                    <a:pt x="83540" y="2761636"/>
                  </a:lnTo>
                  <a:lnTo>
                    <a:pt x="116775" y="2733128"/>
                  </a:lnTo>
                  <a:lnTo>
                    <a:pt x="154147" y="2709932"/>
                  </a:lnTo>
                  <a:lnTo>
                    <a:pt x="195072" y="2692637"/>
                  </a:lnTo>
                  <a:lnTo>
                    <a:pt x="238960" y="2681829"/>
                  </a:lnTo>
                  <a:lnTo>
                    <a:pt x="285225" y="2678096"/>
                  </a:lnTo>
                  <a:lnTo>
                    <a:pt x="2869035" y="2678096"/>
                  </a:lnTo>
                  <a:lnTo>
                    <a:pt x="2913924" y="2681649"/>
                  </a:lnTo>
                  <a:lnTo>
                    <a:pt x="2957302" y="2692097"/>
                  </a:lnTo>
                  <a:lnTo>
                    <a:pt x="2998405" y="2709122"/>
                  </a:lnTo>
                  <a:lnTo>
                    <a:pt x="3036467" y="2732408"/>
                  </a:lnTo>
                  <a:lnTo>
                    <a:pt x="3070720" y="2761636"/>
                  </a:lnTo>
                  <a:lnTo>
                    <a:pt x="3099948" y="2795890"/>
                  </a:lnTo>
                  <a:lnTo>
                    <a:pt x="3123234" y="2833951"/>
                  </a:lnTo>
                  <a:lnTo>
                    <a:pt x="3140259" y="2875054"/>
                  </a:lnTo>
                  <a:lnTo>
                    <a:pt x="3150707" y="2918433"/>
                  </a:lnTo>
                  <a:lnTo>
                    <a:pt x="3154260" y="2963321"/>
                  </a:lnTo>
                  <a:lnTo>
                    <a:pt x="3154260" y="4104223"/>
                  </a:lnTo>
                  <a:lnTo>
                    <a:pt x="3150527" y="4150488"/>
                  </a:lnTo>
                  <a:lnTo>
                    <a:pt x="3139719" y="4194377"/>
                  </a:lnTo>
                  <a:lnTo>
                    <a:pt x="3122424" y="4235301"/>
                  </a:lnTo>
                  <a:lnTo>
                    <a:pt x="3099228" y="4272674"/>
                  </a:lnTo>
                  <a:lnTo>
                    <a:pt x="3070720" y="4305908"/>
                  </a:lnTo>
                  <a:lnTo>
                    <a:pt x="3037485" y="4334417"/>
                  </a:lnTo>
                  <a:lnTo>
                    <a:pt x="3000113" y="4357613"/>
                  </a:lnTo>
                  <a:lnTo>
                    <a:pt x="2959188" y="4374908"/>
                  </a:lnTo>
                  <a:lnTo>
                    <a:pt x="2915300" y="4385716"/>
                  </a:lnTo>
                  <a:lnTo>
                    <a:pt x="2869035" y="4389449"/>
                  </a:lnTo>
                  <a:close/>
                </a:path>
              </a:pathLst>
            </a:custGeom>
            <a:solidFill>
              <a:srgbClr val="C82506"/>
            </a:solidFill>
          </p:spPr>
          <p:txBody>
            <a:bodyPr wrap="square" lIns="0" tIns="0" rIns="0" bIns="0" rtlCol="0"/>
            <a:lstStyle/>
            <a:p>
              <a:endParaRPr/>
            </a:p>
          </p:txBody>
        </p:sp>
        <p:sp>
          <p:nvSpPr>
            <p:cNvPr id="7" name="object 7"/>
            <p:cNvSpPr/>
            <p:nvPr/>
          </p:nvSpPr>
          <p:spPr>
            <a:xfrm>
              <a:off x="1367328" y="3958413"/>
              <a:ext cx="3154680" cy="4389755"/>
            </a:xfrm>
            <a:custGeom>
              <a:avLst/>
              <a:gdLst/>
              <a:ahLst/>
              <a:cxnLst/>
              <a:rect l="l" t="t" r="r" b="b"/>
              <a:pathLst>
                <a:path w="3154679" h="4389755">
                  <a:moveTo>
                    <a:pt x="0" y="2963321"/>
                  </a:moveTo>
                  <a:lnTo>
                    <a:pt x="3733" y="2917056"/>
                  </a:lnTo>
                  <a:lnTo>
                    <a:pt x="14540" y="2873168"/>
                  </a:lnTo>
                  <a:lnTo>
                    <a:pt x="31836" y="2832244"/>
                  </a:lnTo>
                  <a:lnTo>
                    <a:pt x="55031" y="2794871"/>
                  </a:lnTo>
                  <a:lnTo>
                    <a:pt x="83540" y="2761636"/>
                  </a:lnTo>
                  <a:lnTo>
                    <a:pt x="116775" y="2733128"/>
                  </a:lnTo>
                  <a:lnTo>
                    <a:pt x="154147" y="2709932"/>
                  </a:lnTo>
                  <a:lnTo>
                    <a:pt x="195072" y="2692637"/>
                  </a:lnTo>
                  <a:lnTo>
                    <a:pt x="238960" y="2681829"/>
                  </a:lnTo>
                  <a:lnTo>
                    <a:pt x="285225" y="2678096"/>
                  </a:lnTo>
                  <a:lnTo>
                    <a:pt x="1839985" y="2678096"/>
                  </a:lnTo>
                  <a:lnTo>
                    <a:pt x="2790732" y="0"/>
                  </a:lnTo>
                  <a:lnTo>
                    <a:pt x="2628550" y="2678096"/>
                  </a:lnTo>
                  <a:lnTo>
                    <a:pt x="2869035" y="2678096"/>
                  </a:lnTo>
                  <a:lnTo>
                    <a:pt x="2913924" y="2681649"/>
                  </a:lnTo>
                  <a:lnTo>
                    <a:pt x="2957302" y="2692097"/>
                  </a:lnTo>
                  <a:lnTo>
                    <a:pt x="2998405" y="2709122"/>
                  </a:lnTo>
                  <a:lnTo>
                    <a:pt x="3036467" y="2732408"/>
                  </a:lnTo>
                  <a:lnTo>
                    <a:pt x="3070720" y="2761636"/>
                  </a:lnTo>
                  <a:lnTo>
                    <a:pt x="3099948" y="2795890"/>
                  </a:lnTo>
                  <a:lnTo>
                    <a:pt x="3123234" y="2833951"/>
                  </a:lnTo>
                  <a:lnTo>
                    <a:pt x="3140259" y="2875054"/>
                  </a:lnTo>
                  <a:lnTo>
                    <a:pt x="3150707" y="2918433"/>
                  </a:lnTo>
                  <a:lnTo>
                    <a:pt x="3154260" y="2963321"/>
                  </a:lnTo>
                  <a:lnTo>
                    <a:pt x="3154260" y="3391159"/>
                  </a:lnTo>
                  <a:lnTo>
                    <a:pt x="3154260" y="4104223"/>
                  </a:lnTo>
                  <a:lnTo>
                    <a:pt x="3150527" y="4150488"/>
                  </a:lnTo>
                  <a:lnTo>
                    <a:pt x="3139719" y="4194377"/>
                  </a:lnTo>
                  <a:lnTo>
                    <a:pt x="3122424" y="4235301"/>
                  </a:lnTo>
                  <a:lnTo>
                    <a:pt x="3099228" y="4272674"/>
                  </a:lnTo>
                  <a:lnTo>
                    <a:pt x="3070720" y="4305908"/>
                  </a:lnTo>
                  <a:lnTo>
                    <a:pt x="3037485" y="4334417"/>
                  </a:lnTo>
                  <a:lnTo>
                    <a:pt x="3000113" y="4357613"/>
                  </a:lnTo>
                  <a:lnTo>
                    <a:pt x="2959188" y="4374908"/>
                  </a:lnTo>
                  <a:lnTo>
                    <a:pt x="2915300" y="4385716"/>
                  </a:lnTo>
                  <a:lnTo>
                    <a:pt x="2869035" y="4389449"/>
                  </a:lnTo>
                  <a:lnTo>
                    <a:pt x="2628550" y="4389449"/>
                  </a:lnTo>
                  <a:lnTo>
                    <a:pt x="1839985" y="4389449"/>
                  </a:lnTo>
                  <a:lnTo>
                    <a:pt x="285225" y="4389449"/>
                  </a:lnTo>
                  <a:lnTo>
                    <a:pt x="238960" y="4385716"/>
                  </a:lnTo>
                  <a:lnTo>
                    <a:pt x="195072" y="4374908"/>
                  </a:lnTo>
                  <a:lnTo>
                    <a:pt x="154147" y="4357613"/>
                  </a:lnTo>
                  <a:lnTo>
                    <a:pt x="116775" y="4334417"/>
                  </a:lnTo>
                  <a:lnTo>
                    <a:pt x="83540" y="4305908"/>
                  </a:lnTo>
                  <a:lnTo>
                    <a:pt x="55031" y="4272674"/>
                  </a:lnTo>
                  <a:lnTo>
                    <a:pt x="31836" y="4235301"/>
                  </a:lnTo>
                  <a:lnTo>
                    <a:pt x="14540" y="4194377"/>
                  </a:lnTo>
                  <a:lnTo>
                    <a:pt x="3733" y="4150488"/>
                  </a:lnTo>
                  <a:lnTo>
                    <a:pt x="0" y="4104223"/>
                  </a:lnTo>
                  <a:lnTo>
                    <a:pt x="0" y="3391159"/>
                  </a:lnTo>
                  <a:lnTo>
                    <a:pt x="0" y="2963321"/>
                  </a:lnTo>
                  <a:close/>
                </a:path>
              </a:pathLst>
            </a:custGeom>
            <a:ln w="25399">
              <a:solidFill>
                <a:srgbClr val="540F02"/>
              </a:solidFill>
            </a:ln>
          </p:spPr>
          <p:txBody>
            <a:bodyPr wrap="square" lIns="0" tIns="0" rIns="0" bIns="0" rtlCol="0"/>
            <a:lstStyle/>
            <a:p>
              <a:endParaRPr/>
            </a:p>
          </p:txBody>
        </p:sp>
      </p:grpSp>
      <p:sp>
        <p:nvSpPr>
          <p:cNvPr id="8" name="object 8"/>
          <p:cNvSpPr txBox="1"/>
          <p:nvPr/>
        </p:nvSpPr>
        <p:spPr>
          <a:xfrm>
            <a:off x="1623112" y="7058862"/>
            <a:ext cx="2639695" cy="848360"/>
          </a:xfrm>
          <a:prstGeom prst="rect">
            <a:avLst/>
          </a:prstGeom>
        </p:spPr>
        <p:txBody>
          <a:bodyPr vert="horz" wrap="square" lIns="0" tIns="12700" rIns="0" bIns="0" rtlCol="0">
            <a:spAutoFit/>
          </a:bodyPr>
          <a:lstStyle/>
          <a:p>
            <a:pPr marL="81915" marR="5080" indent="-69850">
              <a:lnSpc>
                <a:spcPct val="100000"/>
              </a:lnSpc>
              <a:spcBef>
                <a:spcPts val="100"/>
              </a:spcBef>
            </a:pPr>
            <a:r>
              <a:rPr sz="1800" dirty="0">
                <a:solidFill>
                  <a:srgbClr val="FFFFFF"/>
                </a:solidFill>
                <a:latin typeface="Arial MT"/>
                <a:cs typeface="Arial MT"/>
              </a:rPr>
              <a:t>1.</a:t>
            </a:r>
            <a:r>
              <a:rPr sz="1800" spc="-20" dirty="0">
                <a:solidFill>
                  <a:srgbClr val="FFFFFF"/>
                </a:solidFill>
                <a:latin typeface="Arial MT"/>
                <a:cs typeface="Arial MT"/>
              </a:rPr>
              <a:t> </a:t>
            </a:r>
            <a:r>
              <a:rPr sz="1800" dirty="0">
                <a:solidFill>
                  <a:srgbClr val="FFFFFF"/>
                </a:solidFill>
                <a:latin typeface="Arial MT"/>
                <a:cs typeface="Arial MT"/>
              </a:rPr>
              <a:t>Initially</a:t>
            </a:r>
            <a:r>
              <a:rPr sz="1800" spc="-10" dirty="0">
                <a:solidFill>
                  <a:srgbClr val="FFFFFF"/>
                </a:solidFill>
                <a:latin typeface="Arial MT"/>
                <a:cs typeface="Arial MT"/>
              </a:rPr>
              <a:t> </a:t>
            </a:r>
            <a:r>
              <a:rPr sz="1800" dirty="0">
                <a:solidFill>
                  <a:srgbClr val="FFFFFF"/>
                </a:solidFill>
                <a:latin typeface="Arial MT"/>
                <a:cs typeface="Arial MT"/>
              </a:rPr>
              <a:t>there</a:t>
            </a:r>
            <a:r>
              <a:rPr sz="1800" spc="-10" dirty="0">
                <a:solidFill>
                  <a:srgbClr val="FFFFFF"/>
                </a:solidFill>
                <a:latin typeface="Arial MT"/>
                <a:cs typeface="Arial MT"/>
              </a:rPr>
              <a:t> </a:t>
            </a:r>
            <a:r>
              <a:rPr sz="1800" dirty="0">
                <a:solidFill>
                  <a:srgbClr val="FFFFFF"/>
                </a:solidFill>
                <a:latin typeface="Arial MT"/>
                <a:cs typeface="Arial MT"/>
              </a:rPr>
              <a:t>is</a:t>
            </a:r>
            <a:r>
              <a:rPr sz="1800" spc="-10" dirty="0">
                <a:solidFill>
                  <a:srgbClr val="FFFFFF"/>
                </a:solidFill>
                <a:latin typeface="Arial MT"/>
                <a:cs typeface="Arial MT"/>
              </a:rPr>
              <a:t> </a:t>
            </a:r>
            <a:r>
              <a:rPr sz="1800" dirty="0">
                <a:solidFill>
                  <a:srgbClr val="FFFFFF"/>
                </a:solidFill>
                <a:latin typeface="Arial MT"/>
                <a:cs typeface="Arial MT"/>
              </a:rPr>
              <a:t>a</a:t>
            </a:r>
            <a:r>
              <a:rPr sz="1800" spc="-10" dirty="0">
                <a:solidFill>
                  <a:srgbClr val="FFFFFF"/>
                </a:solidFill>
                <a:latin typeface="Arial MT"/>
                <a:cs typeface="Arial MT"/>
              </a:rPr>
              <a:t> file.txt </a:t>
            </a:r>
            <a:r>
              <a:rPr sz="1800" dirty="0">
                <a:solidFill>
                  <a:srgbClr val="FFFFFF"/>
                </a:solidFill>
                <a:latin typeface="Arial MT"/>
                <a:cs typeface="Arial MT"/>
              </a:rPr>
              <a:t>in</a:t>
            </a:r>
            <a:r>
              <a:rPr sz="1800" spc="-10" dirty="0">
                <a:solidFill>
                  <a:srgbClr val="FFFFFF"/>
                </a:solidFill>
                <a:latin typeface="Arial MT"/>
                <a:cs typeface="Arial MT"/>
              </a:rPr>
              <a:t> ~.\NetDB\my_project </a:t>
            </a:r>
            <a:r>
              <a:rPr sz="1800" dirty="0">
                <a:solidFill>
                  <a:srgbClr val="FFFFFF"/>
                </a:solidFill>
                <a:latin typeface="Arial MT"/>
                <a:cs typeface="Arial MT"/>
              </a:rPr>
              <a:t>with</a:t>
            </a:r>
            <a:r>
              <a:rPr sz="1800" spc="-25" dirty="0">
                <a:solidFill>
                  <a:srgbClr val="FFFFFF"/>
                </a:solidFill>
                <a:latin typeface="Arial MT"/>
                <a:cs typeface="Arial MT"/>
              </a:rPr>
              <a:t> </a:t>
            </a:r>
            <a:r>
              <a:rPr sz="1800" dirty="0">
                <a:solidFill>
                  <a:srgbClr val="FFFFFF"/>
                </a:solidFill>
                <a:latin typeface="Arial MT"/>
                <a:cs typeface="Arial MT"/>
              </a:rPr>
              <a:t>git</a:t>
            </a:r>
            <a:r>
              <a:rPr sz="1800" spc="-15" dirty="0">
                <a:solidFill>
                  <a:srgbClr val="FFFFFF"/>
                </a:solidFill>
                <a:latin typeface="Arial MT"/>
                <a:cs typeface="Arial MT"/>
              </a:rPr>
              <a:t> </a:t>
            </a:r>
            <a:r>
              <a:rPr sz="1800" dirty="0">
                <a:solidFill>
                  <a:srgbClr val="FFFFFF"/>
                </a:solidFill>
                <a:latin typeface="Arial MT"/>
                <a:cs typeface="Arial MT"/>
              </a:rPr>
              <a:t>already</a:t>
            </a:r>
            <a:r>
              <a:rPr sz="1800" spc="-10" dirty="0">
                <a:solidFill>
                  <a:srgbClr val="FFFFFF"/>
                </a:solidFill>
                <a:latin typeface="Arial MT"/>
                <a:cs typeface="Arial MT"/>
              </a:rPr>
              <a:t> initalized</a:t>
            </a:r>
            <a:endParaRPr sz="1800">
              <a:latin typeface="Arial MT"/>
              <a:cs typeface="Arial MT"/>
            </a:endParaRPr>
          </a:p>
        </p:txBody>
      </p:sp>
      <p:sp>
        <p:nvSpPr>
          <p:cNvPr id="9" name="object 9"/>
          <p:cNvSpPr/>
          <p:nvPr/>
        </p:nvSpPr>
        <p:spPr>
          <a:xfrm>
            <a:off x="5236285" y="2863443"/>
            <a:ext cx="6969759" cy="4595495"/>
          </a:xfrm>
          <a:custGeom>
            <a:avLst/>
            <a:gdLst/>
            <a:ahLst/>
            <a:cxnLst/>
            <a:rect l="l" t="t" r="r" b="b"/>
            <a:pathLst>
              <a:path w="6969759" h="4595495">
                <a:moveTo>
                  <a:pt x="0" y="3462677"/>
                </a:moveTo>
                <a:lnTo>
                  <a:pt x="4601" y="3417028"/>
                </a:lnTo>
                <a:lnTo>
                  <a:pt x="17800" y="3374511"/>
                </a:lnTo>
                <a:lnTo>
                  <a:pt x="38683" y="3336035"/>
                </a:lnTo>
                <a:lnTo>
                  <a:pt x="66342" y="3302513"/>
                </a:lnTo>
                <a:lnTo>
                  <a:pt x="99865" y="3274854"/>
                </a:lnTo>
                <a:lnTo>
                  <a:pt x="138340" y="3253971"/>
                </a:lnTo>
                <a:lnTo>
                  <a:pt x="180858" y="3240772"/>
                </a:lnTo>
                <a:lnTo>
                  <a:pt x="226507" y="3236170"/>
                </a:lnTo>
                <a:lnTo>
                  <a:pt x="6743110" y="3236170"/>
                </a:lnTo>
                <a:lnTo>
                  <a:pt x="6787506" y="3240563"/>
                </a:lnTo>
                <a:lnTo>
                  <a:pt x="6829791" y="3253412"/>
                </a:lnTo>
                <a:lnTo>
                  <a:pt x="6868777" y="3274226"/>
                </a:lnTo>
                <a:lnTo>
                  <a:pt x="6903275" y="3302513"/>
                </a:lnTo>
                <a:lnTo>
                  <a:pt x="6931562" y="3337011"/>
                </a:lnTo>
                <a:lnTo>
                  <a:pt x="6952376" y="3375997"/>
                </a:lnTo>
                <a:lnTo>
                  <a:pt x="6965225" y="3418282"/>
                </a:lnTo>
                <a:lnTo>
                  <a:pt x="6969617" y="3462677"/>
                </a:lnTo>
                <a:lnTo>
                  <a:pt x="6969617" y="4368679"/>
                </a:lnTo>
                <a:lnTo>
                  <a:pt x="6965016" y="4414328"/>
                </a:lnTo>
                <a:lnTo>
                  <a:pt x="6951817" y="4456846"/>
                </a:lnTo>
                <a:lnTo>
                  <a:pt x="6930934" y="4495322"/>
                </a:lnTo>
                <a:lnTo>
                  <a:pt x="6903275" y="4528844"/>
                </a:lnTo>
                <a:lnTo>
                  <a:pt x="6869753" y="4556503"/>
                </a:lnTo>
                <a:lnTo>
                  <a:pt x="6831277" y="4577386"/>
                </a:lnTo>
                <a:lnTo>
                  <a:pt x="6788759" y="4590585"/>
                </a:lnTo>
                <a:lnTo>
                  <a:pt x="6743110" y="4595186"/>
                </a:lnTo>
                <a:lnTo>
                  <a:pt x="226507" y="4595186"/>
                </a:lnTo>
                <a:lnTo>
                  <a:pt x="180858" y="4590585"/>
                </a:lnTo>
                <a:lnTo>
                  <a:pt x="138340" y="4577386"/>
                </a:lnTo>
                <a:lnTo>
                  <a:pt x="99865" y="4556503"/>
                </a:lnTo>
                <a:lnTo>
                  <a:pt x="66342" y="4528844"/>
                </a:lnTo>
                <a:lnTo>
                  <a:pt x="38683" y="4495322"/>
                </a:lnTo>
                <a:lnTo>
                  <a:pt x="17800" y="4456846"/>
                </a:lnTo>
                <a:lnTo>
                  <a:pt x="4601" y="4414328"/>
                </a:lnTo>
                <a:lnTo>
                  <a:pt x="0" y="4368679"/>
                </a:lnTo>
                <a:lnTo>
                  <a:pt x="0" y="3462677"/>
                </a:lnTo>
                <a:close/>
              </a:path>
              <a:path w="6969759" h="4595495">
                <a:moveTo>
                  <a:pt x="336958" y="80765"/>
                </a:moveTo>
                <a:lnTo>
                  <a:pt x="343305" y="49327"/>
                </a:lnTo>
                <a:lnTo>
                  <a:pt x="360613" y="23655"/>
                </a:lnTo>
                <a:lnTo>
                  <a:pt x="386285" y="6346"/>
                </a:lnTo>
                <a:lnTo>
                  <a:pt x="417723" y="0"/>
                </a:lnTo>
                <a:lnTo>
                  <a:pt x="4506379" y="0"/>
                </a:lnTo>
                <a:lnTo>
                  <a:pt x="4551188" y="13569"/>
                </a:lnTo>
                <a:lnTo>
                  <a:pt x="4580997" y="49857"/>
                </a:lnTo>
                <a:lnTo>
                  <a:pt x="4587145" y="80765"/>
                </a:lnTo>
                <a:lnTo>
                  <a:pt x="4587145" y="403816"/>
                </a:lnTo>
                <a:lnTo>
                  <a:pt x="4580798" y="435254"/>
                </a:lnTo>
                <a:lnTo>
                  <a:pt x="4563489" y="460926"/>
                </a:lnTo>
                <a:lnTo>
                  <a:pt x="4537817" y="478235"/>
                </a:lnTo>
                <a:lnTo>
                  <a:pt x="4506379" y="484581"/>
                </a:lnTo>
                <a:lnTo>
                  <a:pt x="417723" y="484581"/>
                </a:lnTo>
                <a:lnTo>
                  <a:pt x="386285" y="478235"/>
                </a:lnTo>
                <a:lnTo>
                  <a:pt x="360613" y="460926"/>
                </a:lnTo>
                <a:lnTo>
                  <a:pt x="343305" y="435254"/>
                </a:lnTo>
                <a:lnTo>
                  <a:pt x="336958" y="403816"/>
                </a:lnTo>
                <a:lnTo>
                  <a:pt x="336958" y="80765"/>
                </a:lnTo>
                <a:close/>
              </a:path>
            </a:pathLst>
          </a:custGeom>
          <a:ln w="38099">
            <a:solidFill>
              <a:srgbClr val="C82506"/>
            </a:solidFill>
          </a:ln>
        </p:spPr>
        <p:txBody>
          <a:bodyPr wrap="square" lIns="0" tIns="0" rIns="0" bIns="0" rtlCol="0"/>
          <a:lstStyle/>
          <a:p>
            <a:endParaRPr/>
          </a:p>
        </p:txBody>
      </p:sp>
      <p:sp>
        <p:nvSpPr>
          <p:cNvPr id="10" name="object 10"/>
          <p:cNvSpPr txBox="1"/>
          <p:nvPr/>
        </p:nvSpPr>
        <p:spPr>
          <a:xfrm>
            <a:off x="7561101" y="2532552"/>
            <a:ext cx="227076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C82506"/>
                </a:solidFill>
                <a:latin typeface="Arial MT"/>
                <a:cs typeface="Arial MT"/>
              </a:rPr>
              <a:t>Initial</a:t>
            </a:r>
            <a:r>
              <a:rPr sz="1800" spc="-30" dirty="0">
                <a:solidFill>
                  <a:srgbClr val="C82506"/>
                </a:solidFill>
                <a:latin typeface="Arial MT"/>
                <a:cs typeface="Arial MT"/>
              </a:rPr>
              <a:t> </a:t>
            </a:r>
            <a:r>
              <a:rPr sz="1800" dirty="0">
                <a:solidFill>
                  <a:srgbClr val="C82506"/>
                </a:solidFill>
                <a:latin typeface="Arial MT"/>
                <a:cs typeface="Arial MT"/>
              </a:rPr>
              <a:t>content</a:t>
            </a:r>
            <a:r>
              <a:rPr sz="1800" spc="-25" dirty="0">
                <a:solidFill>
                  <a:srgbClr val="C82506"/>
                </a:solidFill>
                <a:latin typeface="Arial MT"/>
                <a:cs typeface="Arial MT"/>
              </a:rPr>
              <a:t> </a:t>
            </a:r>
            <a:r>
              <a:rPr sz="1800" dirty="0">
                <a:solidFill>
                  <a:srgbClr val="C82506"/>
                </a:solidFill>
                <a:latin typeface="Arial MT"/>
                <a:cs typeface="Arial MT"/>
              </a:rPr>
              <a:t>in</a:t>
            </a:r>
            <a:r>
              <a:rPr sz="1800" spc="-25" dirty="0">
                <a:solidFill>
                  <a:srgbClr val="C82506"/>
                </a:solidFill>
                <a:latin typeface="Arial MT"/>
                <a:cs typeface="Arial MT"/>
              </a:rPr>
              <a:t> </a:t>
            </a:r>
            <a:r>
              <a:rPr sz="1800" spc="-10" dirty="0">
                <a:solidFill>
                  <a:srgbClr val="C82506"/>
                </a:solidFill>
                <a:latin typeface="Arial MT"/>
                <a:cs typeface="Arial MT"/>
              </a:rPr>
              <a:t>file.txt</a:t>
            </a:r>
            <a:endParaRPr sz="1800">
              <a:latin typeface="Arial MT"/>
              <a:cs typeface="Arial MT"/>
            </a:endParaRPr>
          </a:p>
        </p:txBody>
      </p:sp>
      <p:sp>
        <p:nvSpPr>
          <p:cNvPr id="12" name="object 12"/>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41</a:t>
            </a:fld>
            <a:endParaRPr spc="-25" dirty="0"/>
          </a:p>
        </p:txBody>
      </p:sp>
      <p:sp>
        <p:nvSpPr>
          <p:cNvPr id="11" name="object 11"/>
          <p:cNvSpPr txBox="1"/>
          <p:nvPr/>
        </p:nvSpPr>
        <p:spPr>
          <a:xfrm>
            <a:off x="9238995" y="5761740"/>
            <a:ext cx="27051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C82506"/>
                </a:solidFill>
                <a:latin typeface="Arial MT"/>
                <a:cs typeface="Arial MT"/>
              </a:rPr>
              <a:t>Initial</a:t>
            </a:r>
            <a:r>
              <a:rPr sz="1800" spc="-20" dirty="0">
                <a:solidFill>
                  <a:srgbClr val="C82506"/>
                </a:solidFill>
                <a:latin typeface="Arial MT"/>
                <a:cs typeface="Arial MT"/>
              </a:rPr>
              <a:t> </a:t>
            </a:r>
            <a:r>
              <a:rPr sz="1800" dirty="0">
                <a:solidFill>
                  <a:srgbClr val="C82506"/>
                </a:solidFill>
                <a:latin typeface="Arial MT"/>
                <a:cs typeface="Arial MT"/>
              </a:rPr>
              <a:t>log</a:t>
            </a:r>
            <a:r>
              <a:rPr sz="1800" spc="-15" dirty="0">
                <a:solidFill>
                  <a:srgbClr val="C82506"/>
                </a:solidFill>
                <a:latin typeface="Arial MT"/>
                <a:cs typeface="Arial MT"/>
              </a:rPr>
              <a:t> </a:t>
            </a:r>
            <a:r>
              <a:rPr sz="1800" dirty="0">
                <a:solidFill>
                  <a:srgbClr val="C82506"/>
                </a:solidFill>
                <a:latin typeface="Arial MT"/>
                <a:cs typeface="Arial MT"/>
              </a:rPr>
              <a:t>of</a:t>
            </a:r>
            <a:r>
              <a:rPr sz="1800" spc="-15" dirty="0">
                <a:solidFill>
                  <a:srgbClr val="C82506"/>
                </a:solidFill>
                <a:latin typeface="Arial MT"/>
                <a:cs typeface="Arial MT"/>
              </a:rPr>
              <a:t> </a:t>
            </a:r>
            <a:r>
              <a:rPr sz="1800" dirty="0">
                <a:solidFill>
                  <a:srgbClr val="C82506"/>
                </a:solidFill>
                <a:latin typeface="Arial MT"/>
                <a:cs typeface="Arial MT"/>
              </a:rPr>
              <a:t>master</a:t>
            </a:r>
            <a:r>
              <a:rPr sz="1800" spc="-15" dirty="0">
                <a:solidFill>
                  <a:srgbClr val="C82506"/>
                </a:solidFill>
                <a:latin typeface="Arial MT"/>
                <a:cs typeface="Arial MT"/>
              </a:rPr>
              <a:t> </a:t>
            </a:r>
            <a:r>
              <a:rPr sz="1800" spc="-10" dirty="0">
                <a:solidFill>
                  <a:srgbClr val="C82506"/>
                </a:solidFill>
                <a:latin typeface="Arial MT"/>
                <a:cs typeface="Arial MT"/>
              </a:rPr>
              <a:t>branch</a:t>
            </a:r>
            <a:endParaRPr sz="1800">
              <a:latin typeface="Arial MT"/>
              <a:cs typeface="Arial MT"/>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224921" y="2009469"/>
            <a:ext cx="10484485" cy="5925185"/>
            <a:chOff x="1224921" y="2009469"/>
            <a:chExt cx="10484485" cy="5925185"/>
          </a:xfrm>
        </p:grpSpPr>
        <p:pic>
          <p:nvPicPr>
            <p:cNvPr id="3" name="object 3"/>
            <p:cNvPicPr/>
            <p:nvPr/>
          </p:nvPicPr>
          <p:blipFill>
            <a:blip r:embed="rId2" cstate="print"/>
            <a:stretch>
              <a:fillRect/>
            </a:stretch>
          </p:blipFill>
          <p:spPr>
            <a:xfrm>
              <a:off x="1224921" y="2009469"/>
              <a:ext cx="9562853" cy="5925034"/>
            </a:xfrm>
            <a:prstGeom prst="rect">
              <a:avLst/>
            </a:prstGeom>
          </p:spPr>
        </p:pic>
        <p:sp>
          <p:nvSpPr>
            <p:cNvPr id="4" name="object 4"/>
            <p:cNvSpPr/>
            <p:nvPr/>
          </p:nvSpPr>
          <p:spPr>
            <a:xfrm>
              <a:off x="6855764" y="3899998"/>
              <a:ext cx="4853305" cy="1273810"/>
            </a:xfrm>
            <a:custGeom>
              <a:avLst/>
              <a:gdLst/>
              <a:ahLst/>
              <a:cxnLst/>
              <a:rect l="l" t="t" r="r" b="b"/>
              <a:pathLst>
                <a:path w="4853305" h="1273810">
                  <a:moveTo>
                    <a:pt x="4721183" y="791873"/>
                  </a:moveTo>
                  <a:lnTo>
                    <a:pt x="131978" y="791873"/>
                  </a:lnTo>
                  <a:lnTo>
                    <a:pt x="90263" y="785144"/>
                  </a:lnTo>
                  <a:lnTo>
                    <a:pt x="54033" y="766409"/>
                  </a:lnTo>
                  <a:lnTo>
                    <a:pt x="25464" y="737839"/>
                  </a:lnTo>
                  <a:lnTo>
                    <a:pt x="6728" y="701610"/>
                  </a:lnTo>
                  <a:lnTo>
                    <a:pt x="0" y="659894"/>
                  </a:lnTo>
                  <a:lnTo>
                    <a:pt x="0" y="131978"/>
                  </a:lnTo>
                  <a:lnTo>
                    <a:pt x="6728" y="90263"/>
                  </a:lnTo>
                  <a:lnTo>
                    <a:pt x="25464" y="54034"/>
                  </a:lnTo>
                  <a:lnTo>
                    <a:pt x="54033" y="25464"/>
                  </a:lnTo>
                  <a:lnTo>
                    <a:pt x="90263" y="6728"/>
                  </a:lnTo>
                  <a:lnTo>
                    <a:pt x="131978" y="0"/>
                  </a:lnTo>
                  <a:lnTo>
                    <a:pt x="4721183" y="0"/>
                  </a:lnTo>
                  <a:lnTo>
                    <a:pt x="4771688" y="10046"/>
                  </a:lnTo>
                  <a:lnTo>
                    <a:pt x="4814505" y="38655"/>
                  </a:lnTo>
                  <a:lnTo>
                    <a:pt x="4843115" y="81472"/>
                  </a:lnTo>
                  <a:lnTo>
                    <a:pt x="4853162" y="131978"/>
                  </a:lnTo>
                  <a:lnTo>
                    <a:pt x="4853162" y="659894"/>
                  </a:lnTo>
                  <a:lnTo>
                    <a:pt x="4846434" y="701610"/>
                  </a:lnTo>
                  <a:lnTo>
                    <a:pt x="4827698" y="737839"/>
                  </a:lnTo>
                  <a:lnTo>
                    <a:pt x="4799128" y="766409"/>
                  </a:lnTo>
                  <a:lnTo>
                    <a:pt x="4762898" y="785144"/>
                  </a:lnTo>
                  <a:lnTo>
                    <a:pt x="4721183" y="791873"/>
                  </a:lnTo>
                  <a:close/>
                </a:path>
                <a:path w="4853305" h="1273810">
                  <a:moveTo>
                    <a:pt x="250616" y="1273268"/>
                  </a:moveTo>
                  <a:lnTo>
                    <a:pt x="808859" y="791873"/>
                  </a:lnTo>
                  <a:lnTo>
                    <a:pt x="2022150" y="791873"/>
                  </a:lnTo>
                  <a:lnTo>
                    <a:pt x="250616" y="1273268"/>
                  </a:lnTo>
                  <a:close/>
                </a:path>
              </a:pathLst>
            </a:custGeom>
            <a:solidFill>
              <a:srgbClr val="C82506"/>
            </a:solidFill>
          </p:spPr>
          <p:txBody>
            <a:bodyPr wrap="square" lIns="0" tIns="0" rIns="0" bIns="0" rtlCol="0"/>
            <a:lstStyle/>
            <a:p>
              <a:endParaRPr/>
            </a:p>
          </p:txBody>
        </p:sp>
      </p:grpSp>
      <p:sp>
        <p:nvSpPr>
          <p:cNvPr id="5" name="object 5"/>
          <p:cNvSpPr txBox="1"/>
          <p:nvPr/>
        </p:nvSpPr>
        <p:spPr>
          <a:xfrm>
            <a:off x="6967446" y="3999771"/>
            <a:ext cx="4558665" cy="574040"/>
          </a:xfrm>
          <a:prstGeom prst="rect">
            <a:avLst/>
          </a:prstGeom>
        </p:spPr>
        <p:txBody>
          <a:bodyPr vert="horz" wrap="square" lIns="0" tIns="12700" rIns="0" bIns="0" rtlCol="0">
            <a:spAutoFit/>
          </a:bodyPr>
          <a:lstStyle/>
          <a:p>
            <a:pPr marL="12700" marR="5080">
              <a:lnSpc>
                <a:spcPct val="100000"/>
              </a:lnSpc>
              <a:spcBef>
                <a:spcPts val="100"/>
              </a:spcBef>
            </a:pPr>
            <a:r>
              <a:rPr sz="1800" dirty="0">
                <a:solidFill>
                  <a:srgbClr val="FFFFFF"/>
                </a:solidFill>
                <a:latin typeface="Arial MT"/>
                <a:cs typeface="Arial MT"/>
              </a:rPr>
              <a:t>2.</a:t>
            </a:r>
            <a:r>
              <a:rPr sz="1800" spc="-30" dirty="0">
                <a:solidFill>
                  <a:srgbClr val="FFFFFF"/>
                </a:solidFill>
                <a:latin typeface="Arial MT"/>
                <a:cs typeface="Arial MT"/>
              </a:rPr>
              <a:t> </a:t>
            </a:r>
            <a:r>
              <a:rPr sz="1800" dirty="0">
                <a:solidFill>
                  <a:srgbClr val="FFFFFF"/>
                </a:solidFill>
                <a:latin typeface="Arial MT"/>
                <a:cs typeface="Arial MT"/>
              </a:rPr>
              <a:t>Create</a:t>
            </a:r>
            <a:r>
              <a:rPr sz="1800" spc="-20" dirty="0">
                <a:solidFill>
                  <a:srgbClr val="FFFFFF"/>
                </a:solidFill>
                <a:latin typeface="Arial MT"/>
                <a:cs typeface="Arial MT"/>
              </a:rPr>
              <a:t> </a:t>
            </a:r>
            <a:r>
              <a:rPr sz="1800" dirty="0">
                <a:solidFill>
                  <a:srgbClr val="FFFFFF"/>
                </a:solidFill>
                <a:latin typeface="Arial MT"/>
                <a:cs typeface="Arial MT"/>
              </a:rPr>
              <a:t>a</a:t>
            </a:r>
            <a:r>
              <a:rPr sz="1800" spc="-20" dirty="0">
                <a:solidFill>
                  <a:srgbClr val="FFFFFF"/>
                </a:solidFill>
                <a:latin typeface="Arial MT"/>
                <a:cs typeface="Arial MT"/>
              </a:rPr>
              <a:t> </a:t>
            </a:r>
            <a:r>
              <a:rPr sz="1800" dirty="0">
                <a:solidFill>
                  <a:srgbClr val="FFFFFF"/>
                </a:solidFill>
                <a:latin typeface="Arial MT"/>
                <a:cs typeface="Arial MT"/>
              </a:rPr>
              <a:t>new</a:t>
            </a:r>
            <a:r>
              <a:rPr sz="1800" spc="-15" dirty="0">
                <a:solidFill>
                  <a:srgbClr val="FFFFFF"/>
                </a:solidFill>
                <a:latin typeface="Arial MT"/>
                <a:cs typeface="Arial MT"/>
              </a:rPr>
              <a:t> </a:t>
            </a:r>
            <a:r>
              <a:rPr sz="1800" dirty="0">
                <a:solidFill>
                  <a:srgbClr val="FFFFFF"/>
                </a:solidFill>
                <a:latin typeface="Arial MT"/>
                <a:cs typeface="Arial MT"/>
              </a:rPr>
              <a:t>Branch</a:t>
            </a:r>
            <a:r>
              <a:rPr sz="1800" spc="-20" dirty="0">
                <a:solidFill>
                  <a:srgbClr val="FFFFFF"/>
                </a:solidFill>
                <a:latin typeface="Arial MT"/>
                <a:cs typeface="Arial MT"/>
              </a:rPr>
              <a:t> </a:t>
            </a:r>
            <a:r>
              <a:rPr sz="1800" dirty="0">
                <a:solidFill>
                  <a:srgbClr val="FFFFFF"/>
                </a:solidFill>
                <a:latin typeface="Arial MT"/>
                <a:cs typeface="Arial MT"/>
              </a:rPr>
              <a:t>using</a:t>
            </a:r>
            <a:r>
              <a:rPr sz="1800" spc="-20" dirty="0">
                <a:solidFill>
                  <a:srgbClr val="FFFFFF"/>
                </a:solidFill>
                <a:latin typeface="Arial MT"/>
                <a:cs typeface="Arial MT"/>
              </a:rPr>
              <a:t> </a:t>
            </a:r>
            <a:r>
              <a:rPr sz="1800" dirty="0">
                <a:solidFill>
                  <a:srgbClr val="FFFFFF"/>
                </a:solidFill>
                <a:latin typeface="Arial MT"/>
                <a:cs typeface="Arial MT"/>
              </a:rPr>
              <a:t>the</a:t>
            </a:r>
            <a:r>
              <a:rPr sz="1800" spc="-20" dirty="0">
                <a:solidFill>
                  <a:srgbClr val="FFFFFF"/>
                </a:solidFill>
                <a:latin typeface="Arial MT"/>
                <a:cs typeface="Arial MT"/>
              </a:rPr>
              <a:t> </a:t>
            </a:r>
            <a:r>
              <a:rPr sz="1800" dirty="0">
                <a:solidFill>
                  <a:srgbClr val="FFFFFF"/>
                </a:solidFill>
                <a:latin typeface="Arial MT"/>
                <a:cs typeface="Arial MT"/>
              </a:rPr>
              <a:t>“git</a:t>
            </a:r>
            <a:r>
              <a:rPr sz="1800" spc="-15" dirty="0">
                <a:solidFill>
                  <a:srgbClr val="FFFFFF"/>
                </a:solidFill>
                <a:latin typeface="Arial MT"/>
                <a:cs typeface="Arial MT"/>
              </a:rPr>
              <a:t> </a:t>
            </a:r>
            <a:r>
              <a:rPr sz="1800" spc="-10" dirty="0">
                <a:solidFill>
                  <a:srgbClr val="FFFFFF"/>
                </a:solidFill>
                <a:latin typeface="Arial MT"/>
                <a:cs typeface="Arial MT"/>
              </a:rPr>
              <a:t>branch </a:t>
            </a:r>
            <a:r>
              <a:rPr sz="1800" dirty="0">
                <a:solidFill>
                  <a:srgbClr val="FFFFFF"/>
                </a:solidFill>
                <a:latin typeface="Arial MT"/>
                <a:cs typeface="Arial MT"/>
              </a:rPr>
              <a:t>[branch</a:t>
            </a:r>
            <a:r>
              <a:rPr sz="1800" spc="-25" dirty="0">
                <a:solidFill>
                  <a:srgbClr val="FFFFFF"/>
                </a:solidFill>
                <a:latin typeface="Arial MT"/>
                <a:cs typeface="Arial MT"/>
              </a:rPr>
              <a:t> </a:t>
            </a:r>
            <a:r>
              <a:rPr sz="1800" dirty="0">
                <a:solidFill>
                  <a:srgbClr val="FFFFFF"/>
                </a:solidFill>
                <a:latin typeface="Arial MT"/>
                <a:cs typeface="Arial MT"/>
              </a:rPr>
              <a:t>name]</a:t>
            </a:r>
            <a:r>
              <a:rPr sz="1800" spc="-25" dirty="0">
                <a:solidFill>
                  <a:srgbClr val="FFFFFF"/>
                </a:solidFill>
                <a:latin typeface="Arial MT"/>
                <a:cs typeface="Arial MT"/>
              </a:rPr>
              <a:t> </a:t>
            </a:r>
            <a:r>
              <a:rPr sz="1800" dirty="0">
                <a:solidFill>
                  <a:srgbClr val="FFFFFF"/>
                </a:solidFill>
                <a:latin typeface="Arial MT"/>
                <a:cs typeface="Arial MT"/>
              </a:rPr>
              <a:t>”</a:t>
            </a:r>
            <a:r>
              <a:rPr sz="1800" spc="-25" dirty="0">
                <a:solidFill>
                  <a:srgbClr val="FFFFFF"/>
                </a:solidFill>
                <a:latin typeface="Arial MT"/>
                <a:cs typeface="Arial MT"/>
              </a:rPr>
              <a:t> </a:t>
            </a:r>
            <a:r>
              <a:rPr sz="1800" spc="-10" dirty="0">
                <a:solidFill>
                  <a:srgbClr val="FFFFFF"/>
                </a:solidFill>
                <a:latin typeface="Arial MT"/>
                <a:cs typeface="Arial MT"/>
              </a:rPr>
              <a:t>command</a:t>
            </a:r>
            <a:endParaRPr sz="1800">
              <a:latin typeface="Arial MT"/>
              <a:cs typeface="Arial MT"/>
            </a:endParaRPr>
          </a:p>
        </p:txBody>
      </p:sp>
      <p:sp>
        <p:nvSpPr>
          <p:cNvPr id="6" name="object 6"/>
          <p:cNvSpPr/>
          <p:nvPr/>
        </p:nvSpPr>
        <p:spPr>
          <a:xfrm>
            <a:off x="7137167" y="5515445"/>
            <a:ext cx="5610225" cy="792480"/>
          </a:xfrm>
          <a:custGeom>
            <a:avLst/>
            <a:gdLst/>
            <a:ahLst/>
            <a:cxnLst/>
            <a:rect l="l" t="t" r="r" b="b"/>
            <a:pathLst>
              <a:path w="5610225" h="792479">
                <a:moveTo>
                  <a:pt x="5478023" y="791873"/>
                </a:moveTo>
                <a:lnTo>
                  <a:pt x="729828" y="791873"/>
                </a:lnTo>
                <a:lnTo>
                  <a:pt x="688113" y="785144"/>
                </a:lnTo>
                <a:lnTo>
                  <a:pt x="651883" y="766408"/>
                </a:lnTo>
                <a:lnTo>
                  <a:pt x="623314" y="737839"/>
                </a:lnTo>
                <a:lnTo>
                  <a:pt x="604578" y="701609"/>
                </a:lnTo>
                <a:lnTo>
                  <a:pt x="597849" y="659894"/>
                </a:lnTo>
                <a:lnTo>
                  <a:pt x="597849" y="329946"/>
                </a:lnTo>
                <a:lnTo>
                  <a:pt x="0" y="239327"/>
                </a:lnTo>
                <a:lnTo>
                  <a:pt x="597849" y="131978"/>
                </a:lnTo>
                <a:lnTo>
                  <a:pt x="604578" y="90263"/>
                </a:lnTo>
                <a:lnTo>
                  <a:pt x="623314" y="54033"/>
                </a:lnTo>
                <a:lnTo>
                  <a:pt x="651883" y="25464"/>
                </a:lnTo>
                <a:lnTo>
                  <a:pt x="688113" y="6728"/>
                </a:lnTo>
                <a:lnTo>
                  <a:pt x="729828" y="0"/>
                </a:lnTo>
                <a:lnTo>
                  <a:pt x="5478023" y="0"/>
                </a:lnTo>
                <a:lnTo>
                  <a:pt x="5528529" y="10046"/>
                </a:lnTo>
                <a:lnTo>
                  <a:pt x="5571346" y="38655"/>
                </a:lnTo>
                <a:lnTo>
                  <a:pt x="5599956" y="81472"/>
                </a:lnTo>
                <a:lnTo>
                  <a:pt x="5610002" y="131978"/>
                </a:lnTo>
                <a:lnTo>
                  <a:pt x="5610002" y="659894"/>
                </a:lnTo>
                <a:lnTo>
                  <a:pt x="5603274" y="701609"/>
                </a:lnTo>
                <a:lnTo>
                  <a:pt x="5584538" y="737839"/>
                </a:lnTo>
                <a:lnTo>
                  <a:pt x="5555968" y="766408"/>
                </a:lnTo>
                <a:lnTo>
                  <a:pt x="5519739" y="785144"/>
                </a:lnTo>
                <a:lnTo>
                  <a:pt x="5478023" y="791873"/>
                </a:lnTo>
                <a:close/>
              </a:path>
            </a:pathLst>
          </a:custGeom>
          <a:solidFill>
            <a:srgbClr val="C82506"/>
          </a:solidFill>
        </p:spPr>
        <p:txBody>
          <a:bodyPr wrap="square" lIns="0" tIns="0" rIns="0" bIns="0" rtlCol="0"/>
          <a:lstStyle/>
          <a:p>
            <a:endParaRPr/>
          </a:p>
        </p:txBody>
      </p:sp>
      <p:sp>
        <p:nvSpPr>
          <p:cNvPr id="7" name="object 7"/>
          <p:cNvSpPr txBox="1"/>
          <p:nvPr/>
        </p:nvSpPr>
        <p:spPr>
          <a:xfrm>
            <a:off x="7846697" y="5615218"/>
            <a:ext cx="4202430" cy="574040"/>
          </a:xfrm>
          <a:prstGeom prst="rect">
            <a:avLst/>
          </a:prstGeom>
        </p:spPr>
        <p:txBody>
          <a:bodyPr vert="horz" wrap="square" lIns="0" tIns="12700" rIns="0" bIns="0" rtlCol="0">
            <a:spAutoFit/>
          </a:bodyPr>
          <a:lstStyle/>
          <a:p>
            <a:pPr marL="12700" marR="5080">
              <a:lnSpc>
                <a:spcPct val="100000"/>
              </a:lnSpc>
              <a:spcBef>
                <a:spcPts val="100"/>
              </a:spcBef>
            </a:pPr>
            <a:r>
              <a:rPr sz="1800" dirty="0">
                <a:solidFill>
                  <a:srgbClr val="FFFFFF"/>
                </a:solidFill>
                <a:latin typeface="Arial MT"/>
                <a:cs typeface="Arial MT"/>
              </a:rPr>
              <a:t>3.</a:t>
            </a:r>
            <a:r>
              <a:rPr sz="1800" spc="-30" dirty="0">
                <a:solidFill>
                  <a:srgbClr val="FFFFFF"/>
                </a:solidFill>
                <a:latin typeface="Arial MT"/>
                <a:cs typeface="Arial MT"/>
              </a:rPr>
              <a:t> </a:t>
            </a:r>
            <a:r>
              <a:rPr sz="1800" dirty="0">
                <a:solidFill>
                  <a:srgbClr val="FFFFFF"/>
                </a:solidFill>
                <a:latin typeface="Arial MT"/>
                <a:cs typeface="Arial MT"/>
              </a:rPr>
              <a:t>Switch</a:t>
            </a:r>
            <a:r>
              <a:rPr sz="1800" spc="-20" dirty="0">
                <a:solidFill>
                  <a:srgbClr val="FFFFFF"/>
                </a:solidFill>
                <a:latin typeface="Arial MT"/>
                <a:cs typeface="Arial MT"/>
              </a:rPr>
              <a:t> </a:t>
            </a:r>
            <a:r>
              <a:rPr sz="1800" dirty="0">
                <a:solidFill>
                  <a:srgbClr val="FFFFFF"/>
                </a:solidFill>
                <a:latin typeface="Arial MT"/>
                <a:cs typeface="Arial MT"/>
              </a:rPr>
              <a:t>to</a:t>
            </a:r>
            <a:r>
              <a:rPr sz="1800" spc="-20" dirty="0">
                <a:solidFill>
                  <a:srgbClr val="FFFFFF"/>
                </a:solidFill>
                <a:latin typeface="Arial MT"/>
                <a:cs typeface="Arial MT"/>
              </a:rPr>
              <a:t> </a:t>
            </a:r>
            <a:r>
              <a:rPr sz="1800" dirty="0">
                <a:solidFill>
                  <a:srgbClr val="FFFFFF"/>
                </a:solidFill>
                <a:latin typeface="Arial MT"/>
                <a:cs typeface="Arial MT"/>
              </a:rPr>
              <a:t>the</a:t>
            </a:r>
            <a:r>
              <a:rPr sz="1800" spc="-15" dirty="0">
                <a:solidFill>
                  <a:srgbClr val="FFFFFF"/>
                </a:solidFill>
                <a:latin typeface="Arial MT"/>
                <a:cs typeface="Arial MT"/>
              </a:rPr>
              <a:t> </a:t>
            </a:r>
            <a:r>
              <a:rPr sz="1800" dirty="0">
                <a:solidFill>
                  <a:srgbClr val="FFFFFF"/>
                </a:solidFill>
                <a:latin typeface="Arial MT"/>
                <a:cs typeface="Arial MT"/>
              </a:rPr>
              <a:t>new</a:t>
            </a:r>
            <a:r>
              <a:rPr sz="1800" spc="-20" dirty="0">
                <a:solidFill>
                  <a:srgbClr val="FFFFFF"/>
                </a:solidFill>
                <a:latin typeface="Arial MT"/>
                <a:cs typeface="Arial MT"/>
              </a:rPr>
              <a:t> </a:t>
            </a:r>
            <a:r>
              <a:rPr sz="1800" dirty="0">
                <a:solidFill>
                  <a:srgbClr val="FFFFFF"/>
                </a:solidFill>
                <a:latin typeface="Arial MT"/>
                <a:cs typeface="Arial MT"/>
              </a:rPr>
              <a:t>branch</a:t>
            </a:r>
            <a:r>
              <a:rPr sz="1800" spc="-20" dirty="0">
                <a:solidFill>
                  <a:srgbClr val="FFFFFF"/>
                </a:solidFill>
                <a:latin typeface="Arial MT"/>
                <a:cs typeface="Arial MT"/>
              </a:rPr>
              <a:t> </a:t>
            </a:r>
            <a:r>
              <a:rPr sz="1800" dirty="0">
                <a:solidFill>
                  <a:srgbClr val="FFFFFF"/>
                </a:solidFill>
                <a:latin typeface="Arial MT"/>
                <a:cs typeface="Arial MT"/>
              </a:rPr>
              <a:t>using</a:t>
            </a:r>
            <a:r>
              <a:rPr sz="1800" spc="-20" dirty="0">
                <a:solidFill>
                  <a:srgbClr val="FFFFFF"/>
                </a:solidFill>
                <a:latin typeface="Arial MT"/>
                <a:cs typeface="Arial MT"/>
              </a:rPr>
              <a:t> </a:t>
            </a:r>
            <a:r>
              <a:rPr sz="1800" dirty="0">
                <a:solidFill>
                  <a:srgbClr val="FFFFFF"/>
                </a:solidFill>
                <a:latin typeface="Arial MT"/>
                <a:cs typeface="Arial MT"/>
              </a:rPr>
              <a:t>the</a:t>
            </a:r>
            <a:r>
              <a:rPr sz="1800" spc="-15" dirty="0">
                <a:solidFill>
                  <a:srgbClr val="FFFFFF"/>
                </a:solidFill>
                <a:latin typeface="Arial MT"/>
                <a:cs typeface="Arial MT"/>
              </a:rPr>
              <a:t> </a:t>
            </a:r>
            <a:r>
              <a:rPr sz="1800" spc="-20" dirty="0">
                <a:solidFill>
                  <a:srgbClr val="FFFFFF"/>
                </a:solidFill>
                <a:latin typeface="Arial MT"/>
                <a:cs typeface="Arial MT"/>
              </a:rPr>
              <a:t>“git </a:t>
            </a:r>
            <a:r>
              <a:rPr sz="1800" dirty="0">
                <a:solidFill>
                  <a:srgbClr val="FFFFFF"/>
                </a:solidFill>
                <a:latin typeface="Arial MT"/>
                <a:cs typeface="Arial MT"/>
              </a:rPr>
              <a:t>checkout</a:t>
            </a:r>
            <a:r>
              <a:rPr sz="1800" spc="-30" dirty="0">
                <a:solidFill>
                  <a:srgbClr val="FFFFFF"/>
                </a:solidFill>
                <a:latin typeface="Arial MT"/>
                <a:cs typeface="Arial MT"/>
              </a:rPr>
              <a:t> </a:t>
            </a:r>
            <a:r>
              <a:rPr sz="1800" dirty="0">
                <a:solidFill>
                  <a:srgbClr val="FFFFFF"/>
                </a:solidFill>
                <a:latin typeface="Arial MT"/>
                <a:cs typeface="Arial MT"/>
              </a:rPr>
              <a:t>[branch</a:t>
            </a:r>
            <a:r>
              <a:rPr sz="1800" spc="-30" dirty="0">
                <a:solidFill>
                  <a:srgbClr val="FFFFFF"/>
                </a:solidFill>
                <a:latin typeface="Arial MT"/>
                <a:cs typeface="Arial MT"/>
              </a:rPr>
              <a:t> </a:t>
            </a:r>
            <a:r>
              <a:rPr sz="1800" dirty="0">
                <a:solidFill>
                  <a:srgbClr val="FFFFFF"/>
                </a:solidFill>
                <a:latin typeface="Arial MT"/>
                <a:cs typeface="Arial MT"/>
              </a:rPr>
              <a:t>name]</a:t>
            </a:r>
            <a:r>
              <a:rPr sz="1800" spc="-25" dirty="0">
                <a:solidFill>
                  <a:srgbClr val="FFFFFF"/>
                </a:solidFill>
                <a:latin typeface="Arial MT"/>
                <a:cs typeface="Arial MT"/>
              </a:rPr>
              <a:t> </a:t>
            </a:r>
            <a:r>
              <a:rPr sz="1800" dirty="0">
                <a:solidFill>
                  <a:srgbClr val="FFFFFF"/>
                </a:solidFill>
                <a:latin typeface="Arial MT"/>
                <a:cs typeface="Arial MT"/>
              </a:rPr>
              <a:t>”</a:t>
            </a:r>
            <a:r>
              <a:rPr sz="1800" spc="-30" dirty="0">
                <a:solidFill>
                  <a:srgbClr val="FFFFFF"/>
                </a:solidFill>
                <a:latin typeface="Arial MT"/>
                <a:cs typeface="Arial MT"/>
              </a:rPr>
              <a:t> </a:t>
            </a:r>
            <a:r>
              <a:rPr sz="1800" spc="-10" dirty="0">
                <a:solidFill>
                  <a:srgbClr val="FFFFFF"/>
                </a:solidFill>
                <a:latin typeface="Arial MT"/>
                <a:cs typeface="Arial MT"/>
              </a:rPr>
              <a:t>command</a:t>
            </a:r>
            <a:endParaRPr sz="1800">
              <a:latin typeface="Arial MT"/>
              <a:cs typeface="Arial MT"/>
            </a:endParaRPr>
          </a:p>
        </p:txBody>
      </p:sp>
      <p:sp>
        <p:nvSpPr>
          <p:cNvPr id="8" name="object 8"/>
          <p:cNvSpPr/>
          <p:nvPr/>
        </p:nvSpPr>
        <p:spPr>
          <a:xfrm>
            <a:off x="4431751" y="5197011"/>
            <a:ext cx="2645410" cy="600710"/>
          </a:xfrm>
          <a:custGeom>
            <a:avLst/>
            <a:gdLst/>
            <a:ahLst/>
            <a:cxnLst/>
            <a:rect l="l" t="t" r="r" b="b"/>
            <a:pathLst>
              <a:path w="2645409" h="600710">
                <a:moveTo>
                  <a:pt x="0" y="34472"/>
                </a:moveTo>
                <a:lnTo>
                  <a:pt x="2708" y="21054"/>
                </a:lnTo>
                <a:lnTo>
                  <a:pt x="10096" y="10096"/>
                </a:lnTo>
                <a:lnTo>
                  <a:pt x="21053" y="2709"/>
                </a:lnTo>
                <a:lnTo>
                  <a:pt x="34472" y="0"/>
                </a:lnTo>
                <a:lnTo>
                  <a:pt x="2610755" y="0"/>
                </a:lnTo>
                <a:lnTo>
                  <a:pt x="2642604" y="21280"/>
                </a:lnTo>
                <a:lnTo>
                  <a:pt x="2645227" y="34472"/>
                </a:lnTo>
                <a:lnTo>
                  <a:pt x="2645227" y="172356"/>
                </a:lnTo>
                <a:lnTo>
                  <a:pt x="2642518" y="185775"/>
                </a:lnTo>
                <a:lnTo>
                  <a:pt x="2635131" y="196732"/>
                </a:lnTo>
                <a:lnTo>
                  <a:pt x="2624173" y="204120"/>
                </a:lnTo>
                <a:lnTo>
                  <a:pt x="2610755" y="206828"/>
                </a:lnTo>
                <a:lnTo>
                  <a:pt x="34472" y="206828"/>
                </a:lnTo>
                <a:lnTo>
                  <a:pt x="21053" y="204120"/>
                </a:lnTo>
                <a:lnTo>
                  <a:pt x="10096" y="196732"/>
                </a:lnTo>
                <a:lnTo>
                  <a:pt x="2708" y="185775"/>
                </a:lnTo>
                <a:lnTo>
                  <a:pt x="0" y="172356"/>
                </a:lnTo>
                <a:lnTo>
                  <a:pt x="0" y="34472"/>
                </a:lnTo>
                <a:close/>
              </a:path>
              <a:path w="2645409" h="600710">
                <a:moveTo>
                  <a:pt x="0" y="423510"/>
                </a:moveTo>
                <a:lnTo>
                  <a:pt x="2783" y="409720"/>
                </a:lnTo>
                <a:lnTo>
                  <a:pt x="10376" y="398460"/>
                </a:lnTo>
                <a:lnTo>
                  <a:pt x="21636" y="390867"/>
                </a:lnTo>
                <a:lnTo>
                  <a:pt x="35426" y="388083"/>
                </a:lnTo>
                <a:lnTo>
                  <a:pt x="2609800" y="388083"/>
                </a:lnTo>
                <a:lnTo>
                  <a:pt x="2642531" y="409953"/>
                </a:lnTo>
                <a:lnTo>
                  <a:pt x="2645227" y="423510"/>
                </a:lnTo>
                <a:lnTo>
                  <a:pt x="2645227" y="565213"/>
                </a:lnTo>
                <a:lnTo>
                  <a:pt x="2642443" y="579003"/>
                </a:lnTo>
                <a:lnTo>
                  <a:pt x="2634851" y="590263"/>
                </a:lnTo>
                <a:lnTo>
                  <a:pt x="2623590" y="597856"/>
                </a:lnTo>
                <a:lnTo>
                  <a:pt x="2609800" y="600639"/>
                </a:lnTo>
                <a:lnTo>
                  <a:pt x="35426" y="600639"/>
                </a:lnTo>
                <a:lnTo>
                  <a:pt x="21636" y="597856"/>
                </a:lnTo>
                <a:lnTo>
                  <a:pt x="10376" y="590263"/>
                </a:lnTo>
                <a:lnTo>
                  <a:pt x="2783" y="579003"/>
                </a:lnTo>
                <a:lnTo>
                  <a:pt x="0" y="565213"/>
                </a:lnTo>
                <a:lnTo>
                  <a:pt x="0" y="423510"/>
                </a:lnTo>
                <a:close/>
              </a:path>
            </a:pathLst>
          </a:custGeom>
          <a:ln w="38099">
            <a:solidFill>
              <a:srgbClr val="C82506"/>
            </a:solidFill>
          </a:ln>
        </p:spPr>
        <p:txBody>
          <a:bodyPr wrap="square" lIns="0" tIns="0" rIns="0" bIns="0" rtlCol="0"/>
          <a:lstStyle/>
          <a:p>
            <a:endParaRPr/>
          </a:p>
        </p:txBody>
      </p:sp>
      <p:sp>
        <p:nvSpPr>
          <p:cNvPr id="9" name="object 9"/>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42</a:t>
            </a:fld>
            <a:endParaRPr spc="-25"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487874" y="2386962"/>
            <a:ext cx="4051147" cy="6944177"/>
          </a:xfrm>
          <a:prstGeom prst="rect">
            <a:avLst/>
          </a:prstGeom>
        </p:spPr>
      </p:pic>
      <p:grpSp>
        <p:nvGrpSpPr>
          <p:cNvPr id="3" name="object 3"/>
          <p:cNvGrpSpPr/>
          <p:nvPr/>
        </p:nvGrpSpPr>
        <p:grpSpPr>
          <a:xfrm>
            <a:off x="926232" y="468990"/>
            <a:ext cx="8945245" cy="8862695"/>
            <a:chOff x="926232" y="468990"/>
            <a:chExt cx="8945245" cy="8862695"/>
          </a:xfrm>
        </p:grpSpPr>
        <p:pic>
          <p:nvPicPr>
            <p:cNvPr id="4" name="object 4"/>
            <p:cNvPicPr/>
            <p:nvPr/>
          </p:nvPicPr>
          <p:blipFill>
            <a:blip r:embed="rId3" cstate="print"/>
            <a:stretch>
              <a:fillRect/>
            </a:stretch>
          </p:blipFill>
          <p:spPr>
            <a:xfrm>
              <a:off x="926232" y="468990"/>
              <a:ext cx="6993320" cy="4962256"/>
            </a:xfrm>
            <a:prstGeom prst="rect">
              <a:avLst/>
            </a:prstGeom>
          </p:spPr>
        </p:pic>
        <p:pic>
          <p:nvPicPr>
            <p:cNvPr id="5" name="object 5"/>
            <p:cNvPicPr/>
            <p:nvPr/>
          </p:nvPicPr>
          <p:blipFill>
            <a:blip r:embed="rId4" cstate="print"/>
            <a:stretch>
              <a:fillRect/>
            </a:stretch>
          </p:blipFill>
          <p:spPr>
            <a:xfrm>
              <a:off x="1110110" y="2386962"/>
              <a:ext cx="8270894" cy="6944177"/>
            </a:xfrm>
            <a:prstGeom prst="rect">
              <a:avLst/>
            </a:prstGeom>
          </p:spPr>
        </p:pic>
        <p:sp>
          <p:nvSpPr>
            <p:cNvPr id="6" name="object 6"/>
            <p:cNvSpPr/>
            <p:nvPr/>
          </p:nvSpPr>
          <p:spPr>
            <a:xfrm>
              <a:off x="3716625" y="1383493"/>
              <a:ext cx="6154420" cy="655320"/>
            </a:xfrm>
            <a:custGeom>
              <a:avLst/>
              <a:gdLst/>
              <a:ahLst/>
              <a:cxnLst/>
              <a:rect l="l" t="t" r="r" b="b"/>
              <a:pathLst>
                <a:path w="6154420" h="655319">
                  <a:moveTo>
                    <a:pt x="6045179" y="654854"/>
                  </a:moveTo>
                  <a:lnTo>
                    <a:pt x="1251311" y="654854"/>
                  </a:lnTo>
                  <a:lnTo>
                    <a:pt x="1208828" y="646278"/>
                  </a:lnTo>
                  <a:lnTo>
                    <a:pt x="1174136" y="622887"/>
                  </a:lnTo>
                  <a:lnTo>
                    <a:pt x="1150746" y="588195"/>
                  </a:lnTo>
                  <a:lnTo>
                    <a:pt x="1142169" y="545712"/>
                  </a:lnTo>
                  <a:lnTo>
                    <a:pt x="0" y="427764"/>
                  </a:lnTo>
                  <a:lnTo>
                    <a:pt x="1142169" y="381998"/>
                  </a:lnTo>
                  <a:lnTo>
                    <a:pt x="1142169" y="109142"/>
                  </a:lnTo>
                  <a:lnTo>
                    <a:pt x="1150746" y="66659"/>
                  </a:lnTo>
                  <a:lnTo>
                    <a:pt x="1174136" y="31967"/>
                  </a:lnTo>
                  <a:lnTo>
                    <a:pt x="1208828" y="8576"/>
                  </a:lnTo>
                  <a:lnTo>
                    <a:pt x="1251311" y="0"/>
                  </a:lnTo>
                  <a:lnTo>
                    <a:pt x="6045179" y="0"/>
                  </a:lnTo>
                  <a:lnTo>
                    <a:pt x="6086946" y="8307"/>
                  </a:lnTo>
                  <a:lnTo>
                    <a:pt x="6122355" y="31967"/>
                  </a:lnTo>
                  <a:lnTo>
                    <a:pt x="6146014" y="67375"/>
                  </a:lnTo>
                  <a:lnTo>
                    <a:pt x="6154321" y="109142"/>
                  </a:lnTo>
                  <a:lnTo>
                    <a:pt x="6154321" y="545712"/>
                  </a:lnTo>
                  <a:lnTo>
                    <a:pt x="6145745" y="588195"/>
                  </a:lnTo>
                  <a:lnTo>
                    <a:pt x="6122355" y="622887"/>
                  </a:lnTo>
                  <a:lnTo>
                    <a:pt x="6087663" y="646278"/>
                  </a:lnTo>
                  <a:lnTo>
                    <a:pt x="6045179" y="654854"/>
                  </a:lnTo>
                  <a:close/>
                </a:path>
              </a:pathLst>
            </a:custGeom>
            <a:solidFill>
              <a:srgbClr val="C82506"/>
            </a:solidFill>
          </p:spPr>
          <p:txBody>
            <a:bodyPr wrap="square" lIns="0" tIns="0" rIns="0" bIns="0" rtlCol="0"/>
            <a:lstStyle/>
            <a:p>
              <a:endParaRPr/>
            </a:p>
          </p:txBody>
        </p:sp>
      </p:grpSp>
      <p:sp>
        <p:nvSpPr>
          <p:cNvPr id="7" name="object 7"/>
          <p:cNvSpPr txBox="1"/>
          <p:nvPr/>
        </p:nvSpPr>
        <p:spPr>
          <a:xfrm>
            <a:off x="4963786" y="1551917"/>
            <a:ext cx="397573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Arial MT"/>
                <a:cs typeface="Arial MT"/>
              </a:rPr>
              <a:t>4.</a:t>
            </a:r>
            <a:r>
              <a:rPr sz="1800" spc="-20" dirty="0">
                <a:solidFill>
                  <a:srgbClr val="FFFFFF"/>
                </a:solidFill>
                <a:latin typeface="Arial MT"/>
                <a:cs typeface="Arial MT"/>
              </a:rPr>
              <a:t> </a:t>
            </a:r>
            <a:r>
              <a:rPr sz="1800" dirty="0">
                <a:solidFill>
                  <a:srgbClr val="FFFFFF"/>
                </a:solidFill>
                <a:latin typeface="Arial MT"/>
                <a:cs typeface="Arial MT"/>
              </a:rPr>
              <a:t>Make</a:t>
            </a:r>
            <a:r>
              <a:rPr sz="1800" spc="-15" dirty="0">
                <a:solidFill>
                  <a:srgbClr val="FFFFFF"/>
                </a:solidFill>
                <a:latin typeface="Arial MT"/>
                <a:cs typeface="Arial MT"/>
              </a:rPr>
              <a:t> </a:t>
            </a:r>
            <a:r>
              <a:rPr sz="1800" dirty="0">
                <a:solidFill>
                  <a:srgbClr val="FFFFFF"/>
                </a:solidFill>
                <a:latin typeface="Arial MT"/>
                <a:cs typeface="Arial MT"/>
              </a:rPr>
              <a:t>Changes</a:t>
            </a:r>
            <a:r>
              <a:rPr sz="1800" spc="-15" dirty="0">
                <a:solidFill>
                  <a:srgbClr val="FFFFFF"/>
                </a:solidFill>
                <a:latin typeface="Arial MT"/>
                <a:cs typeface="Arial MT"/>
              </a:rPr>
              <a:t> </a:t>
            </a:r>
            <a:r>
              <a:rPr sz="1800" dirty="0">
                <a:solidFill>
                  <a:srgbClr val="FFFFFF"/>
                </a:solidFill>
                <a:latin typeface="Arial MT"/>
                <a:cs typeface="Arial MT"/>
              </a:rPr>
              <a:t>in</a:t>
            </a:r>
            <a:r>
              <a:rPr sz="1800" spc="-15" dirty="0">
                <a:solidFill>
                  <a:srgbClr val="FFFFFF"/>
                </a:solidFill>
                <a:latin typeface="Arial MT"/>
                <a:cs typeface="Arial MT"/>
              </a:rPr>
              <a:t> </a:t>
            </a:r>
            <a:r>
              <a:rPr sz="1800" dirty="0">
                <a:solidFill>
                  <a:srgbClr val="FFFFFF"/>
                </a:solidFill>
                <a:latin typeface="Arial MT"/>
                <a:cs typeface="Arial MT"/>
              </a:rPr>
              <a:t>the</a:t>
            </a:r>
            <a:r>
              <a:rPr sz="1800" spc="-15" dirty="0">
                <a:solidFill>
                  <a:srgbClr val="FFFFFF"/>
                </a:solidFill>
                <a:latin typeface="Arial MT"/>
                <a:cs typeface="Arial MT"/>
              </a:rPr>
              <a:t> </a:t>
            </a:r>
            <a:r>
              <a:rPr sz="1800" dirty="0">
                <a:solidFill>
                  <a:srgbClr val="FFFFFF"/>
                </a:solidFill>
                <a:latin typeface="Arial MT"/>
                <a:cs typeface="Arial MT"/>
              </a:rPr>
              <a:t>feature</a:t>
            </a:r>
            <a:r>
              <a:rPr sz="1800" spc="-15" dirty="0">
                <a:solidFill>
                  <a:srgbClr val="FFFFFF"/>
                </a:solidFill>
                <a:latin typeface="Arial MT"/>
                <a:cs typeface="Arial MT"/>
              </a:rPr>
              <a:t> </a:t>
            </a:r>
            <a:r>
              <a:rPr sz="1800" spc="-10" dirty="0">
                <a:solidFill>
                  <a:srgbClr val="FFFFFF"/>
                </a:solidFill>
                <a:latin typeface="Arial MT"/>
                <a:cs typeface="Arial MT"/>
              </a:rPr>
              <a:t>branch</a:t>
            </a:r>
            <a:endParaRPr sz="1800">
              <a:latin typeface="Arial MT"/>
              <a:cs typeface="Arial MT"/>
            </a:endParaRPr>
          </a:p>
        </p:txBody>
      </p:sp>
      <p:grpSp>
        <p:nvGrpSpPr>
          <p:cNvPr id="8" name="object 8"/>
          <p:cNvGrpSpPr/>
          <p:nvPr/>
        </p:nvGrpSpPr>
        <p:grpSpPr>
          <a:xfrm>
            <a:off x="991659" y="1530452"/>
            <a:ext cx="11764010" cy="4182110"/>
            <a:chOff x="991659" y="1530452"/>
            <a:chExt cx="11764010" cy="4182110"/>
          </a:xfrm>
        </p:grpSpPr>
        <p:sp>
          <p:nvSpPr>
            <p:cNvPr id="9" name="object 9"/>
            <p:cNvSpPr/>
            <p:nvPr/>
          </p:nvSpPr>
          <p:spPr>
            <a:xfrm>
              <a:off x="1010709" y="1549502"/>
              <a:ext cx="7632700" cy="4144010"/>
            </a:xfrm>
            <a:custGeom>
              <a:avLst/>
              <a:gdLst/>
              <a:ahLst/>
              <a:cxnLst/>
              <a:rect l="l" t="t" r="r" b="b"/>
              <a:pathLst>
                <a:path w="7632700" h="4144010">
                  <a:moveTo>
                    <a:pt x="0" y="53807"/>
                  </a:moveTo>
                  <a:lnTo>
                    <a:pt x="4228" y="32863"/>
                  </a:lnTo>
                  <a:lnTo>
                    <a:pt x="15759" y="15759"/>
                  </a:lnTo>
                  <a:lnTo>
                    <a:pt x="32863" y="4228"/>
                  </a:lnTo>
                  <a:lnTo>
                    <a:pt x="53807" y="0"/>
                  </a:lnTo>
                  <a:lnTo>
                    <a:pt x="2505997" y="0"/>
                  </a:lnTo>
                  <a:lnTo>
                    <a:pt x="2544044" y="15759"/>
                  </a:lnTo>
                  <a:lnTo>
                    <a:pt x="2559804" y="53807"/>
                  </a:lnTo>
                  <a:lnTo>
                    <a:pt x="2559804" y="269033"/>
                  </a:lnTo>
                  <a:lnTo>
                    <a:pt x="2555576" y="289977"/>
                  </a:lnTo>
                  <a:lnTo>
                    <a:pt x="2544045" y="307080"/>
                  </a:lnTo>
                  <a:lnTo>
                    <a:pt x="2526941" y="318612"/>
                  </a:lnTo>
                  <a:lnTo>
                    <a:pt x="2505997" y="322840"/>
                  </a:lnTo>
                  <a:lnTo>
                    <a:pt x="53807" y="322840"/>
                  </a:lnTo>
                  <a:lnTo>
                    <a:pt x="32863" y="318612"/>
                  </a:lnTo>
                  <a:lnTo>
                    <a:pt x="15759" y="307080"/>
                  </a:lnTo>
                  <a:lnTo>
                    <a:pt x="4228" y="289977"/>
                  </a:lnTo>
                  <a:lnTo>
                    <a:pt x="0" y="269033"/>
                  </a:lnTo>
                  <a:lnTo>
                    <a:pt x="0" y="53807"/>
                  </a:lnTo>
                  <a:close/>
                </a:path>
                <a:path w="7632700" h="4144010">
                  <a:moveTo>
                    <a:pt x="3581400" y="3578558"/>
                  </a:moveTo>
                  <a:lnTo>
                    <a:pt x="3590283" y="3534559"/>
                  </a:lnTo>
                  <a:lnTo>
                    <a:pt x="3614508" y="3498629"/>
                  </a:lnTo>
                  <a:lnTo>
                    <a:pt x="3650438" y="3474404"/>
                  </a:lnTo>
                  <a:lnTo>
                    <a:pt x="3694437" y="3465521"/>
                  </a:lnTo>
                  <a:lnTo>
                    <a:pt x="7519512" y="3465521"/>
                  </a:lnTo>
                  <a:lnTo>
                    <a:pt x="7562770" y="3474126"/>
                  </a:lnTo>
                  <a:lnTo>
                    <a:pt x="7599441" y="3498629"/>
                  </a:lnTo>
                  <a:lnTo>
                    <a:pt x="7623944" y="3535301"/>
                  </a:lnTo>
                  <a:lnTo>
                    <a:pt x="7632548" y="3578558"/>
                  </a:lnTo>
                  <a:lnTo>
                    <a:pt x="7632548" y="4030690"/>
                  </a:lnTo>
                  <a:lnTo>
                    <a:pt x="7623665" y="4074689"/>
                  </a:lnTo>
                  <a:lnTo>
                    <a:pt x="7599441" y="4110619"/>
                  </a:lnTo>
                  <a:lnTo>
                    <a:pt x="7563511" y="4134844"/>
                  </a:lnTo>
                  <a:lnTo>
                    <a:pt x="7519512" y="4143726"/>
                  </a:lnTo>
                  <a:lnTo>
                    <a:pt x="3694437" y="4143726"/>
                  </a:lnTo>
                  <a:lnTo>
                    <a:pt x="3650438" y="4134844"/>
                  </a:lnTo>
                  <a:lnTo>
                    <a:pt x="3614508" y="4110619"/>
                  </a:lnTo>
                  <a:lnTo>
                    <a:pt x="3590283" y="4074689"/>
                  </a:lnTo>
                  <a:lnTo>
                    <a:pt x="3581400" y="4030690"/>
                  </a:lnTo>
                  <a:lnTo>
                    <a:pt x="3581400" y="3578558"/>
                  </a:lnTo>
                  <a:close/>
                </a:path>
              </a:pathLst>
            </a:custGeom>
            <a:ln w="38099">
              <a:solidFill>
                <a:srgbClr val="C82506"/>
              </a:solidFill>
            </a:ln>
          </p:spPr>
          <p:txBody>
            <a:bodyPr wrap="square" lIns="0" tIns="0" rIns="0" bIns="0" rtlCol="0"/>
            <a:lstStyle/>
            <a:p>
              <a:endParaRPr/>
            </a:p>
          </p:txBody>
        </p:sp>
        <p:sp>
          <p:nvSpPr>
            <p:cNvPr id="10" name="object 10"/>
            <p:cNvSpPr/>
            <p:nvPr/>
          </p:nvSpPr>
          <p:spPr>
            <a:xfrm>
              <a:off x="7743509" y="3124200"/>
              <a:ext cx="5012690" cy="1779905"/>
            </a:xfrm>
            <a:custGeom>
              <a:avLst/>
              <a:gdLst/>
              <a:ahLst/>
              <a:cxnLst/>
              <a:rect l="l" t="t" r="r" b="b"/>
              <a:pathLst>
                <a:path w="5012690" h="1779904">
                  <a:moveTo>
                    <a:pt x="4802274" y="1259266"/>
                  </a:moveTo>
                  <a:lnTo>
                    <a:pt x="209877" y="1259266"/>
                  </a:lnTo>
                  <a:lnTo>
                    <a:pt x="161754" y="1253723"/>
                  </a:lnTo>
                  <a:lnTo>
                    <a:pt x="117578" y="1237933"/>
                  </a:lnTo>
                  <a:lnTo>
                    <a:pt x="78609" y="1213158"/>
                  </a:lnTo>
                  <a:lnTo>
                    <a:pt x="46107" y="1180656"/>
                  </a:lnTo>
                  <a:lnTo>
                    <a:pt x="21332" y="1141687"/>
                  </a:lnTo>
                  <a:lnTo>
                    <a:pt x="5542" y="1097511"/>
                  </a:lnTo>
                  <a:lnTo>
                    <a:pt x="0" y="1049388"/>
                  </a:lnTo>
                  <a:lnTo>
                    <a:pt x="0" y="209877"/>
                  </a:lnTo>
                  <a:lnTo>
                    <a:pt x="5542" y="161754"/>
                  </a:lnTo>
                  <a:lnTo>
                    <a:pt x="21332" y="117578"/>
                  </a:lnTo>
                  <a:lnTo>
                    <a:pt x="46107" y="78609"/>
                  </a:lnTo>
                  <a:lnTo>
                    <a:pt x="78609" y="46107"/>
                  </a:lnTo>
                  <a:lnTo>
                    <a:pt x="117578" y="21332"/>
                  </a:lnTo>
                  <a:lnTo>
                    <a:pt x="161754" y="5543"/>
                  </a:lnTo>
                  <a:lnTo>
                    <a:pt x="209877" y="0"/>
                  </a:lnTo>
                  <a:lnTo>
                    <a:pt x="4802274" y="0"/>
                  </a:lnTo>
                  <a:lnTo>
                    <a:pt x="4843411" y="4069"/>
                  </a:lnTo>
                  <a:lnTo>
                    <a:pt x="4882591" y="15975"/>
                  </a:lnTo>
                  <a:lnTo>
                    <a:pt x="4918715" y="35261"/>
                  </a:lnTo>
                  <a:lnTo>
                    <a:pt x="4950680" y="61471"/>
                  </a:lnTo>
                  <a:lnTo>
                    <a:pt x="4976890" y="93437"/>
                  </a:lnTo>
                  <a:lnTo>
                    <a:pt x="4996176" y="129560"/>
                  </a:lnTo>
                  <a:lnTo>
                    <a:pt x="5008082" y="168741"/>
                  </a:lnTo>
                  <a:lnTo>
                    <a:pt x="5012152" y="209877"/>
                  </a:lnTo>
                  <a:lnTo>
                    <a:pt x="5012152" y="1049388"/>
                  </a:lnTo>
                  <a:lnTo>
                    <a:pt x="5006609" y="1097511"/>
                  </a:lnTo>
                  <a:lnTo>
                    <a:pt x="4990820" y="1141687"/>
                  </a:lnTo>
                  <a:lnTo>
                    <a:pt x="4966044" y="1180656"/>
                  </a:lnTo>
                  <a:lnTo>
                    <a:pt x="4933542" y="1213158"/>
                  </a:lnTo>
                  <a:lnTo>
                    <a:pt x="4894573" y="1237933"/>
                  </a:lnTo>
                  <a:lnTo>
                    <a:pt x="4850398" y="1253723"/>
                  </a:lnTo>
                  <a:lnTo>
                    <a:pt x="4802274" y="1259266"/>
                  </a:lnTo>
                  <a:close/>
                </a:path>
                <a:path w="5012690" h="1779904">
                  <a:moveTo>
                    <a:pt x="468936" y="1779594"/>
                  </a:moveTo>
                  <a:lnTo>
                    <a:pt x="835358" y="1259266"/>
                  </a:lnTo>
                  <a:lnTo>
                    <a:pt x="2088396" y="1259266"/>
                  </a:lnTo>
                  <a:lnTo>
                    <a:pt x="468936" y="1779594"/>
                  </a:lnTo>
                  <a:close/>
                </a:path>
              </a:pathLst>
            </a:custGeom>
            <a:solidFill>
              <a:srgbClr val="C82506"/>
            </a:solidFill>
          </p:spPr>
          <p:txBody>
            <a:bodyPr wrap="square" lIns="0" tIns="0" rIns="0" bIns="0" rtlCol="0"/>
            <a:lstStyle/>
            <a:p>
              <a:endParaRPr/>
            </a:p>
          </p:txBody>
        </p:sp>
      </p:grpSp>
      <p:sp>
        <p:nvSpPr>
          <p:cNvPr id="11" name="object 11"/>
          <p:cNvSpPr txBox="1"/>
          <p:nvPr/>
        </p:nvSpPr>
        <p:spPr>
          <a:xfrm>
            <a:off x="7878005" y="3320510"/>
            <a:ext cx="4646295" cy="848360"/>
          </a:xfrm>
          <a:prstGeom prst="rect">
            <a:avLst/>
          </a:prstGeom>
        </p:spPr>
        <p:txBody>
          <a:bodyPr vert="horz" wrap="square" lIns="0" tIns="12700" rIns="0" bIns="0" rtlCol="0">
            <a:spAutoFit/>
          </a:bodyPr>
          <a:lstStyle/>
          <a:p>
            <a:pPr marL="12700" marR="5080">
              <a:lnSpc>
                <a:spcPct val="100000"/>
              </a:lnSpc>
              <a:spcBef>
                <a:spcPts val="100"/>
              </a:spcBef>
            </a:pPr>
            <a:r>
              <a:rPr sz="1800" dirty="0">
                <a:solidFill>
                  <a:srgbClr val="FFFFFF"/>
                </a:solidFill>
                <a:latin typeface="Arial MT"/>
                <a:cs typeface="Arial MT"/>
              </a:rPr>
              <a:t>5.</a:t>
            </a:r>
            <a:r>
              <a:rPr sz="1800" spc="-125" dirty="0">
                <a:solidFill>
                  <a:srgbClr val="FFFFFF"/>
                </a:solidFill>
                <a:latin typeface="Arial MT"/>
                <a:cs typeface="Arial MT"/>
              </a:rPr>
              <a:t> </a:t>
            </a:r>
            <a:r>
              <a:rPr sz="1800" dirty="0">
                <a:solidFill>
                  <a:srgbClr val="FFFFFF"/>
                </a:solidFill>
                <a:latin typeface="Arial MT"/>
                <a:cs typeface="Arial MT"/>
              </a:rPr>
              <a:t>Add</a:t>
            </a:r>
            <a:r>
              <a:rPr sz="1800" spc="-15" dirty="0">
                <a:solidFill>
                  <a:srgbClr val="FFFFFF"/>
                </a:solidFill>
                <a:latin typeface="Arial MT"/>
                <a:cs typeface="Arial MT"/>
              </a:rPr>
              <a:t> </a:t>
            </a:r>
            <a:r>
              <a:rPr sz="1800" dirty="0">
                <a:solidFill>
                  <a:srgbClr val="FFFFFF"/>
                </a:solidFill>
                <a:latin typeface="Arial MT"/>
                <a:cs typeface="Arial MT"/>
              </a:rPr>
              <a:t>and</a:t>
            </a:r>
            <a:r>
              <a:rPr sz="1800" spc="-15" dirty="0">
                <a:solidFill>
                  <a:srgbClr val="FFFFFF"/>
                </a:solidFill>
                <a:latin typeface="Arial MT"/>
                <a:cs typeface="Arial MT"/>
              </a:rPr>
              <a:t> </a:t>
            </a:r>
            <a:r>
              <a:rPr sz="1800" dirty="0">
                <a:solidFill>
                  <a:srgbClr val="FFFFFF"/>
                </a:solidFill>
                <a:latin typeface="Arial MT"/>
                <a:cs typeface="Arial MT"/>
              </a:rPr>
              <a:t>commit</a:t>
            </a:r>
            <a:r>
              <a:rPr sz="1800" spc="-15" dirty="0">
                <a:solidFill>
                  <a:srgbClr val="FFFFFF"/>
                </a:solidFill>
                <a:latin typeface="Arial MT"/>
                <a:cs typeface="Arial MT"/>
              </a:rPr>
              <a:t> </a:t>
            </a:r>
            <a:r>
              <a:rPr sz="1800" dirty="0">
                <a:solidFill>
                  <a:srgbClr val="FFFFFF"/>
                </a:solidFill>
                <a:latin typeface="Arial MT"/>
                <a:cs typeface="Arial MT"/>
              </a:rPr>
              <a:t>the</a:t>
            </a:r>
            <a:r>
              <a:rPr sz="1800" spc="-15" dirty="0">
                <a:solidFill>
                  <a:srgbClr val="FFFFFF"/>
                </a:solidFill>
                <a:latin typeface="Arial MT"/>
                <a:cs typeface="Arial MT"/>
              </a:rPr>
              <a:t> </a:t>
            </a:r>
            <a:r>
              <a:rPr sz="1800" dirty="0">
                <a:solidFill>
                  <a:srgbClr val="FFFFFF"/>
                </a:solidFill>
                <a:latin typeface="Arial MT"/>
                <a:cs typeface="Arial MT"/>
              </a:rPr>
              <a:t>check</a:t>
            </a:r>
            <a:r>
              <a:rPr sz="1800" spc="-15" dirty="0">
                <a:solidFill>
                  <a:srgbClr val="FFFFFF"/>
                </a:solidFill>
                <a:latin typeface="Arial MT"/>
                <a:cs typeface="Arial MT"/>
              </a:rPr>
              <a:t> </a:t>
            </a:r>
            <a:r>
              <a:rPr sz="1800" dirty="0">
                <a:solidFill>
                  <a:srgbClr val="FFFFFF"/>
                </a:solidFill>
                <a:latin typeface="Arial MT"/>
                <a:cs typeface="Arial MT"/>
              </a:rPr>
              <a:t>in</a:t>
            </a:r>
            <a:r>
              <a:rPr sz="1800" spc="-10" dirty="0">
                <a:solidFill>
                  <a:srgbClr val="FFFFFF"/>
                </a:solidFill>
                <a:latin typeface="Arial MT"/>
                <a:cs typeface="Arial MT"/>
              </a:rPr>
              <a:t> feature </a:t>
            </a:r>
            <a:r>
              <a:rPr sz="1800" dirty="0">
                <a:solidFill>
                  <a:srgbClr val="FFFFFF"/>
                </a:solidFill>
                <a:latin typeface="Arial MT"/>
                <a:cs typeface="Arial MT"/>
              </a:rPr>
              <a:t>branch.</a:t>
            </a:r>
            <a:r>
              <a:rPr sz="1800" spc="-25" dirty="0">
                <a:solidFill>
                  <a:srgbClr val="FFFFFF"/>
                </a:solidFill>
                <a:latin typeface="Arial MT"/>
                <a:cs typeface="Arial MT"/>
              </a:rPr>
              <a:t> </a:t>
            </a:r>
            <a:r>
              <a:rPr sz="1800" dirty="0">
                <a:solidFill>
                  <a:srgbClr val="FFFFFF"/>
                </a:solidFill>
                <a:latin typeface="Arial MT"/>
                <a:cs typeface="Arial MT"/>
              </a:rPr>
              <a:t>(use</a:t>
            </a:r>
            <a:r>
              <a:rPr sz="1800" spc="-20" dirty="0">
                <a:solidFill>
                  <a:srgbClr val="FFFFFF"/>
                </a:solidFill>
                <a:latin typeface="Arial MT"/>
                <a:cs typeface="Arial MT"/>
              </a:rPr>
              <a:t> </a:t>
            </a:r>
            <a:r>
              <a:rPr sz="1800" dirty="0">
                <a:solidFill>
                  <a:srgbClr val="FFFFFF"/>
                </a:solidFill>
                <a:latin typeface="Arial MT"/>
                <a:cs typeface="Arial MT"/>
              </a:rPr>
              <a:t>‘’git</a:t>
            </a:r>
            <a:r>
              <a:rPr sz="1800" spc="-20" dirty="0">
                <a:solidFill>
                  <a:srgbClr val="FFFFFF"/>
                </a:solidFill>
                <a:latin typeface="Arial MT"/>
                <a:cs typeface="Arial MT"/>
              </a:rPr>
              <a:t> </a:t>
            </a:r>
            <a:r>
              <a:rPr sz="1800" dirty="0">
                <a:solidFill>
                  <a:srgbClr val="FFFFFF"/>
                </a:solidFill>
                <a:latin typeface="Arial MT"/>
                <a:cs typeface="Arial MT"/>
              </a:rPr>
              <a:t>add</a:t>
            </a:r>
            <a:r>
              <a:rPr sz="1800" spc="-20" dirty="0">
                <a:solidFill>
                  <a:srgbClr val="FFFFFF"/>
                </a:solidFill>
                <a:latin typeface="Arial MT"/>
                <a:cs typeface="Arial MT"/>
              </a:rPr>
              <a:t> </a:t>
            </a:r>
            <a:r>
              <a:rPr sz="1800" dirty="0">
                <a:solidFill>
                  <a:srgbClr val="FFFFFF"/>
                </a:solidFill>
                <a:latin typeface="Arial MT"/>
                <a:cs typeface="Arial MT"/>
              </a:rPr>
              <a:t>*’’</a:t>
            </a:r>
            <a:r>
              <a:rPr sz="1800" spc="-85" dirty="0">
                <a:solidFill>
                  <a:srgbClr val="FFFFFF"/>
                </a:solidFill>
                <a:latin typeface="Arial MT"/>
                <a:cs typeface="Arial MT"/>
              </a:rPr>
              <a:t> </a:t>
            </a:r>
            <a:r>
              <a:rPr sz="1800" dirty="0">
                <a:solidFill>
                  <a:srgbClr val="FFFFFF"/>
                </a:solidFill>
                <a:latin typeface="Arial MT"/>
                <a:cs typeface="Arial MT"/>
              </a:rPr>
              <a:t>to</a:t>
            </a:r>
            <a:r>
              <a:rPr sz="1800" spc="-20" dirty="0">
                <a:solidFill>
                  <a:srgbClr val="FFFFFF"/>
                </a:solidFill>
                <a:latin typeface="Arial MT"/>
                <a:cs typeface="Arial MT"/>
              </a:rPr>
              <a:t> </a:t>
            </a:r>
            <a:r>
              <a:rPr sz="1800" dirty="0">
                <a:solidFill>
                  <a:srgbClr val="FFFFFF"/>
                </a:solidFill>
                <a:latin typeface="Arial MT"/>
                <a:cs typeface="Arial MT"/>
              </a:rPr>
              <a:t>stage</a:t>
            </a:r>
            <a:r>
              <a:rPr sz="1800" spc="-25" dirty="0">
                <a:solidFill>
                  <a:srgbClr val="FFFFFF"/>
                </a:solidFill>
                <a:latin typeface="Arial MT"/>
                <a:cs typeface="Arial MT"/>
              </a:rPr>
              <a:t> </a:t>
            </a:r>
            <a:r>
              <a:rPr sz="1800" dirty="0">
                <a:solidFill>
                  <a:srgbClr val="FFFFFF"/>
                </a:solidFill>
                <a:latin typeface="Arial MT"/>
                <a:cs typeface="Arial MT"/>
              </a:rPr>
              <a:t>all</a:t>
            </a:r>
            <a:r>
              <a:rPr sz="1800" spc="-20" dirty="0">
                <a:solidFill>
                  <a:srgbClr val="FFFFFF"/>
                </a:solidFill>
                <a:latin typeface="Arial MT"/>
                <a:cs typeface="Arial MT"/>
              </a:rPr>
              <a:t> </a:t>
            </a:r>
            <a:r>
              <a:rPr sz="1800" dirty="0">
                <a:solidFill>
                  <a:srgbClr val="FFFFFF"/>
                </a:solidFill>
                <a:latin typeface="Arial MT"/>
                <a:cs typeface="Arial MT"/>
              </a:rPr>
              <a:t>files</a:t>
            </a:r>
            <a:r>
              <a:rPr sz="1800" spc="-20" dirty="0">
                <a:solidFill>
                  <a:srgbClr val="FFFFFF"/>
                </a:solidFill>
                <a:latin typeface="Arial MT"/>
                <a:cs typeface="Arial MT"/>
              </a:rPr>
              <a:t> </a:t>
            </a:r>
            <a:r>
              <a:rPr sz="1800" dirty="0">
                <a:solidFill>
                  <a:srgbClr val="FFFFFF"/>
                </a:solidFill>
                <a:latin typeface="Arial MT"/>
                <a:cs typeface="Arial MT"/>
              </a:rPr>
              <a:t>in</a:t>
            </a:r>
            <a:r>
              <a:rPr sz="1800" spc="-20" dirty="0">
                <a:solidFill>
                  <a:srgbClr val="FFFFFF"/>
                </a:solidFill>
                <a:latin typeface="Arial MT"/>
                <a:cs typeface="Arial MT"/>
              </a:rPr>
              <a:t> </a:t>
            </a:r>
            <a:r>
              <a:rPr sz="1800" spc="-25" dirty="0">
                <a:solidFill>
                  <a:srgbClr val="FFFFFF"/>
                </a:solidFill>
                <a:latin typeface="Arial MT"/>
                <a:cs typeface="Arial MT"/>
              </a:rPr>
              <a:t>the </a:t>
            </a:r>
            <a:r>
              <a:rPr sz="1800" dirty="0">
                <a:solidFill>
                  <a:srgbClr val="FFFFFF"/>
                </a:solidFill>
                <a:latin typeface="Arial MT"/>
                <a:cs typeface="Arial MT"/>
              </a:rPr>
              <a:t>current</a:t>
            </a:r>
            <a:r>
              <a:rPr sz="1800" spc="-35" dirty="0">
                <a:solidFill>
                  <a:srgbClr val="FFFFFF"/>
                </a:solidFill>
                <a:latin typeface="Arial MT"/>
                <a:cs typeface="Arial MT"/>
              </a:rPr>
              <a:t> </a:t>
            </a:r>
            <a:r>
              <a:rPr sz="1800" spc="-10" dirty="0">
                <a:solidFill>
                  <a:srgbClr val="FFFFFF"/>
                </a:solidFill>
                <a:latin typeface="Arial MT"/>
                <a:cs typeface="Arial MT"/>
              </a:rPr>
              <a:t>directory)</a:t>
            </a:r>
            <a:endParaRPr sz="1800">
              <a:latin typeface="Arial MT"/>
              <a:cs typeface="Arial MT"/>
            </a:endParaRPr>
          </a:p>
        </p:txBody>
      </p:sp>
      <p:sp>
        <p:nvSpPr>
          <p:cNvPr id="12" name="object 12"/>
          <p:cNvSpPr/>
          <p:nvPr/>
        </p:nvSpPr>
        <p:spPr>
          <a:xfrm>
            <a:off x="1110108" y="6324786"/>
            <a:ext cx="7989570" cy="2625725"/>
          </a:xfrm>
          <a:custGeom>
            <a:avLst/>
            <a:gdLst/>
            <a:ahLst/>
            <a:cxnLst/>
            <a:rect l="l" t="t" r="r" b="b"/>
            <a:pathLst>
              <a:path w="7989570" h="2625725">
                <a:moveTo>
                  <a:pt x="0" y="437567"/>
                </a:moveTo>
                <a:lnTo>
                  <a:pt x="2567" y="389890"/>
                </a:lnTo>
                <a:lnTo>
                  <a:pt x="10092" y="343699"/>
                </a:lnTo>
                <a:lnTo>
                  <a:pt x="22307" y="299262"/>
                </a:lnTo>
                <a:lnTo>
                  <a:pt x="38945" y="256846"/>
                </a:lnTo>
                <a:lnTo>
                  <a:pt x="59740" y="216718"/>
                </a:lnTo>
                <a:lnTo>
                  <a:pt x="84425" y="179145"/>
                </a:lnTo>
                <a:lnTo>
                  <a:pt x="112732" y="144394"/>
                </a:lnTo>
                <a:lnTo>
                  <a:pt x="144394" y="112732"/>
                </a:lnTo>
                <a:lnTo>
                  <a:pt x="179145" y="84425"/>
                </a:lnTo>
                <a:lnTo>
                  <a:pt x="216718" y="59740"/>
                </a:lnTo>
                <a:lnTo>
                  <a:pt x="256846" y="38945"/>
                </a:lnTo>
                <a:lnTo>
                  <a:pt x="299262" y="22307"/>
                </a:lnTo>
                <a:lnTo>
                  <a:pt x="343699" y="10092"/>
                </a:lnTo>
                <a:lnTo>
                  <a:pt x="389889" y="2567"/>
                </a:lnTo>
                <a:lnTo>
                  <a:pt x="437567" y="0"/>
                </a:lnTo>
                <a:lnTo>
                  <a:pt x="7551600" y="0"/>
                </a:lnTo>
                <a:lnTo>
                  <a:pt x="7600973" y="2792"/>
                </a:lnTo>
                <a:lnTo>
                  <a:pt x="7649336" y="11053"/>
                </a:lnTo>
                <a:lnTo>
                  <a:pt x="7696261" y="24604"/>
                </a:lnTo>
                <a:lnTo>
                  <a:pt x="7741318" y="43267"/>
                </a:lnTo>
                <a:lnTo>
                  <a:pt x="7784081" y="66866"/>
                </a:lnTo>
                <a:lnTo>
                  <a:pt x="7824120" y="95223"/>
                </a:lnTo>
                <a:lnTo>
                  <a:pt x="7861007" y="128160"/>
                </a:lnTo>
                <a:lnTo>
                  <a:pt x="7893944" y="165047"/>
                </a:lnTo>
                <a:lnTo>
                  <a:pt x="7922301" y="205086"/>
                </a:lnTo>
                <a:lnTo>
                  <a:pt x="7945900" y="247849"/>
                </a:lnTo>
                <a:lnTo>
                  <a:pt x="7964564" y="292906"/>
                </a:lnTo>
                <a:lnTo>
                  <a:pt x="7978114" y="339831"/>
                </a:lnTo>
                <a:lnTo>
                  <a:pt x="7986375" y="388194"/>
                </a:lnTo>
                <a:lnTo>
                  <a:pt x="7989168" y="437567"/>
                </a:lnTo>
                <a:lnTo>
                  <a:pt x="7989168" y="2187785"/>
                </a:lnTo>
                <a:lnTo>
                  <a:pt x="7986600" y="2235463"/>
                </a:lnTo>
                <a:lnTo>
                  <a:pt x="7979076" y="2281654"/>
                </a:lnTo>
                <a:lnTo>
                  <a:pt x="7966860" y="2326090"/>
                </a:lnTo>
                <a:lnTo>
                  <a:pt x="7950222" y="2368506"/>
                </a:lnTo>
                <a:lnTo>
                  <a:pt x="7929427" y="2408634"/>
                </a:lnTo>
                <a:lnTo>
                  <a:pt x="7904743" y="2446207"/>
                </a:lnTo>
                <a:lnTo>
                  <a:pt x="7876436" y="2480958"/>
                </a:lnTo>
                <a:lnTo>
                  <a:pt x="7844773" y="2512620"/>
                </a:lnTo>
                <a:lnTo>
                  <a:pt x="7810022" y="2540927"/>
                </a:lnTo>
                <a:lnTo>
                  <a:pt x="7772449" y="2565612"/>
                </a:lnTo>
                <a:lnTo>
                  <a:pt x="7732321" y="2586407"/>
                </a:lnTo>
                <a:lnTo>
                  <a:pt x="7689905" y="2603045"/>
                </a:lnTo>
                <a:lnTo>
                  <a:pt x="7645468" y="2615260"/>
                </a:lnTo>
                <a:lnTo>
                  <a:pt x="7599278" y="2622785"/>
                </a:lnTo>
                <a:lnTo>
                  <a:pt x="7551600" y="2625352"/>
                </a:lnTo>
                <a:lnTo>
                  <a:pt x="437567" y="2625352"/>
                </a:lnTo>
                <a:lnTo>
                  <a:pt x="389889" y="2622785"/>
                </a:lnTo>
                <a:lnTo>
                  <a:pt x="343699" y="2615260"/>
                </a:lnTo>
                <a:lnTo>
                  <a:pt x="299262" y="2603045"/>
                </a:lnTo>
                <a:lnTo>
                  <a:pt x="256846" y="2586407"/>
                </a:lnTo>
                <a:lnTo>
                  <a:pt x="216718" y="2565612"/>
                </a:lnTo>
                <a:lnTo>
                  <a:pt x="179145" y="2540927"/>
                </a:lnTo>
                <a:lnTo>
                  <a:pt x="144394" y="2512620"/>
                </a:lnTo>
                <a:lnTo>
                  <a:pt x="112732" y="2480958"/>
                </a:lnTo>
                <a:lnTo>
                  <a:pt x="84425" y="2446207"/>
                </a:lnTo>
                <a:lnTo>
                  <a:pt x="59740" y="2408634"/>
                </a:lnTo>
                <a:lnTo>
                  <a:pt x="38945" y="2368506"/>
                </a:lnTo>
                <a:lnTo>
                  <a:pt x="22307" y="2326090"/>
                </a:lnTo>
                <a:lnTo>
                  <a:pt x="10092" y="2281654"/>
                </a:lnTo>
                <a:lnTo>
                  <a:pt x="2567" y="2235463"/>
                </a:lnTo>
                <a:lnTo>
                  <a:pt x="0" y="2187785"/>
                </a:lnTo>
                <a:lnTo>
                  <a:pt x="0" y="437567"/>
                </a:lnTo>
                <a:close/>
              </a:path>
            </a:pathLst>
          </a:custGeom>
          <a:ln w="38099">
            <a:solidFill>
              <a:srgbClr val="C82506"/>
            </a:solidFill>
          </a:ln>
        </p:spPr>
        <p:txBody>
          <a:bodyPr wrap="square" lIns="0" tIns="0" rIns="0" bIns="0" rtlCol="0"/>
          <a:lstStyle/>
          <a:p>
            <a:endParaRPr/>
          </a:p>
        </p:txBody>
      </p:sp>
      <p:sp>
        <p:nvSpPr>
          <p:cNvPr id="13" name="object 13"/>
          <p:cNvSpPr txBox="1"/>
          <p:nvPr/>
        </p:nvSpPr>
        <p:spPr>
          <a:xfrm>
            <a:off x="9276260" y="6341043"/>
            <a:ext cx="3086735" cy="848360"/>
          </a:xfrm>
          <a:prstGeom prst="rect">
            <a:avLst/>
          </a:prstGeom>
        </p:spPr>
        <p:txBody>
          <a:bodyPr vert="horz" wrap="square" lIns="0" tIns="12700" rIns="0" bIns="0" rtlCol="0">
            <a:spAutoFit/>
          </a:bodyPr>
          <a:lstStyle/>
          <a:p>
            <a:pPr marL="12700" marR="5080">
              <a:lnSpc>
                <a:spcPct val="100000"/>
              </a:lnSpc>
              <a:spcBef>
                <a:spcPts val="100"/>
              </a:spcBef>
            </a:pPr>
            <a:r>
              <a:rPr sz="1800" dirty="0">
                <a:solidFill>
                  <a:srgbClr val="C82506"/>
                </a:solidFill>
                <a:latin typeface="Arial MT"/>
                <a:cs typeface="Arial MT"/>
              </a:rPr>
              <a:t>Since</a:t>
            </a:r>
            <a:r>
              <a:rPr sz="1800" spc="-20" dirty="0">
                <a:solidFill>
                  <a:srgbClr val="C82506"/>
                </a:solidFill>
                <a:latin typeface="Arial MT"/>
                <a:cs typeface="Arial MT"/>
              </a:rPr>
              <a:t> </a:t>
            </a:r>
            <a:r>
              <a:rPr sz="1800" dirty="0">
                <a:solidFill>
                  <a:srgbClr val="C82506"/>
                </a:solidFill>
                <a:latin typeface="Arial MT"/>
                <a:cs typeface="Arial MT"/>
              </a:rPr>
              <a:t>we</a:t>
            </a:r>
            <a:r>
              <a:rPr sz="1800" spc="-15" dirty="0">
                <a:solidFill>
                  <a:srgbClr val="C82506"/>
                </a:solidFill>
                <a:latin typeface="Arial MT"/>
                <a:cs typeface="Arial MT"/>
              </a:rPr>
              <a:t> </a:t>
            </a:r>
            <a:r>
              <a:rPr sz="1800" dirty="0">
                <a:solidFill>
                  <a:srgbClr val="C82506"/>
                </a:solidFill>
                <a:latin typeface="Arial MT"/>
                <a:cs typeface="Arial MT"/>
              </a:rPr>
              <a:t>already</a:t>
            </a:r>
            <a:r>
              <a:rPr sz="1800" spc="-20" dirty="0">
                <a:solidFill>
                  <a:srgbClr val="C82506"/>
                </a:solidFill>
                <a:latin typeface="Arial MT"/>
                <a:cs typeface="Arial MT"/>
              </a:rPr>
              <a:t> </a:t>
            </a:r>
            <a:r>
              <a:rPr sz="1800" dirty="0">
                <a:solidFill>
                  <a:srgbClr val="C82506"/>
                </a:solidFill>
                <a:latin typeface="Arial MT"/>
                <a:cs typeface="Arial MT"/>
              </a:rPr>
              <a:t>switch</a:t>
            </a:r>
            <a:r>
              <a:rPr sz="1800" spc="-15" dirty="0">
                <a:solidFill>
                  <a:srgbClr val="C82506"/>
                </a:solidFill>
                <a:latin typeface="Arial MT"/>
                <a:cs typeface="Arial MT"/>
              </a:rPr>
              <a:t> </a:t>
            </a:r>
            <a:r>
              <a:rPr sz="1800" spc="-25" dirty="0">
                <a:solidFill>
                  <a:srgbClr val="C82506"/>
                </a:solidFill>
                <a:latin typeface="Arial MT"/>
                <a:cs typeface="Arial MT"/>
              </a:rPr>
              <a:t>to </a:t>
            </a:r>
            <a:r>
              <a:rPr sz="1800" dirty="0">
                <a:solidFill>
                  <a:srgbClr val="C82506"/>
                </a:solidFill>
                <a:latin typeface="Arial MT"/>
                <a:cs typeface="Arial MT"/>
              </a:rPr>
              <a:t>feature</a:t>
            </a:r>
            <a:r>
              <a:rPr sz="1800" spc="-25" dirty="0">
                <a:solidFill>
                  <a:srgbClr val="C82506"/>
                </a:solidFill>
                <a:latin typeface="Arial MT"/>
                <a:cs typeface="Arial MT"/>
              </a:rPr>
              <a:t> </a:t>
            </a:r>
            <a:r>
              <a:rPr sz="1800" dirty="0">
                <a:solidFill>
                  <a:srgbClr val="C82506"/>
                </a:solidFill>
                <a:latin typeface="Arial MT"/>
                <a:cs typeface="Arial MT"/>
              </a:rPr>
              <a:t>branch.</a:t>
            </a:r>
            <a:r>
              <a:rPr sz="1800" spc="-25" dirty="0">
                <a:solidFill>
                  <a:srgbClr val="C82506"/>
                </a:solidFill>
                <a:latin typeface="Arial MT"/>
                <a:cs typeface="Arial MT"/>
              </a:rPr>
              <a:t> </a:t>
            </a:r>
            <a:r>
              <a:rPr sz="1800" dirty="0">
                <a:solidFill>
                  <a:srgbClr val="C82506"/>
                </a:solidFill>
                <a:latin typeface="Arial MT"/>
                <a:cs typeface="Arial MT"/>
              </a:rPr>
              <a:t>‘’git</a:t>
            </a:r>
            <a:r>
              <a:rPr sz="1800" spc="-25" dirty="0">
                <a:solidFill>
                  <a:srgbClr val="C82506"/>
                </a:solidFill>
                <a:latin typeface="Arial MT"/>
                <a:cs typeface="Arial MT"/>
              </a:rPr>
              <a:t> </a:t>
            </a:r>
            <a:r>
              <a:rPr sz="1800" dirty="0">
                <a:solidFill>
                  <a:srgbClr val="C82506"/>
                </a:solidFill>
                <a:latin typeface="Arial MT"/>
                <a:cs typeface="Arial MT"/>
              </a:rPr>
              <a:t>log”</a:t>
            </a:r>
            <a:r>
              <a:rPr sz="1800" spc="-25" dirty="0">
                <a:solidFill>
                  <a:srgbClr val="C82506"/>
                </a:solidFill>
                <a:latin typeface="Arial MT"/>
                <a:cs typeface="Arial MT"/>
              </a:rPr>
              <a:t> </a:t>
            </a:r>
            <a:r>
              <a:rPr sz="1800" spc="-20" dirty="0">
                <a:solidFill>
                  <a:srgbClr val="C82506"/>
                </a:solidFill>
                <a:latin typeface="Arial MT"/>
                <a:cs typeface="Arial MT"/>
              </a:rPr>
              <a:t>will </a:t>
            </a:r>
            <a:r>
              <a:rPr sz="1800" dirty="0">
                <a:solidFill>
                  <a:srgbClr val="C82506"/>
                </a:solidFill>
                <a:latin typeface="Arial MT"/>
                <a:cs typeface="Arial MT"/>
              </a:rPr>
              <a:t>show</a:t>
            </a:r>
            <a:r>
              <a:rPr sz="1800" spc="-20" dirty="0">
                <a:solidFill>
                  <a:srgbClr val="C82506"/>
                </a:solidFill>
                <a:latin typeface="Arial MT"/>
                <a:cs typeface="Arial MT"/>
              </a:rPr>
              <a:t> </a:t>
            </a:r>
            <a:r>
              <a:rPr sz="1800" dirty="0">
                <a:solidFill>
                  <a:srgbClr val="C82506"/>
                </a:solidFill>
                <a:latin typeface="Arial MT"/>
                <a:cs typeface="Arial MT"/>
              </a:rPr>
              <a:t>the</a:t>
            </a:r>
            <a:r>
              <a:rPr sz="1800" spc="-20" dirty="0">
                <a:solidFill>
                  <a:srgbClr val="C82506"/>
                </a:solidFill>
                <a:latin typeface="Arial MT"/>
                <a:cs typeface="Arial MT"/>
              </a:rPr>
              <a:t> </a:t>
            </a:r>
            <a:r>
              <a:rPr sz="1800" dirty="0">
                <a:solidFill>
                  <a:srgbClr val="C82506"/>
                </a:solidFill>
                <a:latin typeface="Arial MT"/>
                <a:cs typeface="Arial MT"/>
              </a:rPr>
              <a:t>log</a:t>
            </a:r>
            <a:r>
              <a:rPr sz="1800" spc="-20" dirty="0">
                <a:solidFill>
                  <a:srgbClr val="C82506"/>
                </a:solidFill>
                <a:latin typeface="Arial MT"/>
                <a:cs typeface="Arial MT"/>
              </a:rPr>
              <a:t> </a:t>
            </a:r>
            <a:r>
              <a:rPr sz="1800" dirty="0">
                <a:solidFill>
                  <a:srgbClr val="C82506"/>
                </a:solidFill>
                <a:latin typeface="Arial MT"/>
                <a:cs typeface="Arial MT"/>
              </a:rPr>
              <a:t>in</a:t>
            </a:r>
            <a:r>
              <a:rPr sz="1800" spc="-20" dirty="0">
                <a:solidFill>
                  <a:srgbClr val="C82506"/>
                </a:solidFill>
                <a:latin typeface="Arial MT"/>
                <a:cs typeface="Arial MT"/>
              </a:rPr>
              <a:t> </a:t>
            </a:r>
            <a:r>
              <a:rPr sz="1800" dirty="0">
                <a:solidFill>
                  <a:srgbClr val="C82506"/>
                </a:solidFill>
                <a:latin typeface="Arial MT"/>
                <a:cs typeface="Arial MT"/>
              </a:rPr>
              <a:t>feature</a:t>
            </a:r>
            <a:r>
              <a:rPr sz="1800" spc="-15" dirty="0">
                <a:solidFill>
                  <a:srgbClr val="C82506"/>
                </a:solidFill>
                <a:latin typeface="Arial MT"/>
                <a:cs typeface="Arial MT"/>
              </a:rPr>
              <a:t> </a:t>
            </a:r>
            <a:r>
              <a:rPr sz="1800" spc="-10" dirty="0">
                <a:solidFill>
                  <a:srgbClr val="C82506"/>
                </a:solidFill>
                <a:latin typeface="Arial MT"/>
                <a:cs typeface="Arial MT"/>
              </a:rPr>
              <a:t>branch</a:t>
            </a:r>
            <a:endParaRPr sz="1800">
              <a:latin typeface="Arial MT"/>
              <a:cs typeface="Arial MT"/>
            </a:endParaRPr>
          </a:p>
        </p:txBody>
      </p:sp>
      <p:sp>
        <p:nvSpPr>
          <p:cNvPr id="14" name="object 1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43</a:t>
            </a:fld>
            <a:endParaRPr spc="-25"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368913" y="9296569"/>
            <a:ext cx="254635" cy="288290"/>
          </a:xfrm>
          <a:prstGeom prst="rect">
            <a:avLst/>
          </a:prstGeom>
        </p:spPr>
        <p:txBody>
          <a:bodyPr vert="horz" wrap="square" lIns="0" tIns="0" rIns="0" bIns="0" rtlCol="0">
            <a:spAutoFit/>
          </a:bodyPr>
          <a:lstStyle/>
          <a:p>
            <a:pPr>
              <a:lnSpc>
                <a:spcPts val="2110"/>
              </a:lnSpc>
            </a:pPr>
            <a:r>
              <a:rPr sz="1800" spc="-25" dirty="0">
                <a:latin typeface="Tahoma"/>
                <a:cs typeface="Tahoma"/>
              </a:rPr>
              <a:t>43</a:t>
            </a:r>
            <a:endParaRPr sz="1800">
              <a:latin typeface="Tahoma"/>
              <a:cs typeface="Tahoma"/>
            </a:endParaRPr>
          </a:p>
        </p:txBody>
      </p:sp>
      <p:grpSp>
        <p:nvGrpSpPr>
          <p:cNvPr id="3" name="object 3"/>
          <p:cNvGrpSpPr/>
          <p:nvPr/>
        </p:nvGrpSpPr>
        <p:grpSpPr>
          <a:xfrm>
            <a:off x="533752" y="593408"/>
            <a:ext cx="11937365" cy="8849360"/>
            <a:chOff x="533752" y="593408"/>
            <a:chExt cx="11937365" cy="8849360"/>
          </a:xfrm>
        </p:grpSpPr>
        <p:pic>
          <p:nvPicPr>
            <p:cNvPr id="4" name="object 4"/>
            <p:cNvPicPr/>
            <p:nvPr/>
          </p:nvPicPr>
          <p:blipFill>
            <a:blip r:embed="rId2" cstate="print"/>
            <a:stretch>
              <a:fillRect/>
            </a:stretch>
          </p:blipFill>
          <p:spPr>
            <a:xfrm>
              <a:off x="533752" y="593408"/>
              <a:ext cx="8056641" cy="5386477"/>
            </a:xfrm>
            <a:prstGeom prst="rect">
              <a:avLst/>
            </a:prstGeom>
          </p:spPr>
        </p:pic>
        <p:pic>
          <p:nvPicPr>
            <p:cNvPr id="5" name="object 5"/>
            <p:cNvPicPr/>
            <p:nvPr/>
          </p:nvPicPr>
          <p:blipFill>
            <a:blip r:embed="rId3" cstate="print"/>
            <a:stretch>
              <a:fillRect/>
            </a:stretch>
          </p:blipFill>
          <p:spPr>
            <a:xfrm>
              <a:off x="2786611" y="2998957"/>
              <a:ext cx="8476606" cy="6443491"/>
            </a:xfrm>
            <a:prstGeom prst="rect">
              <a:avLst/>
            </a:prstGeom>
          </p:spPr>
        </p:pic>
        <p:sp>
          <p:nvSpPr>
            <p:cNvPr id="6" name="object 6"/>
            <p:cNvSpPr/>
            <p:nvPr/>
          </p:nvSpPr>
          <p:spPr>
            <a:xfrm>
              <a:off x="8664245" y="2370753"/>
              <a:ext cx="747395" cy="1607185"/>
            </a:xfrm>
            <a:custGeom>
              <a:avLst/>
              <a:gdLst/>
              <a:ahLst/>
              <a:cxnLst/>
              <a:rect l="l" t="t" r="r" b="b"/>
              <a:pathLst>
                <a:path w="747395" h="1607185">
                  <a:moveTo>
                    <a:pt x="0" y="1606703"/>
                  </a:moveTo>
                  <a:lnTo>
                    <a:pt x="194694" y="0"/>
                  </a:lnTo>
                  <a:lnTo>
                    <a:pt x="747248" y="200566"/>
                  </a:lnTo>
                  <a:lnTo>
                    <a:pt x="0" y="1606703"/>
                  </a:lnTo>
                  <a:close/>
                </a:path>
              </a:pathLst>
            </a:custGeom>
            <a:solidFill>
              <a:srgbClr val="C82506"/>
            </a:solidFill>
          </p:spPr>
          <p:txBody>
            <a:bodyPr wrap="square" lIns="0" tIns="0" rIns="0" bIns="0" rtlCol="0"/>
            <a:lstStyle/>
            <a:p>
              <a:endParaRPr/>
            </a:p>
          </p:txBody>
        </p:sp>
        <p:sp>
          <p:nvSpPr>
            <p:cNvPr id="7" name="object 7"/>
            <p:cNvSpPr/>
            <p:nvPr/>
          </p:nvSpPr>
          <p:spPr>
            <a:xfrm>
              <a:off x="640594" y="2398587"/>
              <a:ext cx="9577705" cy="6663055"/>
            </a:xfrm>
            <a:custGeom>
              <a:avLst/>
              <a:gdLst/>
              <a:ahLst/>
              <a:cxnLst/>
              <a:rect l="l" t="t" r="r" b="b"/>
              <a:pathLst>
                <a:path w="9577705" h="6663055">
                  <a:moveTo>
                    <a:pt x="0" y="68312"/>
                  </a:moveTo>
                  <a:lnTo>
                    <a:pt x="5368" y="41722"/>
                  </a:lnTo>
                  <a:lnTo>
                    <a:pt x="20008" y="20008"/>
                  </a:lnTo>
                  <a:lnTo>
                    <a:pt x="41722" y="5368"/>
                  </a:lnTo>
                  <a:lnTo>
                    <a:pt x="68313" y="0"/>
                  </a:lnTo>
                  <a:lnTo>
                    <a:pt x="4004605" y="0"/>
                  </a:lnTo>
                  <a:lnTo>
                    <a:pt x="4042506" y="11477"/>
                  </a:lnTo>
                  <a:lnTo>
                    <a:pt x="4067718" y="42170"/>
                  </a:lnTo>
                  <a:lnTo>
                    <a:pt x="4072918" y="68312"/>
                  </a:lnTo>
                  <a:lnTo>
                    <a:pt x="4072918" y="341556"/>
                  </a:lnTo>
                  <a:lnTo>
                    <a:pt x="4067550" y="368147"/>
                  </a:lnTo>
                  <a:lnTo>
                    <a:pt x="4052910" y="389861"/>
                  </a:lnTo>
                  <a:lnTo>
                    <a:pt x="4031196" y="404501"/>
                  </a:lnTo>
                  <a:lnTo>
                    <a:pt x="4004605" y="409869"/>
                  </a:lnTo>
                  <a:lnTo>
                    <a:pt x="68313" y="409869"/>
                  </a:lnTo>
                  <a:lnTo>
                    <a:pt x="41722" y="404501"/>
                  </a:lnTo>
                  <a:lnTo>
                    <a:pt x="20008" y="389861"/>
                  </a:lnTo>
                  <a:lnTo>
                    <a:pt x="5368" y="368147"/>
                  </a:lnTo>
                  <a:lnTo>
                    <a:pt x="0" y="341556"/>
                  </a:lnTo>
                  <a:lnTo>
                    <a:pt x="0" y="68312"/>
                  </a:lnTo>
                  <a:close/>
                </a:path>
                <a:path w="9577705" h="6663055">
                  <a:moveTo>
                    <a:pt x="5446502" y="1964251"/>
                  </a:moveTo>
                  <a:lnTo>
                    <a:pt x="5454581" y="1924239"/>
                  </a:lnTo>
                  <a:lnTo>
                    <a:pt x="5476610" y="1891564"/>
                  </a:lnTo>
                  <a:lnTo>
                    <a:pt x="5509285" y="1869535"/>
                  </a:lnTo>
                  <a:lnTo>
                    <a:pt x="5549297" y="1861456"/>
                  </a:lnTo>
                  <a:lnTo>
                    <a:pt x="9336781" y="1861456"/>
                  </a:lnTo>
                  <a:lnTo>
                    <a:pt x="9376118" y="1869281"/>
                  </a:lnTo>
                  <a:lnTo>
                    <a:pt x="9409468" y="1891564"/>
                  </a:lnTo>
                  <a:lnTo>
                    <a:pt x="9431751" y="1924913"/>
                  </a:lnTo>
                  <a:lnTo>
                    <a:pt x="9439575" y="1964251"/>
                  </a:lnTo>
                  <a:lnTo>
                    <a:pt x="9439575" y="2375417"/>
                  </a:lnTo>
                  <a:lnTo>
                    <a:pt x="9431497" y="2415429"/>
                  </a:lnTo>
                  <a:lnTo>
                    <a:pt x="9409468" y="2448104"/>
                  </a:lnTo>
                  <a:lnTo>
                    <a:pt x="9376793" y="2470133"/>
                  </a:lnTo>
                  <a:lnTo>
                    <a:pt x="9336781" y="2478211"/>
                  </a:lnTo>
                  <a:lnTo>
                    <a:pt x="5549297" y="2478211"/>
                  </a:lnTo>
                  <a:lnTo>
                    <a:pt x="5509285" y="2470133"/>
                  </a:lnTo>
                  <a:lnTo>
                    <a:pt x="5476610" y="2448104"/>
                  </a:lnTo>
                  <a:lnTo>
                    <a:pt x="5454581" y="2415429"/>
                  </a:lnTo>
                  <a:lnTo>
                    <a:pt x="5446502" y="2375417"/>
                  </a:lnTo>
                  <a:lnTo>
                    <a:pt x="5446502" y="1964251"/>
                  </a:lnTo>
                  <a:close/>
                </a:path>
                <a:path w="9577705" h="6663055">
                  <a:moveTo>
                    <a:pt x="2146015" y="3641417"/>
                  </a:moveTo>
                  <a:lnTo>
                    <a:pt x="2147834" y="3594191"/>
                  </a:lnTo>
                  <a:lnTo>
                    <a:pt x="2153198" y="3547959"/>
                  </a:lnTo>
                  <a:lnTo>
                    <a:pt x="2161976" y="3502856"/>
                  </a:lnTo>
                  <a:lnTo>
                    <a:pt x="2174031" y="3459015"/>
                  </a:lnTo>
                  <a:lnTo>
                    <a:pt x="2189229" y="3416572"/>
                  </a:lnTo>
                  <a:lnTo>
                    <a:pt x="2207438" y="3375660"/>
                  </a:lnTo>
                  <a:lnTo>
                    <a:pt x="2228521" y="3336413"/>
                  </a:lnTo>
                  <a:lnTo>
                    <a:pt x="2252344" y="3298967"/>
                  </a:lnTo>
                  <a:lnTo>
                    <a:pt x="2278774" y="3263456"/>
                  </a:lnTo>
                  <a:lnTo>
                    <a:pt x="2307676" y="3230013"/>
                  </a:lnTo>
                  <a:lnTo>
                    <a:pt x="2338915" y="3198774"/>
                  </a:lnTo>
                  <a:lnTo>
                    <a:pt x="2372358" y="3169872"/>
                  </a:lnTo>
                  <a:lnTo>
                    <a:pt x="2407869" y="3143442"/>
                  </a:lnTo>
                  <a:lnTo>
                    <a:pt x="2445315" y="3119619"/>
                  </a:lnTo>
                  <a:lnTo>
                    <a:pt x="2484562" y="3098536"/>
                  </a:lnTo>
                  <a:lnTo>
                    <a:pt x="2525474" y="3080327"/>
                  </a:lnTo>
                  <a:lnTo>
                    <a:pt x="2567917" y="3065129"/>
                  </a:lnTo>
                  <a:lnTo>
                    <a:pt x="2611758" y="3053074"/>
                  </a:lnTo>
                  <a:lnTo>
                    <a:pt x="2656861" y="3044296"/>
                  </a:lnTo>
                  <a:lnTo>
                    <a:pt x="2703093" y="3038932"/>
                  </a:lnTo>
                  <a:lnTo>
                    <a:pt x="2750319" y="3037113"/>
                  </a:lnTo>
                  <a:lnTo>
                    <a:pt x="8973290" y="3037113"/>
                  </a:lnTo>
                  <a:lnTo>
                    <a:pt x="9021141" y="3039010"/>
                  </a:lnTo>
                  <a:lnTo>
                    <a:pt x="9068395" y="3044642"/>
                  </a:lnTo>
                  <a:lnTo>
                    <a:pt x="9114849" y="3053926"/>
                  </a:lnTo>
                  <a:lnTo>
                    <a:pt x="9160301" y="3066778"/>
                  </a:lnTo>
                  <a:lnTo>
                    <a:pt x="9204547" y="3083113"/>
                  </a:lnTo>
                  <a:lnTo>
                    <a:pt x="9247385" y="3102849"/>
                  </a:lnTo>
                  <a:lnTo>
                    <a:pt x="9288612" y="3125901"/>
                  </a:lnTo>
                  <a:lnTo>
                    <a:pt x="9328025" y="3152184"/>
                  </a:lnTo>
                  <a:lnTo>
                    <a:pt x="9365421" y="3181615"/>
                  </a:lnTo>
                  <a:lnTo>
                    <a:pt x="9400597" y="3214110"/>
                  </a:lnTo>
                  <a:lnTo>
                    <a:pt x="9433092" y="3249286"/>
                  </a:lnTo>
                  <a:lnTo>
                    <a:pt x="9462523" y="3286682"/>
                  </a:lnTo>
                  <a:lnTo>
                    <a:pt x="9488807" y="3326095"/>
                  </a:lnTo>
                  <a:lnTo>
                    <a:pt x="9511858" y="3367322"/>
                  </a:lnTo>
                  <a:lnTo>
                    <a:pt x="9531594" y="3410160"/>
                  </a:lnTo>
                  <a:lnTo>
                    <a:pt x="9547930" y="3454407"/>
                  </a:lnTo>
                  <a:lnTo>
                    <a:pt x="9560782" y="3499858"/>
                  </a:lnTo>
                  <a:lnTo>
                    <a:pt x="9570065" y="3546313"/>
                  </a:lnTo>
                  <a:lnTo>
                    <a:pt x="9575697" y="3593566"/>
                  </a:lnTo>
                  <a:lnTo>
                    <a:pt x="9577593" y="3641417"/>
                  </a:lnTo>
                  <a:lnTo>
                    <a:pt x="9577593" y="6058558"/>
                  </a:lnTo>
                  <a:lnTo>
                    <a:pt x="9575775" y="6105784"/>
                  </a:lnTo>
                  <a:lnTo>
                    <a:pt x="9570411" y="6152016"/>
                  </a:lnTo>
                  <a:lnTo>
                    <a:pt x="9561633" y="6197120"/>
                  </a:lnTo>
                  <a:lnTo>
                    <a:pt x="9549578" y="6240960"/>
                  </a:lnTo>
                  <a:lnTo>
                    <a:pt x="9534379" y="6283404"/>
                  </a:lnTo>
                  <a:lnTo>
                    <a:pt x="9516171" y="6324316"/>
                  </a:lnTo>
                  <a:lnTo>
                    <a:pt x="9495088" y="6363562"/>
                  </a:lnTo>
                  <a:lnTo>
                    <a:pt x="9471265" y="6401008"/>
                  </a:lnTo>
                  <a:lnTo>
                    <a:pt x="9444835" y="6436519"/>
                  </a:lnTo>
                  <a:lnTo>
                    <a:pt x="9415933" y="6469962"/>
                  </a:lnTo>
                  <a:lnTo>
                    <a:pt x="9384693" y="6501201"/>
                  </a:lnTo>
                  <a:lnTo>
                    <a:pt x="9351251" y="6530103"/>
                  </a:lnTo>
                  <a:lnTo>
                    <a:pt x="9315739" y="6556533"/>
                  </a:lnTo>
                  <a:lnTo>
                    <a:pt x="9278293" y="6580356"/>
                  </a:lnTo>
                  <a:lnTo>
                    <a:pt x="9239047" y="6601439"/>
                  </a:lnTo>
                  <a:lnTo>
                    <a:pt x="9198135" y="6619648"/>
                  </a:lnTo>
                  <a:lnTo>
                    <a:pt x="9155692" y="6634846"/>
                  </a:lnTo>
                  <a:lnTo>
                    <a:pt x="9111851" y="6646901"/>
                  </a:lnTo>
                  <a:lnTo>
                    <a:pt x="9066748" y="6655679"/>
                  </a:lnTo>
                  <a:lnTo>
                    <a:pt x="9020516" y="6661043"/>
                  </a:lnTo>
                  <a:lnTo>
                    <a:pt x="8973290" y="6662861"/>
                  </a:lnTo>
                  <a:lnTo>
                    <a:pt x="2750319" y="6662861"/>
                  </a:lnTo>
                  <a:lnTo>
                    <a:pt x="2703093" y="6661043"/>
                  </a:lnTo>
                  <a:lnTo>
                    <a:pt x="2656861" y="6655679"/>
                  </a:lnTo>
                  <a:lnTo>
                    <a:pt x="2611758" y="6646901"/>
                  </a:lnTo>
                  <a:lnTo>
                    <a:pt x="2567917" y="6634846"/>
                  </a:lnTo>
                  <a:lnTo>
                    <a:pt x="2525474" y="6619648"/>
                  </a:lnTo>
                  <a:lnTo>
                    <a:pt x="2484562" y="6601439"/>
                  </a:lnTo>
                  <a:lnTo>
                    <a:pt x="2445315" y="6580356"/>
                  </a:lnTo>
                  <a:lnTo>
                    <a:pt x="2407869" y="6556533"/>
                  </a:lnTo>
                  <a:lnTo>
                    <a:pt x="2372358" y="6530103"/>
                  </a:lnTo>
                  <a:lnTo>
                    <a:pt x="2338915" y="6501201"/>
                  </a:lnTo>
                  <a:lnTo>
                    <a:pt x="2307676" y="6469962"/>
                  </a:lnTo>
                  <a:lnTo>
                    <a:pt x="2278774" y="6436519"/>
                  </a:lnTo>
                  <a:lnTo>
                    <a:pt x="2252344" y="6401008"/>
                  </a:lnTo>
                  <a:lnTo>
                    <a:pt x="2228521" y="6363562"/>
                  </a:lnTo>
                  <a:lnTo>
                    <a:pt x="2207438" y="6324316"/>
                  </a:lnTo>
                  <a:lnTo>
                    <a:pt x="2189229" y="6283404"/>
                  </a:lnTo>
                  <a:lnTo>
                    <a:pt x="2174031" y="6240960"/>
                  </a:lnTo>
                  <a:lnTo>
                    <a:pt x="2161976" y="6197120"/>
                  </a:lnTo>
                  <a:lnTo>
                    <a:pt x="2153198" y="6152016"/>
                  </a:lnTo>
                  <a:lnTo>
                    <a:pt x="2147834" y="6105784"/>
                  </a:lnTo>
                  <a:lnTo>
                    <a:pt x="2146015" y="6058558"/>
                  </a:lnTo>
                  <a:lnTo>
                    <a:pt x="2146015" y="3641417"/>
                  </a:lnTo>
                  <a:close/>
                </a:path>
              </a:pathLst>
            </a:custGeom>
            <a:ln w="38099">
              <a:solidFill>
                <a:srgbClr val="C82506"/>
              </a:solidFill>
            </a:ln>
          </p:spPr>
          <p:txBody>
            <a:bodyPr wrap="square" lIns="0" tIns="0" rIns="0" bIns="0" rtlCol="0"/>
            <a:lstStyle/>
            <a:p>
              <a:endParaRPr/>
            </a:p>
          </p:txBody>
        </p:sp>
        <p:sp>
          <p:nvSpPr>
            <p:cNvPr id="8" name="object 8"/>
            <p:cNvSpPr/>
            <p:nvPr/>
          </p:nvSpPr>
          <p:spPr>
            <a:xfrm>
              <a:off x="5132554" y="1716252"/>
              <a:ext cx="7338695" cy="1003300"/>
            </a:xfrm>
            <a:custGeom>
              <a:avLst/>
              <a:gdLst/>
              <a:ahLst/>
              <a:cxnLst/>
              <a:rect l="l" t="t" r="r" b="b"/>
              <a:pathLst>
                <a:path w="7338695" h="1003300">
                  <a:moveTo>
                    <a:pt x="7338493" y="1003253"/>
                  </a:moveTo>
                  <a:lnTo>
                    <a:pt x="2326340" y="1003253"/>
                  </a:lnTo>
                  <a:lnTo>
                    <a:pt x="2326340" y="836044"/>
                  </a:lnTo>
                  <a:lnTo>
                    <a:pt x="0" y="714999"/>
                  </a:lnTo>
                  <a:lnTo>
                    <a:pt x="2326340" y="585231"/>
                  </a:lnTo>
                  <a:lnTo>
                    <a:pt x="2326340" y="0"/>
                  </a:lnTo>
                  <a:lnTo>
                    <a:pt x="7338493" y="0"/>
                  </a:lnTo>
                  <a:lnTo>
                    <a:pt x="7338493" y="1003253"/>
                  </a:lnTo>
                  <a:close/>
                </a:path>
              </a:pathLst>
            </a:custGeom>
            <a:solidFill>
              <a:srgbClr val="C82506"/>
            </a:solidFill>
          </p:spPr>
          <p:txBody>
            <a:bodyPr wrap="square" lIns="0" tIns="0" rIns="0" bIns="0" rtlCol="0"/>
            <a:lstStyle/>
            <a:p>
              <a:endParaRPr/>
            </a:p>
          </p:txBody>
        </p:sp>
      </p:grpSp>
      <p:sp>
        <p:nvSpPr>
          <p:cNvPr id="9" name="object 9"/>
          <p:cNvSpPr txBox="1"/>
          <p:nvPr/>
        </p:nvSpPr>
        <p:spPr>
          <a:xfrm>
            <a:off x="7531920" y="1921716"/>
            <a:ext cx="4825365" cy="574040"/>
          </a:xfrm>
          <a:prstGeom prst="rect">
            <a:avLst/>
          </a:prstGeom>
        </p:spPr>
        <p:txBody>
          <a:bodyPr vert="horz" wrap="square" lIns="0" tIns="12700" rIns="0" bIns="0" rtlCol="0">
            <a:spAutoFit/>
          </a:bodyPr>
          <a:lstStyle/>
          <a:p>
            <a:pPr marL="12700" marR="5080">
              <a:lnSpc>
                <a:spcPct val="100000"/>
              </a:lnSpc>
              <a:spcBef>
                <a:spcPts val="100"/>
              </a:spcBef>
            </a:pPr>
            <a:r>
              <a:rPr sz="1800" dirty="0">
                <a:solidFill>
                  <a:srgbClr val="FFFFFF"/>
                </a:solidFill>
                <a:latin typeface="Arial MT"/>
                <a:cs typeface="Arial MT"/>
              </a:rPr>
              <a:t>6.</a:t>
            </a:r>
            <a:r>
              <a:rPr sz="1800" spc="-30" dirty="0">
                <a:solidFill>
                  <a:srgbClr val="FFFFFF"/>
                </a:solidFill>
                <a:latin typeface="Arial MT"/>
                <a:cs typeface="Arial MT"/>
              </a:rPr>
              <a:t> </a:t>
            </a:r>
            <a:r>
              <a:rPr sz="1800" dirty="0">
                <a:solidFill>
                  <a:srgbClr val="FFFFFF"/>
                </a:solidFill>
                <a:latin typeface="Arial MT"/>
                <a:cs typeface="Arial MT"/>
              </a:rPr>
              <a:t>Perform</a:t>
            </a:r>
            <a:r>
              <a:rPr sz="1800" spc="-15" dirty="0">
                <a:solidFill>
                  <a:srgbClr val="FFFFFF"/>
                </a:solidFill>
                <a:latin typeface="Arial MT"/>
                <a:cs typeface="Arial MT"/>
              </a:rPr>
              <a:t> </a:t>
            </a:r>
            <a:r>
              <a:rPr sz="1800" dirty="0">
                <a:solidFill>
                  <a:srgbClr val="FFFFFF"/>
                </a:solidFill>
                <a:latin typeface="Arial MT"/>
                <a:cs typeface="Arial MT"/>
              </a:rPr>
              <a:t>another</a:t>
            </a:r>
            <a:r>
              <a:rPr sz="1800" spc="-15" dirty="0">
                <a:solidFill>
                  <a:srgbClr val="FFFFFF"/>
                </a:solidFill>
                <a:latin typeface="Arial MT"/>
                <a:cs typeface="Arial MT"/>
              </a:rPr>
              <a:t> </a:t>
            </a:r>
            <a:r>
              <a:rPr sz="1800" dirty="0">
                <a:solidFill>
                  <a:srgbClr val="FFFFFF"/>
                </a:solidFill>
                <a:latin typeface="Arial MT"/>
                <a:cs typeface="Arial MT"/>
              </a:rPr>
              <a:t>change,</a:t>
            </a:r>
            <a:r>
              <a:rPr sz="1800" spc="-20" dirty="0">
                <a:solidFill>
                  <a:srgbClr val="FFFFFF"/>
                </a:solidFill>
                <a:latin typeface="Arial MT"/>
                <a:cs typeface="Arial MT"/>
              </a:rPr>
              <a:t> </a:t>
            </a:r>
            <a:r>
              <a:rPr sz="1800" dirty="0">
                <a:solidFill>
                  <a:srgbClr val="FFFFFF"/>
                </a:solidFill>
                <a:latin typeface="Arial MT"/>
                <a:cs typeface="Arial MT"/>
              </a:rPr>
              <a:t>repeat</a:t>
            </a:r>
            <a:r>
              <a:rPr sz="1800" spc="-15" dirty="0">
                <a:solidFill>
                  <a:srgbClr val="FFFFFF"/>
                </a:solidFill>
                <a:latin typeface="Arial MT"/>
                <a:cs typeface="Arial MT"/>
              </a:rPr>
              <a:t> </a:t>
            </a:r>
            <a:r>
              <a:rPr sz="1800" dirty="0">
                <a:solidFill>
                  <a:srgbClr val="FFFFFF"/>
                </a:solidFill>
                <a:latin typeface="Arial MT"/>
                <a:cs typeface="Arial MT"/>
              </a:rPr>
              <a:t>the</a:t>
            </a:r>
            <a:r>
              <a:rPr sz="1800" spc="-15" dirty="0">
                <a:solidFill>
                  <a:srgbClr val="FFFFFF"/>
                </a:solidFill>
                <a:latin typeface="Arial MT"/>
                <a:cs typeface="Arial MT"/>
              </a:rPr>
              <a:t> </a:t>
            </a:r>
            <a:r>
              <a:rPr sz="1800" spc="-10" dirty="0">
                <a:solidFill>
                  <a:srgbClr val="FFFFFF"/>
                </a:solidFill>
                <a:latin typeface="Arial MT"/>
                <a:cs typeface="Arial MT"/>
              </a:rPr>
              <a:t>previous </a:t>
            </a:r>
            <a:r>
              <a:rPr sz="1800" dirty="0">
                <a:solidFill>
                  <a:srgbClr val="FFFFFF"/>
                </a:solidFill>
                <a:latin typeface="Arial MT"/>
                <a:cs typeface="Arial MT"/>
              </a:rPr>
              <a:t>steps,</a:t>
            </a:r>
            <a:r>
              <a:rPr sz="1800" spc="-35" dirty="0">
                <a:solidFill>
                  <a:srgbClr val="FFFFFF"/>
                </a:solidFill>
                <a:latin typeface="Arial MT"/>
                <a:cs typeface="Arial MT"/>
              </a:rPr>
              <a:t> </a:t>
            </a:r>
            <a:r>
              <a:rPr sz="1800" dirty="0">
                <a:solidFill>
                  <a:srgbClr val="FFFFFF"/>
                </a:solidFill>
                <a:latin typeface="Arial MT"/>
                <a:cs typeface="Arial MT"/>
              </a:rPr>
              <a:t>and</a:t>
            </a:r>
            <a:r>
              <a:rPr sz="1800" spc="-20" dirty="0">
                <a:solidFill>
                  <a:srgbClr val="FFFFFF"/>
                </a:solidFill>
                <a:latin typeface="Arial MT"/>
                <a:cs typeface="Arial MT"/>
              </a:rPr>
              <a:t> </a:t>
            </a:r>
            <a:r>
              <a:rPr sz="1800" dirty="0">
                <a:solidFill>
                  <a:srgbClr val="FFFFFF"/>
                </a:solidFill>
                <a:latin typeface="Arial MT"/>
                <a:cs typeface="Arial MT"/>
              </a:rPr>
              <a:t>observe</a:t>
            </a:r>
            <a:r>
              <a:rPr sz="1800" spc="-25" dirty="0">
                <a:solidFill>
                  <a:srgbClr val="FFFFFF"/>
                </a:solidFill>
                <a:latin typeface="Arial MT"/>
                <a:cs typeface="Arial MT"/>
              </a:rPr>
              <a:t> </a:t>
            </a:r>
            <a:r>
              <a:rPr sz="1800" dirty="0">
                <a:solidFill>
                  <a:srgbClr val="FFFFFF"/>
                </a:solidFill>
                <a:latin typeface="Arial MT"/>
                <a:cs typeface="Arial MT"/>
              </a:rPr>
              <a:t>the</a:t>
            </a:r>
            <a:r>
              <a:rPr sz="1800" spc="-20" dirty="0">
                <a:solidFill>
                  <a:srgbClr val="FFFFFF"/>
                </a:solidFill>
                <a:latin typeface="Arial MT"/>
                <a:cs typeface="Arial MT"/>
              </a:rPr>
              <a:t> </a:t>
            </a:r>
            <a:r>
              <a:rPr sz="1800" dirty="0">
                <a:solidFill>
                  <a:srgbClr val="FFFFFF"/>
                </a:solidFill>
                <a:latin typeface="Arial MT"/>
                <a:cs typeface="Arial MT"/>
              </a:rPr>
              <a:t>Git</a:t>
            </a:r>
            <a:r>
              <a:rPr sz="1800" spc="-20" dirty="0">
                <a:solidFill>
                  <a:srgbClr val="FFFFFF"/>
                </a:solidFill>
                <a:latin typeface="Arial MT"/>
                <a:cs typeface="Arial MT"/>
              </a:rPr>
              <a:t> log.</a:t>
            </a:r>
            <a:endParaRPr sz="1800">
              <a:latin typeface="Arial MT"/>
              <a:cs typeface="Arial MT"/>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30868" y="1767759"/>
            <a:ext cx="10598785" cy="6515100"/>
            <a:chOff x="330868" y="1767759"/>
            <a:chExt cx="10598785" cy="6515100"/>
          </a:xfrm>
        </p:grpSpPr>
        <p:pic>
          <p:nvPicPr>
            <p:cNvPr id="3" name="object 3"/>
            <p:cNvPicPr/>
            <p:nvPr/>
          </p:nvPicPr>
          <p:blipFill>
            <a:blip r:embed="rId2" cstate="print"/>
            <a:stretch>
              <a:fillRect/>
            </a:stretch>
          </p:blipFill>
          <p:spPr>
            <a:xfrm>
              <a:off x="330868" y="1767759"/>
              <a:ext cx="9458236" cy="608130"/>
            </a:xfrm>
            <a:prstGeom prst="rect">
              <a:avLst/>
            </a:prstGeom>
          </p:spPr>
        </p:pic>
        <p:pic>
          <p:nvPicPr>
            <p:cNvPr id="4" name="object 4"/>
            <p:cNvPicPr/>
            <p:nvPr/>
          </p:nvPicPr>
          <p:blipFill>
            <a:blip r:embed="rId3" cstate="print"/>
            <a:stretch>
              <a:fillRect/>
            </a:stretch>
          </p:blipFill>
          <p:spPr>
            <a:xfrm>
              <a:off x="330868" y="2288804"/>
              <a:ext cx="9458236" cy="2761342"/>
            </a:xfrm>
            <a:prstGeom prst="rect">
              <a:avLst/>
            </a:prstGeom>
          </p:spPr>
        </p:pic>
        <p:pic>
          <p:nvPicPr>
            <p:cNvPr id="5" name="object 5"/>
            <p:cNvPicPr/>
            <p:nvPr/>
          </p:nvPicPr>
          <p:blipFill>
            <a:blip r:embed="rId4" cstate="print"/>
            <a:stretch>
              <a:fillRect/>
            </a:stretch>
          </p:blipFill>
          <p:spPr>
            <a:xfrm>
              <a:off x="410228" y="5050146"/>
              <a:ext cx="7433842" cy="3232581"/>
            </a:xfrm>
            <a:prstGeom prst="rect">
              <a:avLst/>
            </a:prstGeom>
          </p:spPr>
        </p:pic>
        <p:sp>
          <p:nvSpPr>
            <p:cNvPr id="6" name="object 6"/>
            <p:cNvSpPr/>
            <p:nvPr/>
          </p:nvSpPr>
          <p:spPr>
            <a:xfrm>
              <a:off x="4038676" y="2491159"/>
              <a:ext cx="2463800" cy="280035"/>
            </a:xfrm>
            <a:custGeom>
              <a:avLst/>
              <a:gdLst/>
              <a:ahLst/>
              <a:cxnLst/>
              <a:rect l="l" t="t" r="r" b="b"/>
              <a:pathLst>
                <a:path w="2463800" h="280035">
                  <a:moveTo>
                    <a:pt x="0" y="46581"/>
                  </a:moveTo>
                  <a:lnTo>
                    <a:pt x="3660" y="28450"/>
                  </a:lnTo>
                  <a:lnTo>
                    <a:pt x="13643" y="13643"/>
                  </a:lnTo>
                  <a:lnTo>
                    <a:pt x="28450" y="3660"/>
                  </a:lnTo>
                  <a:lnTo>
                    <a:pt x="46581" y="0"/>
                  </a:lnTo>
                  <a:lnTo>
                    <a:pt x="2417141" y="0"/>
                  </a:lnTo>
                  <a:lnTo>
                    <a:pt x="2455897" y="20738"/>
                  </a:lnTo>
                  <a:lnTo>
                    <a:pt x="2463723" y="46581"/>
                  </a:lnTo>
                  <a:lnTo>
                    <a:pt x="2463723" y="232904"/>
                  </a:lnTo>
                  <a:lnTo>
                    <a:pt x="2460063" y="251036"/>
                  </a:lnTo>
                  <a:lnTo>
                    <a:pt x="2450080" y="265843"/>
                  </a:lnTo>
                  <a:lnTo>
                    <a:pt x="2435273" y="275826"/>
                  </a:lnTo>
                  <a:lnTo>
                    <a:pt x="2417141" y="279486"/>
                  </a:lnTo>
                  <a:lnTo>
                    <a:pt x="46581" y="279486"/>
                  </a:lnTo>
                  <a:lnTo>
                    <a:pt x="28450" y="275826"/>
                  </a:lnTo>
                  <a:lnTo>
                    <a:pt x="13643" y="265843"/>
                  </a:lnTo>
                  <a:lnTo>
                    <a:pt x="3660" y="251036"/>
                  </a:lnTo>
                  <a:lnTo>
                    <a:pt x="0" y="232904"/>
                  </a:lnTo>
                  <a:lnTo>
                    <a:pt x="0" y="46581"/>
                  </a:lnTo>
                  <a:close/>
                </a:path>
              </a:pathLst>
            </a:custGeom>
            <a:ln w="38099">
              <a:solidFill>
                <a:srgbClr val="C82506"/>
              </a:solidFill>
            </a:ln>
          </p:spPr>
          <p:txBody>
            <a:bodyPr wrap="square" lIns="0" tIns="0" rIns="0" bIns="0" rtlCol="0"/>
            <a:lstStyle/>
            <a:p>
              <a:endParaRPr/>
            </a:p>
          </p:txBody>
        </p:sp>
        <p:sp>
          <p:nvSpPr>
            <p:cNvPr id="7" name="object 7"/>
            <p:cNvSpPr/>
            <p:nvPr/>
          </p:nvSpPr>
          <p:spPr>
            <a:xfrm>
              <a:off x="6947295" y="2375890"/>
              <a:ext cx="3982085" cy="530860"/>
            </a:xfrm>
            <a:custGeom>
              <a:avLst/>
              <a:gdLst/>
              <a:ahLst/>
              <a:cxnLst/>
              <a:rect l="l" t="t" r="r" b="b"/>
              <a:pathLst>
                <a:path w="3982084" h="530860">
                  <a:moveTo>
                    <a:pt x="3893529" y="530595"/>
                  </a:moveTo>
                  <a:lnTo>
                    <a:pt x="387757" y="530595"/>
                  </a:lnTo>
                  <a:lnTo>
                    <a:pt x="353335" y="523646"/>
                  </a:lnTo>
                  <a:lnTo>
                    <a:pt x="325226" y="504694"/>
                  </a:lnTo>
                  <a:lnTo>
                    <a:pt x="306274" y="476585"/>
                  </a:lnTo>
                  <a:lnTo>
                    <a:pt x="299324" y="442163"/>
                  </a:lnTo>
                  <a:lnTo>
                    <a:pt x="0" y="325456"/>
                  </a:lnTo>
                  <a:lnTo>
                    <a:pt x="299324" y="309514"/>
                  </a:lnTo>
                  <a:lnTo>
                    <a:pt x="299324" y="88432"/>
                  </a:lnTo>
                  <a:lnTo>
                    <a:pt x="306157" y="54590"/>
                  </a:lnTo>
                  <a:lnTo>
                    <a:pt x="306274" y="54010"/>
                  </a:lnTo>
                  <a:lnTo>
                    <a:pt x="325226" y="25901"/>
                  </a:lnTo>
                  <a:lnTo>
                    <a:pt x="353335" y="6949"/>
                  </a:lnTo>
                  <a:lnTo>
                    <a:pt x="387757" y="0"/>
                  </a:lnTo>
                  <a:lnTo>
                    <a:pt x="3893529" y="0"/>
                  </a:lnTo>
                  <a:lnTo>
                    <a:pt x="3942591" y="14857"/>
                  </a:lnTo>
                  <a:lnTo>
                    <a:pt x="3975230" y="54590"/>
                  </a:lnTo>
                  <a:lnTo>
                    <a:pt x="3981961" y="88432"/>
                  </a:lnTo>
                  <a:lnTo>
                    <a:pt x="3981961" y="442163"/>
                  </a:lnTo>
                  <a:lnTo>
                    <a:pt x="3975012" y="476585"/>
                  </a:lnTo>
                  <a:lnTo>
                    <a:pt x="3956060" y="504694"/>
                  </a:lnTo>
                  <a:lnTo>
                    <a:pt x="3927951" y="523646"/>
                  </a:lnTo>
                  <a:lnTo>
                    <a:pt x="3893529" y="530595"/>
                  </a:lnTo>
                  <a:close/>
                </a:path>
              </a:pathLst>
            </a:custGeom>
            <a:solidFill>
              <a:srgbClr val="C82506"/>
            </a:solidFill>
          </p:spPr>
          <p:txBody>
            <a:bodyPr wrap="square" lIns="0" tIns="0" rIns="0" bIns="0" rtlCol="0"/>
            <a:lstStyle/>
            <a:p>
              <a:endParaRPr/>
            </a:p>
          </p:txBody>
        </p:sp>
      </p:grpSp>
      <p:sp>
        <p:nvSpPr>
          <p:cNvPr id="8" name="object 8"/>
          <p:cNvSpPr txBox="1"/>
          <p:nvPr/>
        </p:nvSpPr>
        <p:spPr>
          <a:xfrm>
            <a:off x="7345546" y="2482184"/>
            <a:ext cx="33020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Arial MT"/>
                <a:cs typeface="Arial MT"/>
              </a:rPr>
              <a:t>7.</a:t>
            </a:r>
            <a:r>
              <a:rPr sz="1800" spc="-25" dirty="0">
                <a:solidFill>
                  <a:srgbClr val="FFFFFF"/>
                </a:solidFill>
                <a:latin typeface="Arial MT"/>
                <a:cs typeface="Arial MT"/>
              </a:rPr>
              <a:t> </a:t>
            </a:r>
            <a:r>
              <a:rPr sz="1800" dirty="0">
                <a:solidFill>
                  <a:srgbClr val="FFFFFF"/>
                </a:solidFill>
                <a:latin typeface="Arial MT"/>
                <a:cs typeface="Arial MT"/>
              </a:rPr>
              <a:t>Switch</a:t>
            </a:r>
            <a:r>
              <a:rPr sz="1800" spc="-10" dirty="0">
                <a:solidFill>
                  <a:srgbClr val="FFFFFF"/>
                </a:solidFill>
                <a:latin typeface="Arial MT"/>
                <a:cs typeface="Arial MT"/>
              </a:rPr>
              <a:t> </a:t>
            </a:r>
            <a:r>
              <a:rPr sz="1800" dirty="0">
                <a:solidFill>
                  <a:srgbClr val="FFFFFF"/>
                </a:solidFill>
                <a:latin typeface="Arial MT"/>
                <a:cs typeface="Arial MT"/>
              </a:rPr>
              <a:t>Back</a:t>
            </a:r>
            <a:r>
              <a:rPr sz="1800" spc="-15" dirty="0">
                <a:solidFill>
                  <a:srgbClr val="FFFFFF"/>
                </a:solidFill>
                <a:latin typeface="Arial MT"/>
                <a:cs typeface="Arial MT"/>
              </a:rPr>
              <a:t> </a:t>
            </a:r>
            <a:r>
              <a:rPr sz="1800" dirty="0">
                <a:solidFill>
                  <a:srgbClr val="FFFFFF"/>
                </a:solidFill>
                <a:latin typeface="Arial MT"/>
                <a:cs typeface="Arial MT"/>
              </a:rPr>
              <a:t>to</a:t>
            </a:r>
            <a:r>
              <a:rPr sz="1800" spc="-10" dirty="0">
                <a:solidFill>
                  <a:srgbClr val="FFFFFF"/>
                </a:solidFill>
                <a:latin typeface="Arial MT"/>
                <a:cs typeface="Arial MT"/>
              </a:rPr>
              <a:t> </a:t>
            </a:r>
            <a:r>
              <a:rPr sz="1800" dirty="0">
                <a:solidFill>
                  <a:srgbClr val="FFFFFF"/>
                </a:solidFill>
                <a:latin typeface="Arial MT"/>
                <a:cs typeface="Arial MT"/>
              </a:rPr>
              <a:t>master</a:t>
            </a:r>
            <a:r>
              <a:rPr sz="1800" spc="-10" dirty="0">
                <a:solidFill>
                  <a:srgbClr val="FFFFFF"/>
                </a:solidFill>
                <a:latin typeface="Arial MT"/>
                <a:cs typeface="Arial MT"/>
              </a:rPr>
              <a:t> branch</a:t>
            </a:r>
            <a:endParaRPr sz="1800">
              <a:latin typeface="Arial MT"/>
              <a:cs typeface="Arial MT"/>
            </a:endParaRPr>
          </a:p>
        </p:txBody>
      </p:sp>
      <p:grpSp>
        <p:nvGrpSpPr>
          <p:cNvPr id="9" name="object 9"/>
          <p:cNvGrpSpPr/>
          <p:nvPr/>
        </p:nvGrpSpPr>
        <p:grpSpPr>
          <a:xfrm>
            <a:off x="311818" y="3103941"/>
            <a:ext cx="12693015" cy="1652905"/>
            <a:chOff x="311818" y="3103941"/>
            <a:chExt cx="12693015" cy="1652905"/>
          </a:xfrm>
        </p:grpSpPr>
        <p:sp>
          <p:nvSpPr>
            <p:cNvPr id="10" name="object 10"/>
            <p:cNvSpPr/>
            <p:nvPr/>
          </p:nvSpPr>
          <p:spPr>
            <a:xfrm>
              <a:off x="330868" y="3122991"/>
              <a:ext cx="7583170" cy="1482090"/>
            </a:xfrm>
            <a:custGeom>
              <a:avLst/>
              <a:gdLst/>
              <a:ahLst/>
              <a:cxnLst/>
              <a:rect l="l" t="t" r="r" b="b"/>
              <a:pathLst>
                <a:path w="7583170" h="1482089">
                  <a:moveTo>
                    <a:pt x="0" y="246948"/>
                  </a:moveTo>
                  <a:lnTo>
                    <a:pt x="5017" y="197180"/>
                  </a:lnTo>
                  <a:lnTo>
                    <a:pt x="19406" y="150825"/>
                  </a:lnTo>
                  <a:lnTo>
                    <a:pt x="42175" y="108877"/>
                  </a:lnTo>
                  <a:lnTo>
                    <a:pt x="72329" y="72329"/>
                  </a:lnTo>
                  <a:lnTo>
                    <a:pt x="108877" y="42175"/>
                  </a:lnTo>
                  <a:lnTo>
                    <a:pt x="150825" y="19406"/>
                  </a:lnTo>
                  <a:lnTo>
                    <a:pt x="197180" y="5017"/>
                  </a:lnTo>
                  <a:lnTo>
                    <a:pt x="246949" y="0"/>
                  </a:lnTo>
                  <a:lnTo>
                    <a:pt x="7336096" y="0"/>
                  </a:lnTo>
                  <a:lnTo>
                    <a:pt x="7384499" y="4788"/>
                  </a:lnTo>
                  <a:lnTo>
                    <a:pt x="7430600" y="18797"/>
                  </a:lnTo>
                  <a:lnTo>
                    <a:pt x="7473104" y="41490"/>
                  </a:lnTo>
                  <a:lnTo>
                    <a:pt x="7510716" y="72329"/>
                  </a:lnTo>
                  <a:lnTo>
                    <a:pt x="7541555" y="109941"/>
                  </a:lnTo>
                  <a:lnTo>
                    <a:pt x="7564248" y="152445"/>
                  </a:lnTo>
                  <a:lnTo>
                    <a:pt x="7578257" y="198546"/>
                  </a:lnTo>
                  <a:lnTo>
                    <a:pt x="7583045" y="246948"/>
                  </a:lnTo>
                  <a:lnTo>
                    <a:pt x="7583045" y="1234715"/>
                  </a:lnTo>
                  <a:lnTo>
                    <a:pt x="7578028" y="1284484"/>
                  </a:lnTo>
                  <a:lnTo>
                    <a:pt x="7563639" y="1330839"/>
                  </a:lnTo>
                  <a:lnTo>
                    <a:pt x="7540870" y="1372787"/>
                  </a:lnTo>
                  <a:lnTo>
                    <a:pt x="7510716" y="1409335"/>
                  </a:lnTo>
                  <a:lnTo>
                    <a:pt x="7474168" y="1439489"/>
                  </a:lnTo>
                  <a:lnTo>
                    <a:pt x="7432220" y="1462258"/>
                  </a:lnTo>
                  <a:lnTo>
                    <a:pt x="7385865" y="1476647"/>
                  </a:lnTo>
                  <a:lnTo>
                    <a:pt x="7336096" y="1481664"/>
                  </a:lnTo>
                  <a:lnTo>
                    <a:pt x="246949" y="1481664"/>
                  </a:lnTo>
                  <a:lnTo>
                    <a:pt x="197180" y="1476647"/>
                  </a:lnTo>
                  <a:lnTo>
                    <a:pt x="150825" y="1462258"/>
                  </a:lnTo>
                  <a:lnTo>
                    <a:pt x="108877" y="1439489"/>
                  </a:lnTo>
                  <a:lnTo>
                    <a:pt x="72329" y="1409335"/>
                  </a:lnTo>
                  <a:lnTo>
                    <a:pt x="42175" y="1372787"/>
                  </a:lnTo>
                  <a:lnTo>
                    <a:pt x="19406" y="1330839"/>
                  </a:lnTo>
                  <a:lnTo>
                    <a:pt x="5017" y="1284484"/>
                  </a:lnTo>
                  <a:lnTo>
                    <a:pt x="0" y="1234715"/>
                  </a:lnTo>
                  <a:lnTo>
                    <a:pt x="0" y="246948"/>
                  </a:lnTo>
                  <a:close/>
                </a:path>
              </a:pathLst>
            </a:custGeom>
            <a:ln w="38099">
              <a:solidFill>
                <a:srgbClr val="C82506"/>
              </a:solidFill>
            </a:ln>
          </p:spPr>
          <p:txBody>
            <a:bodyPr wrap="square" lIns="0" tIns="0" rIns="0" bIns="0" rtlCol="0"/>
            <a:lstStyle/>
            <a:p>
              <a:endParaRPr/>
            </a:p>
          </p:txBody>
        </p:sp>
        <p:sp>
          <p:nvSpPr>
            <p:cNvPr id="11" name="object 11"/>
            <p:cNvSpPr/>
            <p:nvPr/>
          </p:nvSpPr>
          <p:spPr>
            <a:xfrm>
              <a:off x="8023565" y="3945784"/>
              <a:ext cx="4981575" cy="810895"/>
            </a:xfrm>
            <a:custGeom>
              <a:avLst/>
              <a:gdLst/>
              <a:ahLst/>
              <a:cxnLst/>
              <a:rect l="l" t="t" r="r" b="b"/>
              <a:pathLst>
                <a:path w="4981575" h="810895">
                  <a:moveTo>
                    <a:pt x="4846127" y="810642"/>
                  </a:moveTo>
                  <a:lnTo>
                    <a:pt x="629510" y="810642"/>
                  </a:lnTo>
                  <a:lnTo>
                    <a:pt x="586806" y="803755"/>
                  </a:lnTo>
                  <a:lnTo>
                    <a:pt x="549718" y="784575"/>
                  </a:lnTo>
                  <a:lnTo>
                    <a:pt x="520471" y="755328"/>
                  </a:lnTo>
                  <a:lnTo>
                    <a:pt x="501291" y="718240"/>
                  </a:lnTo>
                  <a:lnTo>
                    <a:pt x="494403" y="675535"/>
                  </a:lnTo>
                  <a:lnTo>
                    <a:pt x="494403" y="337767"/>
                  </a:lnTo>
                  <a:lnTo>
                    <a:pt x="0" y="231008"/>
                  </a:lnTo>
                  <a:lnTo>
                    <a:pt x="494403" y="135107"/>
                  </a:lnTo>
                  <a:lnTo>
                    <a:pt x="501291" y="92402"/>
                  </a:lnTo>
                  <a:lnTo>
                    <a:pt x="520471" y="55314"/>
                  </a:lnTo>
                  <a:lnTo>
                    <a:pt x="549718" y="26067"/>
                  </a:lnTo>
                  <a:lnTo>
                    <a:pt x="586806" y="6887"/>
                  </a:lnTo>
                  <a:lnTo>
                    <a:pt x="629510" y="0"/>
                  </a:lnTo>
                  <a:lnTo>
                    <a:pt x="4846127" y="0"/>
                  </a:lnTo>
                  <a:lnTo>
                    <a:pt x="4897831" y="10284"/>
                  </a:lnTo>
                  <a:lnTo>
                    <a:pt x="4941662" y="39571"/>
                  </a:lnTo>
                  <a:lnTo>
                    <a:pt x="4970950" y="83403"/>
                  </a:lnTo>
                  <a:lnTo>
                    <a:pt x="4981234" y="135107"/>
                  </a:lnTo>
                  <a:lnTo>
                    <a:pt x="4981234" y="675535"/>
                  </a:lnTo>
                  <a:lnTo>
                    <a:pt x="4974347" y="718240"/>
                  </a:lnTo>
                  <a:lnTo>
                    <a:pt x="4955166" y="755328"/>
                  </a:lnTo>
                  <a:lnTo>
                    <a:pt x="4925920" y="784575"/>
                  </a:lnTo>
                  <a:lnTo>
                    <a:pt x="4888832" y="803755"/>
                  </a:lnTo>
                  <a:lnTo>
                    <a:pt x="4846127" y="810642"/>
                  </a:lnTo>
                  <a:close/>
                </a:path>
              </a:pathLst>
            </a:custGeom>
            <a:solidFill>
              <a:srgbClr val="C82506"/>
            </a:solidFill>
          </p:spPr>
          <p:txBody>
            <a:bodyPr wrap="square" lIns="0" tIns="0" rIns="0" bIns="0" rtlCol="0"/>
            <a:lstStyle/>
            <a:p>
              <a:endParaRPr/>
            </a:p>
          </p:txBody>
        </p:sp>
      </p:grpSp>
      <p:sp>
        <p:nvSpPr>
          <p:cNvPr id="12" name="object 12"/>
          <p:cNvSpPr txBox="1"/>
          <p:nvPr/>
        </p:nvSpPr>
        <p:spPr>
          <a:xfrm>
            <a:off x="8630565" y="4054942"/>
            <a:ext cx="3729990" cy="574040"/>
          </a:xfrm>
          <a:prstGeom prst="rect">
            <a:avLst/>
          </a:prstGeom>
        </p:spPr>
        <p:txBody>
          <a:bodyPr vert="horz" wrap="square" lIns="0" tIns="12700" rIns="0" bIns="0" rtlCol="0">
            <a:spAutoFit/>
          </a:bodyPr>
          <a:lstStyle/>
          <a:p>
            <a:pPr marL="12700" marR="5080">
              <a:lnSpc>
                <a:spcPct val="100000"/>
              </a:lnSpc>
              <a:spcBef>
                <a:spcPts val="100"/>
              </a:spcBef>
            </a:pPr>
            <a:r>
              <a:rPr sz="1800" dirty="0">
                <a:solidFill>
                  <a:srgbClr val="FFFFFF"/>
                </a:solidFill>
                <a:latin typeface="Arial MT"/>
                <a:cs typeface="Arial MT"/>
              </a:rPr>
              <a:t>8.</a:t>
            </a:r>
            <a:r>
              <a:rPr sz="1800" spc="-65" dirty="0">
                <a:solidFill>
                  <a:srgbClr val="FFFFFF"/>
                </a:solidFill>
                <a:latin typeface="Arial MT"/>
                <a:cs typeface="Arial MT"/>
              </a:rPr>
              <a:t> </a:t>
            </a:r>
            <a:r>
              <a:rPr sz="1800" dirty="0">
                <a:solidFill>
                  <a:srgbClr val="FFFFFF"/>
                </a:solidFill>
                <a:latin typeface="Arial MT"/>
                <a:cs typeface="Arial MT"/>
              </a:rPr>
              <a:t>The</a:t>
            </a:r>
            <a:r>
              <a:rPr sz="1800" spc="-15" dirty="0">
                <a:solidFill>
                  <a:srgbClr val="FFFFFF"/>
                </a:solidFill>
                <a:latin typeface="Arial MT"/>
                <a:cs typeface="Arial MT"/>
              </a:rPr>
              <a:t> </a:t>
            </a:r>
            <a:r>
              <a:rPr sz="1800" dirty="0">
                <a:solidFill>
                  <a:srgbClr val="FFFFFF"/>
                </a:solidFill>
                <a:latin typeface="Arial MT"/>
                <a:cs typeface="Arial MT"/>
              </a:rPr>
              <a:t>log</a:t>
            </a:r>
            <a:r>
              <a:rPr sz="1800" spc="-15" dirty="0">
                <a:solidFill>
                  <a:srgbClr val="FFFFFF"/>
                </a:solidFill>
                <a:latin typeface="Arial MT"/>
                <a:cs typeface="Arial MT"/>
              </a:rPr>
              <a:t> </a:t>
            </a:r>
            <a:r>
              <a:rPr sz="1800" dirty="0">
                <a:solidFill>
                  <a:srgbClr val="FFFFFF"/>
                </a:solidFill>
                <a:latin typeface="Arial MT"/>
                <a:cs typeface="Arial MT"/>
              </a:rPr>
              <a:t>remains</a:t>
            </a:r>
            <a:r>
              <a:rPr sz="1800" spc="-20" dirty="0">
                <a:solidFill>
                  <a:srgbClr val="FFFFFF"/>
                </a:solidFill>
                <a:latin typeface="Arial MT"/>
                <a:cs typeface="Arial MT"/>
              </a:rPr>
              <a:t> </a:t>
            </a:r>
            <a:r>
              <a:rPr sz="1800" dirty="0">
                <a:solidFill>
                  <a:srgbClr val="FFFFFF"/>
                </a:solidFill>
                <a:latin typeface="Arial MT"/>
                <a:cs typeface="Arial MT"/>
              </a:rPr>
              <a:t>unchanged</a:t>
            </a:r>
            <a:r>
              <a:rPr sz="1800" spc="-15" dirty="0">
                <a:solidFill>
                  <a:srgbClr val="FFFFFF"/>
                </a:solidFill>
                <a:latin typeface="Arial MT"/>
                <a:cs typeface="Arial MT"/>
              </a:rPr>
              <a:t> </a:t>
            </a:r>
            <a:r>
              <a:rPr sz="1800" dirty="0">
                <a:solidFill>
                  <a:srgbClr val="FFFFFF"/>
                </a:solidFill>
                <a:latin typeface="Arial MT"/>
                <a:cs typeface="Arial MT"/>
              </a:rPr>
              <a:t>in</a:t>
            </a:r>
            <a:r>
              <a:rPr sz="1800" spc="-15" dirty="0">
                <a:solidFill>
                  <a:srgbClr val="FFFFFF"/>
                </a:solidFill>
                <a:latin typeface="Arial MT"/>
                <a:cs typeface="Arial MT"/>
              </a:rPr>
              <a:t> </a:t>
            </a:r>
            <a:r>
              <a:rPr sz="1800" spc="-25" dirty="0">
                <a:solidFill>
                  <a:srgbClr val="FFFFFF"/>
                </a:solidFill>
                <a:latin typeface="Arial MT"/>
                <a:cs typeface="Arial MT"/>
              </a:rPr>
              <a:t>the </a:t>
            </a:r>
            <a:r>
              <a:rPr sz="1800" dirty="0">
                <a:solidFill>
                  <a:srgbClr val="FFFFFF"/>
                </a:solidFill>
                <a:latin typeface="Arial MT"/>
                <a:cs typeface="Arial MT"/>
              </a:rPr>
              <a:t>master</a:t>
            </a:r>
            <a:r>
              <a:rPr sz="1800" spc="-5" dirty="0">
                <a:solidFill>
                  <a:srgbClr val="FFFFFF"/>
                </a:solidFill>
                <a:latin typeface="Arial MT"/>
                <a:cs typeface="Arial MT"/>
              </a:rPr>
              <a:t> </a:t>
            </a:r>
            <a:r>
              <a:rPr sz="1800" spc="-10" dirty="0">
                <a:solidFill>
                  <a:srgbClr val="FFFFFF"/>
                </a:solidFill>
                <a:latin typeface="Arial MT"/>
                <a:cs typeface="Arial MT"/>
              </a:rPr>
              <a:t>branch."</a:t>
            </a:r>
            <a:endParaRPr sz="1800">
              <a:latin typeface="Arial MT"/>
              <a:cs typeface="Arial MT"/>
            </a:endParaRPr>
          </a:p>
        </p:txBody>
      </p:sp>
      <p:sp>
        <p:nvSpPr>
          <p:cNvPr id="13" name="object 13"/>
          <p:cNvSpPr/>
          <p:nvPr/>
        </p:nvSpPr>
        <p:spPr>
          <a:xfrm>
            <a:off x="6350117" y="6261115"/>
            <a:ext cx="4981575" cy="810895"/>
          </a:xfrm>
          <a:custGeom>
            <a:avLst/>
            <a:gdLst/>
            <a:ahLst/>
            <a:cxnLst/>
            <a:rect l="l" t="t" r="r" b="b"/>
            <a:pathLst>
              <a:path w="4981575" h="810895">
                <a:moveTo>
                  <a:pt x="4846127" y="810643"/>
                </a:moveTo>
                <a:lnTo>
                  <a:pt x="629510" y="810643"/>
                </a:lnTo>
                <a:lnTo>
                  <a:pt x="586806" y="803755"/>
                </a:lnTo>
                <a:lnTo>
                  <a:pt x="549718" y="784575"/>
                </a:lnTo>
                <a:lnTo>
                  <a:pt x="520471" y="755328"/>
                </a:lnTo>
                <a:lnTo>
                  <a:pt x="501291" y="718240"/>
                </a:lnTo>
                <a:lnTo>
                  <a:pt x="494403" y="675535"/>
                </a:lnTo>
                <a:lnTo>
                  <a:pt x="494403" y="337767"/>
                </a:lnTo>
                <a:lnTo>
                  <a:pt x="0" y="231008"/>
                </a:lnTo>
                <a:lnTo>
                  <a:pt x="494403" y="135106"/>
                </a:lnTo>
                <a:lnTo>
                  <a:pt x="501291" y="92402"/>
                </a:lnTo>
                <a:lnTo>
                  <a:pt x="520471" y="55314"/>
                </a:lnTo>
                <a:lnTo>
                  <a:pt x="549718" y="26067"/>
                </a:lnTo>
                <a:lnTo>
                  <a:pt x="586806" y="6887"/>
                </a:lnTo>
                <a:lnTo>
                  <a:pt x="629510" y="0"/>
                </a:lnTo>
                <a:lnTo>
                  <a:pt x="4846127" y="0"/>
                </a:lnTo>
                <a:lnTo>
                  <a:pt x="4897831" y="10284"/>
                </a:lnTo>
                <a:lnTo>
                  <a:pt x="4941663" y="39571"/>
                </a:lnTo>
                <a:lnTo>
                  <a:pt x="4970950" y="83403"/>
                </a:lnTo>
                <a:lnTo>
                  <a:pt x="4981234" y="135106"/>
                </a:lnTo>
                <a:lnTo>
                  <a:pt x="4981234" y="675535"/>
                </a:lnTo>
                <a:lnTo>
                  <a:pt x="4974347" y="718240"/>
                </a:lnTo>
                <a:lnTo>
                  <a:pt x="4955167" y="755328"/>
                </a:lnTo>
                <a:lnTo>
                  <a:pt x="4925920" y="784575"/>
                </a:lnTo>
                <a:lnTo>
                  <a:pt x="4888832" y="803755"/>
                </a:lnTo>
                <a:lnTo>
                  <a:pt x="4846127" y="810643"/>
                </a:lnTo>
                <a:close/>
              </a:path>
            </a:pathLst>
          </a:custGeom>
          <a:solidFill>
            <a:srgbClr val="C82506"/>
          </a:solidFill>
        </p:spPr>
        <p:txBody>
          <a:bodyPr wrap="square" lIns="0" tIns="0" rIns="0" bIns="0" rtlCol="0"/>
          <a:lstStyle/>
          <a:p>
            <a:endParaRPr/>
          </a:p>
        </p:txBody>
      </p:sp>
      <p:sp>
        <p:nvSpPr>
          <p:cNvPr id="14" name="object 14"/>
          <p:cNvSpPr txBox="1"/>
          <p:nvPr/>
        </p:nvSpPr>
        <p:spPr>
          <a:xfrm>
            <a:off x="6957118" y="6370273"/>
            <a:ext cx="4074795" cy="574040"/>
          </a:xfrm>
          <a:prstGeom prst="rect">
            <a:avLst/>
          </a:prstGeom>
        </p:spPr>
        <p:txBody>
          <a:bodyPr vert="horz" wrap="square" lIns="0" tIns="12700" rIns="0" bIns="0" rtlCol="0">
            <a:spAutoFit/>
          </a:bodyPr>
          <a:lstStyle/>
          <a:p>
            <a:pPr marL="12700" marR="5080">
              <a:lnSpc>
                <a:spcPct val="100000"/>
              </a:lnSpc>
              <a:spcBef>
                <a:spcPts val="100"/>
              </a:spcBef>
            </a:pPr>
            <a:r>
              <a:rPr sz="1800" dirty="0">
                <a:solidFill>
                  <a:srgbClr val="FFFFFF"/>
                </a:solidFill>
                <a:latin typeface="Arial MT"/>
                <a:cs typeface="Arial MT"/>
              </a:rPr>
              <a:t>9.</a:t>
            </a:r>
            <a:r>
              <a:rPr sz="1800" spc="-35" dirty="0">
                <a:solidFill>
                  <a:srgbClr val="FFFFFF"/>
                </a:solidFill>
                <a:latin typeface="Arial MT"/>
                <a:cs typeface="Arial MT"/>
              </a:rPr>
              <a:t> </a:t>
            </a:r>
            <a:r>
              <a:rPr sz="1800" dirty="0">
                <a:solidFill>
                  <a:srgbClr val="FFFFFF"/>
                </a:solidFill>
                <a:latin typeface="Arial MT"/>
                <a:cs typeface="Arial MT"/>
              </a:rPr>
              <a:t>Reopen</a:t>
            </a:r>
            <a:r>
              <a:rPr sz="1800" spc="-25" dirty="0">
                <a:solidFill>
                  <a:srgbClr val="FFFFFF"/>
                </a:solidFill>
                <a:latin typeface="Arial MT"/>
                <a:cs typeface="Arial MT"/>
              </a:rPr>
              <a:t> </a:t>
            </a:r>
            <a:r>
              <a:rPr sz="1800" dirty="0">
                <a:solidFill>
                  <a:srgbClr val="FFFFFF"/>
                </a:solidFill>
                <a:latin typeface="Arial MT"/>
                <a:cs typeface="Arial MT"/>
              </a:rPr>
              <a:t>the</a:t>
            </a:r>
            <a:r>
              <a:rPr sz="1800" spc="-20" dirty="0">
                <a:solidFill>
                  <a:srgbClr val="FFFFFF"/>
                </a:solidFill>
                <a:latin typeface="Arial MT"/>
                <a:cs typeface="Arial MT"/>
              </a:rPr>
              <a:t> </a:t>
            </a:r>
            <a:r>
              <a:rPr sz="1800" dirty="0">
                <a:solidFill>
                  <a:srgbClr val="FFFFFF"/>
                </a:solidFill>
                <a:latin typeface="Arial MT"/>
                <a:cs typeface="Arial MT"/>
              </a:rPr>
              <a:t>file.txt</a:t>
            </a:r>
            <a:r>
              <a:rPr sz="1800" spc="-25" dirty="0">
                <a:solidFill>
                  <a:srgbClr val="FFFFFF"/>
                </a:solidFill>
                <a:latin typeface="Arial MT"/>
                <a:cs typeface="Arial MT"/>
              </a:rPr>
              <a:t> </a:t>
            </a:r>
            <a:r>
              <a:rPr sz="1800" dirty="0">
                <a:solidFill>
                  <a:srgbClr val="FFFFFF"/>
                </a:solidFill>
                <a:latin typeface="Arial MT"/>
                <a:cs typeface="Arial MT"/>
              </a:rPr>
              <a:t>and</a:t>
            </a:r>
            <a:r>
              <a:rPr sz="1800" spc="-20" dirty="0">
                <a:solidFill>
                  <a:srgbClr val="FFFFFF"/>
                </a:solidFill>
                <a:latin typeface="Arial MT"/>
                <a:cs typeface="Arial MT"/>
              </a:rPr>
              <a:t> </a:t>
            </a:r>
            <a:r>
              <a:rPr sz="1800" dirty="0">
                <a:solidFill>
                  <a:srgbClr val="FFFFFF"/>
                </a:solidFill>
                <a:latin typeface="Arial MT"/>
                <a:cs typeface="Arial MT"/>
              </a:rPr>
              <a:t>the</a:t>
            </a:r>
            <a:r>
              <a:rPr sz="1800" spc="-25" dirty="0">
                <a:solidFill>
                  <a:srgbClr val="FFFFFF"/>
                </a:solidFill>
                <a:latin typeface="Arial MT"/>
                <a:cs typeface="Arial MT"/>
              </a:rPr>
              <a:t> </a:t>
            </a:r>
            <a:r>
              <a:rPr sz="1800" dirty="0">
                <a:solidFill>
                  <a:srgbClr val="FFFFFF"/>
                </a:solidFill>
                <a:latin typeface="Arial MT"/>
                <a:cs typeface="Arial MT"/>
              </a:rPr>
              <a:t>content</a:t>
            </a:r>
            <a:r>
              <a:rPr sz="1800" spc="-20" dirty="0">
                <a:solidFill>
                  <a:srgbClr val="FFFFFF"/>
                </a:solidFill>
                <a:latin typeface="Arial MT"/>
                <a:cs typeface="Arial MT"/>
              </a:rPr>
              <a:t> </a:t>
            </a:r>
            <a:r>
              <a:rPr sz="1800" spc="-25" dirty="0">
                <a:solidFill>
                  <a:srgbClr val="FFFFFF"/>
                </a:solidFill>
                <a:latin typeface="Arial MT"/>
                <a:cs typeface="Arial MT"/>
              </a:rPr>
              <a:t>go </a:t>
            </a:r>
            <a:r>
              <a:rPr sz="1800" dirty="0">
                <a:solidFill>
                  <a:srgbClr val="FFFFFF"/>
                </a:solidFill>
                <a:latin typeface="Arial MT"/>
                <a:cs typeface="Arial MT"/>
              </a:rPr>
              <a:t>back</a:t>
            </a:r>
            <a:r>
              <a:rPr sz="1800" spc="-10" dirty="0">
                <a:solidFill>
                  <a:srgbClr val="FFFFFF"/>
                </a:solidFill>
                <a:latin typeface="Arial MT"/>
                <a:cs typeface="Arial MT"/>
              </a:rPr>
              <a:t> </a:t>
            </a:r>
            <a:r>
              <a:rPr sz="1800" dirty="0">
                <a:solidFill>
                  <a:srgbClr val="FFFFFF"/>
                </a:solidFill>
                <a:latin typeface="Arial MT"/>
                <a:cs typeface="Arial MT"/>
              </a:rPr>
              <a:t>to</a:t>
            </a:r>
            <a:r>
              <a:rPr sz="1800" spc="-5" dirty="0">
                <a:solidFill>
                  <a:srgbClr val="FFFFFF"/>
                </a:solidFill>
                <a:latin typeface="Arial MT"/>
                <a:cs typeface="Arial MT"/>
              </a:rPr>
              <a:t> </a:t>
            </a:r>
            <a:r>
              <a:rPr sz="1800" spc="-10" dirty="0">
                <a:solidFill>
                  <a:srgbClr val="FFFFFF"/>
                </a:solidFill>
                <a:latin typeface="Arial MT"/>
                <a:cs typeface="Arial MT"/>
              </a:rPr>
              <a:t>initial</a:t>
            </a:r>
            <a:endParaRPr sz="1800">
              <a:latin typeface="Arial MT"/>
              <a:cs typeface="Arial MT"/>
            </a:endParaRPr>
          </a:p>
        </p:txBody>
      </p:sp>
      <p:sp>
        <p:nvSpPr>
          <p:cNvPr id="15" name="object 15"/>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45</a:t>
            </a:fld>
            <a:endParaRPr spc="-25"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375648" y="1750155"/>
            <a:ext cx="10241280" cy="6253480"/>
            <a:chOff x="1375648" y="1750155"/>
            <a:chExt cx="10241280" cy="6253480"/>
          </a:xfrm>
        </p:grpSpPr>
        <p:pic>
          <p:nvPicPr>
            <p:cNvPr id="3" name="object 3"/>
            <p:cNvPicPr/>
            <p:nvPr/>
          </p:nvPicPr>
          <p:blipFill>
            <a:blip r:embed="rId2" cstate="print"/>
            <a:stretch>
              <a:fillRect/>
            </a:stretch>
          </p:blipFill>
          <p:spPr>
            <a:xfrm>
              <a:off x="1375648" y="1750155"/>
              <a:ext cx="10240804" cy="4925111"/>
            </a:xfrm>
            <a:prstGeom prst="rect">
              <a:avLst/>
            </a:prstGeom>
          </p:spPr>
        </p:pic>
        <p:pic>
          <p:nvPicPr>
            <p:cNvPr id="4" name="object 4"/>
            <p:cNvPicPr/>
            <p:nvPr/>
          </p:nvPicPr>
          <p:blipFill>
            <a:blip r:embed="rId3" cstate="print"/>
            <a:stretch>
              <a:fillRect/>
            </a:stretch>
          </p:blipFill>
          <p:spPr>
            <a:xfrm>
              <a:off x="2873441" y="4867190"/>
              <a:ext cx="8023576" cy="3136251"/>
            </a:xfrm>
            <a:prstGeom prst="rect">
              <a:avLst/>
            </a:prstGeom>
          </p:spPr>
        </p:pic>
        <p:sp>
          <p:nvSpPr>
            <p:cNvPr id="5" name="object 5"/>
            <p:cNvSpPr/>
            <p:nvPr/>
          </p:nvSpPr>
          <p:spPr>
            <a:xfrm>
              <a:off x="1567961" y="4062812"/>
              <a:ext cx="8861425" cy="3472815"/>
            </a:xfrm>
            <a:custGeom>
              <a:avLst/>
              <a:gdLst/>
              <a:ahLst/>
              <a:cxnLst/>
              <a:rect l="l" t="t" r="r" b="b"/>
              <a:pathLst>
                <a:path w="8861425" h="3472815">
                  <a:moveTo>
                    <a:pt x="0" y="68944"/>
                  </a:moveTo>
                  <a:lnTo>
                    <a:pt x="5417" y="42108"/>
                  </a:lnTo>
                  <a:lnTo>
                    <a:pt x="20193" y="20193"/>
                  </a:lnTo>
                  <a:lnTo>
                    <a:pt x="42108" y="5417"/>
                  </a:lnTo>
                  <a:lnTo>
                    <a:pt x="68944" y="0"/>
                  </a:lnTo>
                  <a:lnTo>
                    <a:pt x="3033484" y="0"/>
                  </a:lnTo>
                  <a:lnTo>
                    <a:pt x="3071734" y="11583"/>
                  </a:lnTo>
                  <a:lnTo>
                    <a:pt x="3097180" y="42560"/>
                  </a:lnTo>
                  <a:lnTo>
                    <a:pt x="3102428" y="68944"/>
                  </a:lnTo>
                  <a:lnTo>
                    <a:pt x="3102428" y="344713"/>
                  </a:lnTo>
                  <a:lnTo>
                    <a:pt x="3097010" y="371549"/>
                  </a:lnTo>
                  <a:lnTo>
                    <a:pt x="3082235" y="393464"/>
                  </a:lnTo>
                  <a:lnTo>
                    <a:pt x="3060320" y="408239"/>
                  </a:lnTo>
                  <a:lnTo>
                    <a:pt x="3033484" y="413657"/>
                  </a:lnTo>
                  <a:lnTo>
                    <a:pt x="68944" y="413657"/>
                  </a:lnTo>
                  <a:lnTo>
                    <a:pt x="42108" y="408239"/>
                  </a:lnTo>
                  <a:lnTo>
                    <a:pt x="20193" y="393464"/>
                  </a:lnTo>
                  <a:lnTo>
                    <a:pt x="5417" y="371549"/>
                  </a:lnTo>
                  <a:lnTo>
                    <a:pt x="0" y="344713"/>
                  </a:lnTo>
                  <a:lnTo>
                    <a:pt x="0" y="68944"/>
                  </a:lnTo>
                  <a:close/>
                </a:path>
                <a:path w="8861425" h="3472815">
                  <a:moveTo>
                    <a:pt x="4443286" y="2886660"/>
                  </a:moveTo>
                  <a:lnTo>
                    <a:pt x="4452495" y="2841048"/>
                  </a:lnTo>
                  <a:lnTo>
                    <a:pt x="4477607" y="2803801"/>
                  </a:lnTo>
                  <a:lnTo>
                    <a:pt x="4514854" y="2778689"/>
                  </a:lnTo>
                  <a:lnTo>
                    <a:pt x="4560466" y="2769480"/>
                  </a:lnTo>
                  <a:lnTo>
                    <a:pt x="8743791" y="2769480"/>
                  </a:lnTo>
                  <a:lnTo>
                    <a:pt x="8788634" y="2778400"/>
                  </a:lnTo>
                  <a:lnTo>
                    <a:pt x="8826649" y="2803801"/>
                  </a:lnTo>
                  <a:lnTo>
                    <a:pt x="8852050" y="2841817"/>
                  </a:lnTo>
                  <a:lnTo>
                    <a:pt x="8860970" y="2886660"/>
                  </a:lnTo>
                  <a:lnTo>
                    <a:pt x="8860970" y="3355363"/>
                  </a:lnTo>
                  <a:lnTo>
                    <a:pt x="8851762" y="3400975"/>
                  </a:lnTo>
                  <a:lnTo>
                    <a:pt x="8826649" y="3438222"/>
                  </a:lnTo>
                  <a:lnTo>
                    <a:pt x="8789403" y="3463334"/>
                  </a:lnTo>
                  <a:lnTo>
                    <a:pt x="8743791" y="3472543"/>
                  </a:lnTo>
                  <a:lnTo>
                    <a:pt x="4560466" y="3472543"/>
                  </a:lnTo>
                  <a:lnTo>
                    <a:pt x="4514854" y="3463334"/>
                  </a:lnTo>
                  <a:lnTo>
                    <a:pt x="4477607" y="3438222"/>
                  </a:lnTo>
                  <a:lnTo>
                    <a:pt x="4452495" y="3400975"/>
                  </a:lnTo>
                  <a:lnTo>
                    <a:pt x="4443286" y="3355363"/>
                  </a:lnTo>
                  <a:lnTo>
                    <a:pt x="4443286" y="2886660"/>
                  </a:lnTo>
                  <a:close/>
                </a:path>
              </a:pathLst>
            </a:custGeom>
            <a:ln w="38099">
              <a:solidFill>
                <a:srgbClr val="C82506"/>
              </a:solidFill>
            </a:ln>
          </p:spPr>
          <p:txBody>
            <a:bodyPr wrap="square" lIns="0" tIns="0" rIns="0" bIns="0" rtlCol="0"/>
            <a:lstStyle/>
            <a:p>
              <a:endParaRPr/>
            </a:p>
          </p:txBody>
        </p:sp>
        <p:sp>
          <p:nvSpPr>
            <p:cNvPr id="6" name="object 6"/>
            <p:cNvSpPr/>
            <p:nvPr/>
          </p:nvSpPr>
          <p:spPr>
            <a:xfrm>
              <a:off x="5792430" y="4552532"/>
              <a:ext cx="5732780" cy="810895"/>
            </a:xfrm>
            <a:custGeom>
              <a:avLst/>
              <a:gdLst/>
              <a:ahLst/>
              <a:cxnLst/>
              <a:rect l="l" t="t" r="r" b="b"/>
              <a:pathLst>
                <a:path w="5732780" h="810895">
                  <a:moveTo>
                    <a:pt x="5732330" y="135107"/>
                  </a:moveTo>
                  <a:lnTo>
                    <a:pt x="1245499" y="135107"/>
                  </a:lnTo>
                  <a:lnTo>
                    <a:pt x="1252387" y="92403"/>
                  </a:lnTo>
                  <a:lnTo>
                    <a:pt x="1271567" y="55314"/>
                  </a:lnTo>
                  <a:lnTo>
                    <a:pt x="1300814" y="26067"/>
                  </a:lnTo>
                  <a:lnTo>
                    <a:pt x="1337902" y="6887"/>
                  </a:lnTo>
                  <a:lnTo>
                    <a:pt x="1380606" y="0"/>
                  </a:lnTo>
                  <a:lnTo>
                    <a:pt x="5597223" y="0"/>
                  </a:lnTo>
                  <a:lnTo>
                    <a:pt x="5648926" y="10284"/>
                  </a:lnTo>
                  <a:lnTo>
                    <a:pt x="5692758" y="39572"/>
                  </a:lnTo>
                  <a:lnTo>
                    <a:pt x="5722046" y="83404"/>
                  </a:lnTo>
                  <a:lnTo>
                    <a:pt x="5732330" y="135107"/>
                  </a:lnTo>
                  <a:close/>
                </a:path>
                <a:path w="5732780" h="810895">
                  <a:moveTo>
                    <a:pt x="5597223" y="810643"/>
                  </a:moveTo>
                  <a:lnTo>
                    <a:pt x="1380606" y="810643"/>
                  </a:lnTo>
                  <a:lnTo>
                    <a:pt x="1337902" y="803755"/>
                  </a:lnTo>
                  <a:lnTo>
                    <a:pt x="1300814" y="784575"/>
                  </a:lnTo>
                  <a:lnTo>
                    <a:pt x="1271567" y="755328"/>
                  </a:lnTo>
                  <a:lnTo>
                    <a:pt x="1252387" y="718240"/>
                  </a:lnTo>
                  <a:lnTo>
                    <a:pt x="1245499" y="675535"/>
                  </a:lnTo>
                  <a:lnTo>
                    <a:pt x="1245499" y="337767"/>
                  </a:lnTo>
                  <a:lnTo>
                    <a:pt x="0" y="45955"/>
                  </a:lnTo>
                  <a:lnTo>
                    <a:pt x="1245499" y="135107"/>
                  </a:lnTo>
                  <a:lnTo>
                    <a:pt x="5732330" y="135107"/>
                  </a:lnTo>
                  <a:lnTo>
                    <a:pt x="5732330" y="675535"/>
                  </a:lnTo>
                  <a:lnTo>
                    <a:pt x="5725442" y="718240"/>
                  </a:lnTo>
                  <a:lnTo>
                    <a:pt x="5706262" y="755328"/>
                  </a:lnTo>
                  <a:lnTo>
                    <a:pt x="5677015" y="784575"/>
                  </a:lnTo>
                  <a:lnTo>
                    <a:pt x="5639927" y="803755"/>
                  </a:lnTo>
                  <a:lnTo>
                    <a:pt x="5597223" y="810643"/>
                  </a:lnTo>
                  <a:close/>
                </a:path>
              </a:pathLst>
            </a:custGeom>
            <a:solidFill>
              <a:srgbClr val="C82506"/>
            </a:solidFill>
          </p:spPr>
          <p:txBody>
            <a:bodyPr wrap="square" lIns="0" tIns="0" rIns="0" bIns="0" rtlCol="0"/>
            <a:lstStyle/>
            <a:p>
              <a:endParaRPr/>
            </a:p>
          </p:txBody>
        </p:sp>
      </p:grpSp>
      <p:sp>
        <p:nvSpPr>
          <p:cNvPr id="7" name="object 7"/>
          <p:cNvSpPr txBox="1"/>
          <p:nvPr/>
        </p:nvSpPr>
        <p:spPr>
          <a:xfrm>
            <a:off x="7150527" y="4661690"/>
            <a:ext cx="3898265" cy="574040"/>
          </a:xfrm>
          <a:prstGeom prst="rect">
            <a:avLst/>
          </a:prstGeom>
        </p:spPr>
        <p:txBody>
          <a:bodyPr vert="horz" wrap="square" lIns="0" tIns="12700" rIns="0" bIns="0" rtlCol="0">
            <a:spAutoFit/>
          </a:bodyPr>
          <a:lstStyle/>
          <a:p>
            <a:pPr marL="12700" marR="5080">
              <a:lnSpc>
                <a:spcPct val="100000"/>
              </a:lnSpc>
              <a:spcBef>
                <a:spcPts val="100"/>
              </a:spcBef>
            </a:pPr>
            <a:r>
              <a:rPr sz="1800" dirty="0">
                <a:solidFill>
                  <a:srgbClr val="FFFFFF"/>
                </a:solidFill>
                <a:latin typeface="Arial MT"/>
                <a:cs typeface="Arial MT"/>
              </a:rPr>
              <a:t>10.</a:t>
            </a:r>
            <a:r>
              <a:rPr sz="1800" spc="-65" dirty="0">
                <a:solidFill>
                  <a:srgbClr val="FFFFFF"/>
                </a:solidFill>
                <a:latin typeface="Arial MT"/>
                <a:cs typeface="Arial MT"/>
              </a:rPr>
              <a:t> </a:t>
            </a:r>
            <a:r>
              <a:rPr sz="1800" dirty="0">
                <a:solidFill>
                  <a:srgbClr val="FFFFFF"/>
                </a:solidFill>
                <a:latin typeface="Arial MT"/>
                <a:cs typeface="Arial MT"/>
              </a:rPr>
              <a:t>Try</a:t>
            </a:r>
            <a:r>
              <a:rPr sz="1800" spc="-30" dirty="0">
                <a:solidFill>
                  <a:srgbClr val="FFFFFF"/>
                </a:solidFill>
                <a:latin typeface="Arial MT"/>
                <a:cs typeface="Arial MT"/>
              </a:rPr>
              <a:t> </a:t>
            </a:r>
            <a:r>
              <a:rPr sz="1800" dirty="0">
                <a:solidFill>
                  <a:srgbClr val="FFFFFF"/>
                </a:solidFill>
                <a:latin typeface="Arial MT"/>
                <a:cs typeface="Arial MT"/>
              </a:rPr>
              <a:t>to</a:t>
            </a:r>
            <a:r>
              <a:rPr sz="1800" spc="-30" dirty="0">
                <a:solidFill>
                  <a:srgbClr val="FFFFFF"/>
                </a:solidFill>
                <a:latin typeface="Arial MT"/>
                <a:cs typeface="Arial MT"/>
              </a:rPr>
              <a:t> </a:t>
            </a:r>
            <a:r>
              <a:rPr sz="1800" dirty="0">
                <a:solidFill>
                  <a:srgbClr val="FFFFFF"/>
                </a:solidFill>
                <a:latin typeface="Arial MT"/>
                <a:cs typeface="Arial MT"/>
              </a:rPr>
              <a:t>also</a:t>
            </a:r>
            <a:r>
              <a:rPr sz="1800" spc="-30" dirty="0">
                <a:solidFill>
                  <a:srgbClr val="FFFFFF"/>
                </a:solidFill>
                <a:latin typeface="Arial MT"/>
                <a:cs typeface="Arial MT"/>
              </a:rPr>
              <a:t> </a:t>
            </a:r>
            <a:r>
              <a:rPr sz="1800" dirty="0">
                <a:solidFill>
                  <a:srgbClr val="FFFFFF"/>
                </a:solidFill>
                <a:latin typeface="Arial MT"/>
                <a:cs typeface="Arial MT"/>
              </a:rPr>
              <a:t>make</a:t>
            </a:r>
            <a:r>
              <a:rPr sz="1800" spc="-30" dirty="0">
                <a:solidFill>
                  <a:srgbClr val="FFFFFF"/>
                </a:solidFill>
                <a:latin typeface="Arial MT"/>
                <a:cs typeface="Arial MT"/>
              </a:rPr>
              <a:t> </a:t>
            </a:r>
            <a:r>
              <a:rPr sz="1800" dirty="0">
                <a:solidFill>
                  <a:srgbClr val="FFFFFF"/>
                </a:solidFill>
                <a:latin typeface="Arial MT"/>
                <a:cs typeface="Arial MT"/>
              </a:rPr>
              <a:t>change</a:t>
            </a:r>
            <a:r>
              <a:rPr sz="1800" spc="-30" dirty="0">
                <a:solidFill>
                  <a:srgbClr val="FFFFFF"/>
                </a:solidFill>
                <a:latin typeface="Arial MT"/>
                <a:cs typeface="Arial MT"/>
              </a:rPr>
              <a:t> </a:t>
            </a:r>
            <a:r>
              <a:rPr sz="1800" dirty="0">
                <a:solidFill>
                  <a:srgbClr val="FFFFFF"/>
                </a:solidFill>
                <a:latin typeface="Arial MT"/>
                <a:cs typeface="Arial MT"/>
              </a:rPr>
              <a:t>in</a:t>
            </a:r>
            <a:r>
              <a:rPr sz="1800" spc="-30" dirty="0">
                <a:solidFill>
                  <a:srgbClr val="FFFFFF"/>
                </a:solidFill>
                <a:latin typeface="Arial MT"/>
                <a:cs typeface="Arial MT"/>
              </a:rPr>
              <a:t> </a:t>
            </a:r>
            <a:r>
              <a:rPr sz="1800" spc="-10" dirty="0">
                <a:solidFill>
                  <a:srgbClr val="FFFFFF"/>
                </a:solidFill>
                <a:latin typeface="Arial MT"/>
                <a:cs typeface="Arial MT"/>
              </a:rPr>
              <a:t>master </a:t>
            </a:r>
            <a:r>
              <a:rPr sz="1800" dirty="0">
                <a:solidFill>
                  <a:srgbClr val="FFFFFF"/>
                </a:solidFill>
                <a:latin typeface="Arial MT"/>
                <a:cs typeface="Arial MT"/>
              </a:rPr>
              <a:t>branch</a:t>
            </a:r>
            <a:r>
              <a:rPr sz="1800" spc="-35" dirty="0">
                <a:solidFill>
                  <a:srgbClr val="FFFFFF"/>
                </a:solidFill>
                <a:latin typeface="Arial MT"/>
                <a:cs typeface="Arial MT"/>
              </a:rPr>
              <a:t> </a:t>
            </a:r>
            <a:r>
              <a:rPr sz="1800" dirty="0">
                <a:solidFill>
                  <a:srgbClr val="FFFFFF"/>
                </a:solidFill>
                <a:latin typeface="Arial MT"/>
                <a:cs typeface="Arial MT"/>
              </a:rPr>
              <a:t>and</a:t>
            </a:r>
            <a:r>
              <a:rPr sz="1800" spc="-20" dirty="0">
                <a:solidFill>
                  <a:srgbClr val="FFFFFF"/>
                </a:solidFill>
                <a:latin typeface="Arial MT"/>
                <a:cs typeface="Arial MT"/>
              </a:rPr>
              <a:t> </a:t>
            </a:r>
            <a:r>
              <a:rPr sz="1800" dirty="0">
                <a:solidFill>
                  <a:srgbClr val="FFFFFF"/>
                </a:solidFill>
                <a:latin typeface="Arial MT"/>
                <a:cs typeface="Arial MT"/>
              </a:rPr>
              <a:t>commit</a:t>
            </a:r>
            <a:r>
              <a:rPr sz="1800" spc="-25" dirty="0">
                <a:solidFill>
                  <a:srgbClr val="FFFFFF"/>
                </a:solidFill>
                <a:latin typeface="Arial MT"/>
                <a:cs typeface="Arial MT"/>
              </a:rPr>
              <a:t> </a:t>
            </a:r>
            <a:r>
              <a:rPr sz="1800" dirty="0">
                <a:solidFill>
                  <a:srgbClr val="FFFFFF"/>
                </a:solidFill>
                <a:latin typeface="Arial MT"/>
                <a:cs typeface="Arial MT"/>
              </a:rPr>
              <a:t>the</a:t>
            </a:r>
            <a:r>
              <a:rPr sz="1800" spc="-20" dirty="0">
                <a:solidFill>
                  <a:srgbClr val="FFFFFF"/>
                </a:solidFill>
                <a:latin typeface="Arial MT"/>
                <a:cs typeface="Arial MT"/>
              </a:rPr>
              <a:t> </a:t>
            </a:r>
            <a:r>
              <a:rPr sz="1800" spc="-10" dirty="0">
                <a:solidFill>
                  <a:srgbClr val="FFFFFF"/>
                </a:solidFill>
                <a:latin typeface="Arial MT"/>
                <a:cs typeface="Arial MT"/>
              </a:rPr>
              <a:t>change</a:t>
            </a:r>
            <a:endParaRPr sz="1800">
              <a:latin typeface="Arial MT"/>
              <a:cs typeface="Arial MT"/>
            </a:endParaRPr>
          </a:p>
        </p:txBody>
      </p:sp>
      <p:sp>
        <p:nvSpPr>
          <p:cNvPr id="8" name="object 8"/>
          <p:cNvSpPr/>
          <p:nvPr/>
        </p:nvSpPr>
        <p:spPr>
          <a:xfrm>
            <a:off x="9737429" y="5228316"/>
            <a:ext cx="491490" cy="1329055"/>
          </a:xfrm>
          <a:custGeom>
            <a:avLst/>
            <a:gdLst/>
            <a:ahLst/>
            <a:cxnLst/>
            <a:rect l="l" t="t" r="r" b="b"/>
            <a:pathLst>
              <a:path w="491490" h="1329054">
                <a:moveTo>
                  <a:pt x="0" y="1328576"/>
                </a:moveTo>
                <a:lnTo>
                  <a:pt x="164329" y="0"/>
                </a:lnTo>
                <a:lnTo>
                  <a:pt x="490868" y="83117"/>
                </a:lnTo>
                <a:lnTo>
                  <a:pt x="0" y="1328576"/>
                </a:lnTo>
                <a:close/>
              </a:path>
            </a:pathLst>
          </a:custGeom>
          <a:solidFill>
            <a:srgbClr val="C82506"/>
          </a:solidFill>
        </p:spPr>
        <p:txBody>
          <a:bodyPr wrap="square" lIns="0" tIns="0" rIns="0" bIns="0" rtlCol="0"/>
          <a:lstStyle/>
          <a:p>
            <a:endParaRPr/>
          </a:p>
        </p:txBody>
      </p:sp>
      <p:sp>
        <p:nvSpPr>
          <p:cNvPr id="9" name="object 9"/>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46</a:t>
            </a:fld>
            <a:endParaRPr spc="-25"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47322" y="2538555"/>
            <a:ext cx="11291570" cy="6191885"/>
            <a:chOff x="847322" y="2538555"/>
            <a:chExt cx="11291570" cy="6191885"/>
          </a:xfrm>
        </p:grpSpPr>
        <p:pic>
          <p:nvPicPr>
            <p:cNvPr id="3" name="object 3"/>
            <p:cNvPicPr/>
            <p:nvPr/>
          </p:nvPicPr>
          <p:blipFill>
            <a:blip r:embed="rId2" cstate="print"/>
            <a:stretch>
              <a:fillRect/>
            </a:stretch>
          </p:blipFill>
          <p:spPr>
            <a:xfrm>
              <a:off x="866373" y="2538555"/>
              <a:ext cx="11272054" cy="4366538"/>
            </a:xfrm>
            <a:prstGeom prst="rect">
              <a:avLst/>
            </a:prstGeom>
          </p:spPr>
        </p:pic>
        <p:sp>
          <p:nvSpPr>
            <p:cNvPr id="4" name="object 4"/>
            <p:cNvSpPr/>
            <p:nvPr/>
          </p:nvSpPr>
          <p:spPr>
            <a:xfrm>
              <a:off x="866372" y="3189514"/>
              <a:ext cx="9660255" cy="2460625"/>
            </a:xfrm>
            <a:custGeom>
              <a:avLst/>
              <a:gdLst/>
              <a:ahLst/>
              <a:cxnLst/>
              <a:rect l="l" t="t" r="r" b="b"/>
              <a:pathLst>
                <a:path w="9660255" h="2460625">
                  <a:moveTo>
                    <a:pt x="0" y="152402"/>
                  </a:moveTo>
                  <a:lnTo>
                    <a:pt x="7769" y="104231"/>
                  </a:lnTo>
                  <a:lnTo>
                    <a:pt x="29404" y="62395"/>
                  </a:lnTo>
                  <a:lnTo>
                    <a:pt x="62395" y="29404"/>
                  </a:lnTo>
                  <a:lnTo>
                    <a:pt x="104231" y="7769"/>
                  </a:lnTo>
                  <a:lnTo>
                    <a:pt x="152402" y="0"/>
                  </a:lnTo>
                  <a:lnTo>
                    <a:pt x="8517110" y="0"/>
                  </a:lnTo>
                  <a:lnTo>
                    <a:pt x="8575433" y="11600"/>
                  </a:lnTo>
                  <a:lnTo>
                    <a:pt x="8624876" y="44637"/>
                  </a:lnTo>
                  <a:lnTo>
                    <a:pt x="8657912" y="94081"/>
                  </a:lnTo>
                  <a:lnTo>
                    <a:pt x="8669513" y="152402"/>
                  </a:lnTo>
                  <a:lnTo>
                    <a:pt x="8669513" y="761996"/>
                  </a:lnTo>
                  <a:lnTo>
                    <a:pt x="8661744" y="810168"/>
                  </a:lnTo>
                  <a:lnTo>
                    <a:pt x="8640109" y="852004"/>
                  </a:lnTo>
                  <a:lnTo>
                    <a:pt x="8607118" y="884995"/>
                  </a:lnTo>
                  <a:lnTo>
                    <a:pt x="8565281" y="906630"/>
                  </a:lnTo>
                  <a:lnTo>
                    <a:pt x="8517110" y="914399"/>
                  </a:lnTo>
                  <a:lnTo>
                    <a:pt x="152402" y="914399"/>
                  </a:lnTo>
                  <a:lnTo>
                    <a:pt x="104231" y="906630"/>
                  </a:lnTo>
                  <a:lnTo>
                    <a:pt x="62395" y="884995"/>
                  </a:lnTo>
                  <a:lnTo>
                    <a:pt x="29404" y="852004"/>
                  </a:lnTo>
                  <a:lnTo>
                    <a:pt x="7769" y="810168"/>
                  </a:lnTo>
                  <a:lnTo>
                    <a:pt x="0" y="761996"/>
                  </a:lnTo>
                  <a:lnTo>
                    <a:pt x="0" y="152402"/>
                  </a:lnTo>
                  <a:close/>
                </a:path>
                <a:path w="9660255" h="2460625">
                  <a:moveTo>
                    <a:pt x="0" y="1388355"/>
                  </a:moveTo>
                  <a:lnTo>
                    <a:pt x="5661" y="1339202"/>
                  </a:lnTo>
                  <a:lnTo>
                    <a:pt x="21788" y="1294081"/>
                  </a:lnTo>
                  <a:lnTo>
                    <a:pt x="47094" y="1254278"/>
                  </a:lnTo>
                  <a:lnTo>
                    <a:pt x="80291" y="1221081"/>
                  </a:lnTo>
                  <a:lnTo>
                    <a:pt x="120094" y="1195775"/>
                  </a:lnTo>
                  <a:lnTo>
                    <a:pt x="165215" y="1179648"/>
                  </a:lnTo>
                  <a:lnTo>
                    <a:pt x="214368" y="1173986"/>
                  </a:lnTo>
                  <a:lnTo>
                    <a:pt x="9445745" y="1173986"/>
                  </a:lnTo>
                  <a:lnTo>
                    <a:pt x="9487762" y="1178144"/>
                  </a:lnTo>
                  <a:lnTo>
                    <a:pt x="9527780" y="1190304"/>
                  </a:lnTo>
                  <a:lnTo>
                    <a:pt x="9564677" y="1210003"/>
                  </a:lnTo>
                  <a:lnTo>
                    <a:pt x="9597327" y="1236773"/>
                  </a:lnTo>
                  <a:lnTo>
                    <a:pt x="9624097" y="1269423"/>
                  </a:lnTo>
                  <a:lnTo>
                    <a:pt x="9643796" y="1306320"/>
                  </a:lnTo>
                  <a:lnTo>
                    <a:pt x="9655956" y="1346338"/>
                  </a:lnTo>
                  <a:lnTo>
                    <a:pt x="9660113" y="1388355"/>
                  </a:lnTo>
                  <a:lnTo>
                    <a:pt x="9660113" y="2245802"/>
                  </a:lnTo>
                  <a:lnTo>
                    <a:pt x="9654452" y="2294955"/>
                  </a:lnTo>
                  <a:lnTo>
                    <a:pt x="9638325" y="2340076"/>
                  </a:lnTo>
                  <a:lnTo>
                    <a:pt x="9613019" y="2379879"/>
                  </a:lnTo>
                  <a:lnTo>
                    <a:pt x="9579822" y="2413076"/>
                  </a:lnTo>
                  <a:lnTo>
                    <a:pt x="9540019" y="2438382"/>
                  </a:lnTo>
                  <a:lnTo>
                    <a:pt x="9494898" y="2454509"/>
                  </a:lnTo>
                  <a:lnTo>
                    <a:pt x="9445745" y="2460170"/>
                  </a:lnTo>
                  <a:lnTo>
                    <a:pt x="214368" y="2460170"/>
                  </a:lnTo>
                  <a:lnTo>
                    <a:pt x="165215" y="2454509"/>
                  </a:lnTo>
                  <a:lnTo>
                    <a:pt x="120094" y="2438382"/>
                  </a:lnTo>
                  <a:lnTo>
                    <a:pt x="80291" y="2413076"/>
                  </a:lnTo>
                  <a:lnTo>
                    <a:pt x="47094" y="2379879"/>
                  </a:lnTo>
                  <a:lnTo>
                    <a:pt x="21788" y="2340076"/>
                  </a:lnTo>
                  <a:lnTo>
                    <a:pt x="5661" y="2294955"/>
                  </a:lnTo>
                  <a:lnTo>
                    <a:pt x="0" y="2245802"/>
                  </a:lnTo>
                  <a:lnTo>
                    <a:pt x="0" y="1388355"/>
                  </a:lnTo>
                  <a:close/>
                </a:path>
              </a:pathLst>
            </a:custGeom>
            <a:ln w="38099">
              <a:solidFill>
                <a:srgbClr val="C82506"/>
              </a:solidFill>
            </a:ln>
          </p:spPr>
          <p:txBody>
            <a:bodyPr wrap="square" lIns="0" tIns="0" rIns="0" bIns="0" rtlCol="0"/>
            <a:lstStyle/>
            <a:p>
              <a:endParaRPr/>
            </a:p>
          </p:txBody>
        </p:sp>
        <p:sp>
          <p:nvSpPr>
            <p:cNvPr id="5" name="object 5"/>
            <p:cNvSpPr/>
            <p:nvPr/>
          </p:nvSpPr>
          <p:spPr>
            <a:xfrm>
              <a:off x="6311798" y="6059242"/>
              <a:ext cx="4683125" cy="2670810"/>
            </a:xfrm>
            <a:custGeom>
              <a:avLst/>
              <a:gdLst/>
              <a:ahLst/>
              <a:cxnLst/>
              <a:rect l="l" t="t" r="r" b="b"/>
              <a:pathLst>
                <a:path w="4683125" h="2670809">
                  <a:moveTo>
                    <a:pt x="3902311" y="1128579"/>
                  </a:moveTo>
                  <a:lnTo>
                    <a:pt x="2731618" y="1128579"/>
                  </a:lnTo>
                  <a:lnTo>
                    <a:pt x="2466322" y="0"/>
                  </a:lnTo>
                  <a:lnTo>
                    <a:pt x="3902311" y="1128579"/>
                  </a:lnTo>
                  <a:close/>
                </a:path>
                <a:path w="4683125" h="2670809">
                  <a:moveTo>
                    <a:pt x="4425737" y="2670797"/>
                  </a:moveTo>
                  <a:lnTo>
                    <a:pt x="257036" y="2670797"/>
                  </a:lnTo>
                  <a:lnTo>
                    <a:pt x="210833" y="2666656"/>
                  </a:lnTo>
                  <a:lnTo>
                    <a:pt x="167348" y="2654716"/>
                  </a:lnTo>
                  <a:lnTo>
                    <a:pt x="127305" y="2635704"/>
                  </a:lnTo>
                  <a:lnTo>
                    <a:pt x="91431" y="2610345"/>
                  </a:lnTo>
                  <a:lnTo>
                    <a:pt x="60451" y="2579366"/>
                  </a:lnTo>
                  <a:lnTo>
                    <a:pt x="35092" y="2543492"/>
                  </a:lnTo>
                  <a:lnTo>
                    <a:pt x="16080" y="2503449"/>
                  </a:lnTo>
                  <a:lnTo>
                    <a:pt x="4141" y="2459964"/>
                  </a:lnTo>
                  <a:lnTo>
                    <a:pt x="0" y="2413761"/>
                  </a:lnTo>
                  <a:lnTo>
                    <a:pt x="0" y="1385616"/>
                  </a:lnTo>
                  <a:lnTo>
                    <a:pt x="4141" y="1339413"/>
                  </a:lnTo>
                  <a:lnTo>
                    <a:pt x="16080" y="1295927"/>
                  </a:lnTo>
                  <a:lnTo>
                    <a:pt x="35092" y="1255885"/>
                  </a:lnTo>
                  <a:lnTo>
                    <a:pt x="60451" y="1220010"/>
                  </a:lnTo>
                  <a:lnTo>
                    <a:pt x="91431" y="1189031"/>
                  </a:lnTo>
                  <a:lnTo>
                    <a:pt x="127305" y="1163672"/>
                  </a:lnTo>
                  <a:lnTo>
                    <a:pt x="167348" y="1144660"/>
                  </a:lnTo>
                  <a:lnTo>
                    <a:pt x="210833" y="1132720"/>
                  </a:lnTo>
                  <a:lnTo>
                    <a:pt x="257036" y="1128579"/>
                  </a:lnTo>
                  <a:lnTo>
                    <a:pt x="4425737" y="1128579"/>
                  </a:lnTo>
                  <a:lnTo>
                    <a:pt x="4476117" y="1133563"/>
                  </a:lnTo>
                  <a:lnTo>
                    <a:pt x="4524101" y="1148145"/>
                  </a:lnTo>
                  <a:lnTo>
                    <a:pt x="4568341" y="1171764"/>
                  </a:lnTo>
                  <a:lnTo>
                    <a:pt x="4607489" y="1203863"/>
                  </a:lnTo>
                  <a:lnTo>
                    <a:pt x="4639588" y="1243012"/>
                  </a:lnTo>
                  <a:lnTo>
                    <a:pt x="4663208" y="1287252"/>
                  </a:lnTo>
                  <a:lnTo>
                    <a:pt x="4677789" y="1335236"/>
                  </a:lnTo>
                  <a:lnTo>
                    <a:pt x="4682773" y="1385616"/>
                  </a:lnTo>
                  <a:lnTo>
                    <a:pt x="4682773" y="2413761"/>
                  </a:lnTo>
                  <a:lnTo>
                    <a:pt x="4678632" y="2459964"/>
                  </a:lnTo>
                  <a:lnTo>
                    <a:pt x="4666693" y="2503449"/>
                  </a:lnTo>
                  <a:lnTo>
                    <a:pt x="4647681" y="2543492"/>
                  </a:lnTo>
                  <a:lnTo>
                    <a:pt x="4622322" y="2579366"/>
                  </a:lnTo>
                  <a:lnTo>
                    <a:pt x="4591342" y="2610345"/>
                  </a:lnTo>
                  <a:lnTo>
                    <a:pt x="4555468" y="2635704"/>
                  </a:lnTo>
                  <a:lnTo>
                    <a:pt x="4515426" y="2654716"/>
                  </a:lnTo>
                  <a:lnTo>
                    <a:pt x="4471940" y="2666656"/>
                  </a:lnTo>
                  <a:lnTo>
                    <a:pt x="4425737" y="2670797"/>
                  </a:lnTo>
                  <a:close/>
                </a:path>
              </a:pathLst>
            </a:custGeom>
            <a:solidFill>
              <a:srgbClr val="C82506"/>
            </a:solidFill>
          </p:spPr>
          <p:txBody>
            <a:bodyPr wrap="square" lIns="0" tIns="0" rIns="0" bIns="0" rtlCol="0"/>
            <a:lstStyle/>
            <a:p>
              <a:endParaRPr/>
            </a:p>
          </p:txBody>
        </p:sp>
      </p:grpSp>
      <p:sp>
        <p:nvSpPr>
          <p:cNvPr id="6" name="object 6"/>
          <p:cNvSpPr txBox="1"/>
          <p:nvPr/>
        </p:nvSpPr>
        <p:spPr>
          <a:xfrm>
            <a:off x="6460106" y="7478871"/>
            <a:ext cx="3974465" cy="939800"/>
          </a:xfrm>
          <a:prstGeom prst="rect">
            <a:avLst/>
          </a:prstGeom>
        </p:spPr>
        <p:txBody>
          <a:bodyPr vert="horz" wrap="square" lIns="0" tIns="12700" rIns="0" bIns="0" rtlCol="0">
            <a:spAutoFit/>
          </a:bodyPr>
          <a:lstStyle/>
          <a:p>
            <a:pPr marL="12700" marR="5080">
              <a:lnSpc>
                <a:spcPct val="100000"/>
              </a:lnSpc>
              <a:spcBef>
                <a:spcPts val="100"/>
              </a:spcBef>
            </a:pPr>
            <a:r>
              <a:rPr sz="2000" dirty="0">
                <a:solidFill>
                  <a:srgbClr val="FFFFFF"/>
                </a:solidFill>
                <a:latin typeface="Arial MT"/>
                <a:cs typeface="Arial MT"/>
              </a:rPr>
              <a:t>As</a:t>
            </a:r>
            <a:r>
              <a:rPr sz="2000" spc="-30" dirty="0">
                <a:solidFill>
                  <a:srgbClr val="FFFFFF"/>
                </a:solidFill>
                <a:latin typeface="Arial MT"/>
                <a:cs typeface="Arial MT"/>
              </a:rPr>
              <a:t> </a:t>
            </a:r>
            <a:r>
              <a:rPr sz="2000" dirty="0">
                <a:solidFill>
                  <a:srgbClr val="FFFFFF"/>
                </a:solidFill>
                <a:latin typeface="Arial MT"/>
                <a:cs typeface="Arial MT"/>
              </a:rPr>
              <a:t>observed</a:t>
            </a:r>
            <a:r>
              <a:rPr sz="2000" spc="-30" dirty="0">
                <a:solidFill>
                  <a:srgbClr val="FFFFFF"/>
                </a:solidFill>
                <a:latin typeface="Arial MT"/>
                <a:cs typeface="Arial MT"/>
              </a:rPr>
              <a:t> </a:t>
            </a:r>
            <a:r>
              <a:rPr sz="2000" dirty="0">
                <a:solidFill>
                  <a:srgbClr val="FFFFFF"/>
                </a:solidFill>
                <a:latin typeface="Arial MT"/>
                <a:cs typeface="Arial MT"/>
              </a:rPr>
              <a:t>in</a:t>
            </a:r>
            <a:r>
              <a:rPr sz="2000" spc="-30" dirty="0">
                <a:solidFill>
                  <a:srgbClr val="FFFFFF"/>
                </a:solidFill>
                <a:latin typeface="Arial MT"/>
                <a:cs typeface="Arial MT"/>
              </a:rPr>
              <a:t> </a:t>
            </a:r>
            <a:r>
              <a:rPr sz="2000" dirty="0">
                <a:solidFill>
                  <a:srgbClr val="FFFFFF"/>
                </a:solidFill>
                <a:latin typeface="Arial MT"/>
                <a:cs typeface="Arial MT"/>
              </a:rPr>
              <a:t>the</a:t>
            </a:r>
            <a:r>
              <a:rPr sz="2000" spc="-30" dirty="0">
                <a:solidFill>
                  <a:srgbClr val="FFFFFF"/>
                </a:solidFill>
                <a:latin typeface="Arial MT"/>
                <a:cs typeface="Arial MT"/>
              </a:rPr>
              <a:t> </a:t>
            </a:r>
            <a:r>
              <a:rPr sz="2000" dirty="0">
                <a:solidFill>
                  <a:srgbClr val="FFFFFF"/>
                </a:solidFill>
                <a:latin typeface="Arial MT"/>
                <a:cs typeface="Arial MT"/>
              </a:rPr>
              <a:t>log,</a:t>
            </a:r>
            <a:r>
              <a:rPr sz="2000" spc="-30" dirty="0">
                <a:solidFill>
                  <a:srgbClr val="FFFFFF"/>
                </a:solidFill>
                <a:latin typeface="Arial MT"/>
                <a:cs typeface="Arial MT"/>
              </a:rPr>
              <a:t> </a:t>
            </a:r>
            <a:r>
              <a:rPr sz="2000" dirty="0">
                <a:solidFill>
                  <a:srgbClr val="FFFFFF"/>
                </a:solidFill>
                <a:latin typeface="Arial MT"/>
                <a:cs typeface="Arial MT"/>
              </a:rPr>
              <a:t>a</a:t>
            </a:r>
            <a:r>
              <a:rPr sz="2000" spc="-30" dirty="0">
                <a:solidFill>
                  <a:srgbClr val="FFFFFF"/>
                </a:solidFill>
                <a:latin typeface="Arial MT"/>
                <a:cs typeface="Arial MT"/>
              </a:rPr>
              <a:t> </a:t>
            </a:r>
            <a:r>
              <a:rPr sz="2000" dirty="0">
                <a:solidFill>
                  <a:srgbClr val="FFFFFF"/>
                </a:solidFill>
                <a:latin typeface="Arial MT"/>
                <a:cs typeface="Arial MT"/>
              </a:rPr>
              <a:t>commit</a:t>
            </a:r>
            <a:r>
              <a:rPr sz="2000" spc="-30" dirty="0">
                <a:solidFill>
                  <a:srgbClr val="FFFFFF"/>
                </a:solidFill>
                <a:latin typeface="Arial MT"/>
                <a:cs typeface="Arial MT"/>
              </a:rPr>
              <a:t> </a:t>
            </a:r>
            <a:r>
              <a:rPr sz="2000" spc="-25" dirty="0">
                <a:solidFill>
                  <a:srgbClr val="FFFFFF"/>
                </a:solidFill>
                <a:latin typeface="Arial MT"/>
                <a:cs typeface="Arial MT"/>
              </a:rPr>
              <a:t>in </a:t>
            </a:r>
            <a:r>
              <a:rPr sz="2000" dirty="0">
                <a:solidFill>
                  <a:srgbClr val="FFFFFF"/>
                </a:solidFill>
                <a:latin typeface="Arial MT"/>
                <a:cs typeface="Arial MT"/>
              </a:rPr>
              <a:t>one</a:t>
            </a:r>
            <a:r>
              <a:rPr sz="2000" spc="-45" dirty="0">
                <a:solidFill>
                  <a:srgbClr val="FFFFFF"/>
                </a:solidFill>
                <a:latin typeface="Arial MT"/>
                <a:cs typeface="Arial MT"/>
              </a:rPr>
              <a:t> </a:t>
            </a:r>
            <a:r>
              <a:rPr sz="2000" dirty="0">
                <a:solidFill>
                  <a:srgbClr val="FFFFFF"/>
                </a:solidFill>
                <a:latin typeface="Arial MT"/>
                <a:cs typeface="Arial MT"/>
              </a:rPr>
              <a:t>branch</a:t>
            </a:r>
            <a:r>
              <a:rPr sz="2000" spc="-40" dirty="0">
                <a:solidFill>
                  <a:srgbClr val="FFFFFF"/>
                </a:solidFill>
                <a:latin typeface="Arial MT"/>
                <a:cs typeface="Arial MT"/>
              </a:rPr>
              <a:t> </a:t>
            </a:r>
            <a:r>
              <a:rPr sz="2000" dirty="0">
                <a:solidFill>
                  <a:srgbClr val="FFFFFF"/>
                </a:solidFill>
                <a:latin typeface="Arial MT"/>
                <a:cs typeface="Arial MT"/>
              </a:rPr>
              <a:t>will</a:t>
            </a:r>
            <a:r>
              <a:rPr sz="2000" spc="-40" dirty="0">
                <a:solidFill>
                  <a:srgbClr val="FFFFFF"/>
                </a:solidFill>
                <a:latin typeface="Arial MT"/>
                <a:cs typeface="Arial MT"/>
              </a:rPr>
              <a:t> </a:t>
            </a:r>
            <a:r>
              <a:rPr sz="2000" dirty="0">
                <a:solidFill>
                  <a:srgbClr val="FFFFFF"/>
                </a:solidFill>
                <a:latin typeface="Arial MT"/>
                <a:cs typeface="Arial MT"/>
              </a:rPr>
              <a:t>not</a:t>
            </a:r>
            <a:r>
              <a:rPr sz="2000" spc="-45" dirty="0">
                <a:solidFill>
                  <a:srgbClr val="FFFFFF"/>
                </a:solidFill>
                <a:latin typeface="Arial MT"/>
                <a:cs typeface="Arial MT"/>
              </a:rPr>
              <a:t> </a:t>
            </a:r>
            <a:r>
              <a:rPr sz="2000" dirty="0">
                <a:solidFill>
                  <a:srgbClr val="FFFFFF"/>
                </a:solidFill>
                <a:latin typeface="Arial MT"/>
                <a:cs typeface="Arial MT"/>
              </a:rPr>
              <a:t>affect</a:t>
            </a:r>
            <a:r>
              <a:rPr sz="2000" spc="-40" dirty="0">
                <a:solidFill>
                  <a:srgbClr val="FFFFFF"/>
                </a:solidFill>
                <a:latin typeface="Arial MT"/>
                <a:cs typeface="Arial MT"/>
              </a:rPr>
              <a:t> </a:t>
            </a:r>
            <a:r>
              <a:rPr sz="2000" spc="-10" dirty="0">
                <a:solidFill>
                  <a:srgbClr val="FFFFFF"/>
                </a:solidFill>
                <a:latin typeface="Arial MT"/>
                <a:cs typeface="Arial MT"/>
              </a:rPr>
              <a:t>another branch.</a:t>
            </a:r>
            <a:endParaRPr sz="2000">
              <a:latin typeface="Arial MT"/>
              <a:cs typeface="Arial MT"/>
            </a:endParaRPr>
          </a:p>
        </p:txBody>
      </p:sp>
      <p:sp>
        <p:nvSpPr>
          <p:cNvPr id="7" name="object 7"/>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47</a:t>
            </a:fld>
            <a:endParaRPr spc="-25"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44440" y="615259"/>
            <a:ext cx="11916410" cy="5906135"/>
            <a:chOff x="444440" y="615259"/>
            <a:chExt cx="11916410" cy="5906135"/>
          </a:xfrm>
        </p:grpSpPr>
        <p:pic>
          <p:nvPicPr>
            <p:cNvPr id="3" name="object 3"/>
            <p:cNvPicPr/>
            <p:nvPr/>
          </p:nvPicPr>
          <p:blipFill>
            <a:blip r:embed="rId2" cstate="print"/>
            <a:stretch>
              <a:fillRect/>
            </a:stretch>
          </p:blipFill>
          <p:spPr>
            <a:xfrm>
              <a:off x="444440" y="615259"/>
              <a:ext cx="10044718" cy="5906025"/>
            </a:xfrm>
            <a:prstGeom prst="rect">
              <a:avLst/>
            </a:prstGeom>
          </p:spPr>
        </p:pic>
        <p:sp>
          <p:nvSpPr>
            <p:cNvPr id="4" name="object 4"/>
            <p:cNvSpPr/>
            <p:nvPr/>
          </p:nvSpPr>
          <p:spPr>
            <a:xfrm>
              <a:off x="3417933" y="1628996"/>
              <a:ext cx="5149215" cy="1694180"/>
            </a:xfrm>
            <a:custGeom>
              <a:avLst/>
              <a:gdLst/>
              <a:ahLst/>
              <a:cxnLst/>
              <a:rect l="l" t="t" r="r" b="b"/>
              <a:pathLst>
                <a:path w="5149215" h="1694179">
                  <a:moveTo>
                    <a:pt x="1580544" y="61784"/>
                  </a:moveTo>
                  <a:lnTo>
                    <a:pt x="1585400" y="37735"/>
                  </a:lnTo>
                  <a:lnTo>
                    <a:pt x="1598641" y="18096"/>
                  </a:lnTo>
                  <a:lnTo>
                    <a:pt x="1618280" y="4855"/>
                  </a:lnTo>
                  <a:lnTo>
                    <a:pt x="1642329" y="0"/>
                  </a:lnTo>
                  <a:lnTo>
                    <a:pt x="4393765" y="0"/>
                  </a:lnTo>
                  <a:lnTo>
                    <a:pt x="4437453" y="18096"/>
                  </a:lnTo>
                  <a:lnTo>
                    <a:pt x="4455550" y="61784"/>
                  </a:lnTo>
                  <a:lnTo>
                    <a:pt x="4455550" y="308916"/>
                  </a:lnTo>
                  <a:lnTo>
                    <a:pt x="4450695" y="332966"/>
                  </a:lnTo>
                  <a:lnTo>
                    <a:pt x="4437453" y="352605"/>
                  </a:lnTo>
                  <a:lnTo>
                    <a:pt x="4417814" y="365846"/>
                  </a:lnTo>
                  <a:lnTo>
                    <a:pt x="4393765" y="370701"/>
                  </a:lnTo>
                  <a:lnTo>
                    <a:pt x="1642329" y="370701"/>
                  </a:lnTo>
                  <a:lnTo>
                    <a:pt x="1618280" y="365846"/>
                  </a:lnTo>
                  <a:lnTo>
                    <a:pt x="1598641" y="352605"/>
                  </a:lnTo>
                  <a:lnTo>
                    <a:pt x="1585400" y="332966"/>
                  </a:lnTo>
                  <a:lnTo>
                    <a:pt x="1580544" y="308916"/>
                  </a:lnTo>
                  <a:lnTo>
                    <a:pt x="1580544" y="61784"/>
                  </a:lnTo>
                  <a:close/>
                </a:path>
                <a:path w="5149215" h="1694179">
                  <a:moveTo>
                    <a:pt x="1705233" y="860566"/>
                  </a:moveTo>
                  <a:lnTo>
                    <a:pt x="1710088" y="836517"/>
                  </a:lnTo>
                  <a:lnTo>
                    <a:pt x="1723329" y="816878"/>
                  </a:lnTo>
                  <a:lnTo>
                    <a:pt x="1742968" y="803637"/>
                  </a:lnTo>
                  <a:lnTo>
                    <a:pt x="1767017" y="798781"/>
                  </a:lnTo>
                  <a:lnTo>
                    <a:pt x="5086864" y="798781"/>
                  </a:lnTo>
                  <a:lnTo>
                    <a:pt x="5130552" y="816878"/>
                  </a:lnTo>
                  <a:lnTo>
                    <a:pt x="5148648" y="860566"/>
                  </a:lnTo>
                  <a:lnTo>
                    <a:pt x="5148648" y="1107698"/>
                  </a:lnTo>
                  <a:lnTo>
                    <a:pt x="5143793" y="1131748"/>
                  </a:lnTo>
                  <a:lnTo>
                    <a:pt x="5130552" y="1151387"/>
                  </a:lnTo>
                  <a:lnTo>
                    <a:pt x="5110913" y="1164628"/>
                  </a:lnTo>
                  <a:lnTo>
                    <a:pt x="5086864" y="1169483"/>
                  </a:lnTo>
                  <a:lnTo>
                    <a:pt x="1767017" y="1169483"/>
                  </a:lnTo>
                  <a:lnTo>
                    <a:pt x="1742968" y="1164628"/>
                  </a:lnTo>
                  <a:lnTo>
                    <a:pt x="1723329" y="1151387"/>
                  </a:lnTo>
                  <a:lnTo>
                    <a:pt x="1710088" y="1131748"/>
                  </a:lnTo>
                  <a:lnTo>
                    <a:pt x="1705233" y="1107698"/>
                  </a:lnTo>
                  <a:lnTo>
                    <a:pt x="1705233" y="860566"/>
                  </a:lnTo>
                  <a:close/>
                </a:path>
                <a:path w="5149215" h="1694179">
                  <a:moveTo>
                    <a:pt x="0" y="1694122"/>
                  </a:moveTo>
                  <a:lnTo>
                    <a:pt x="3649361" y="1694122"/>
                  </a:lnTo>
                </a:path>
              </a:pathLst>
            </a:custGeom>
            <a:ln w="38099">
              <a:solidFill>
                <a:srgbClr val="C82506"/>
              </a:solidFill>
            </a:ln>
          </p:spPr>
          <p:txBody>
            <a:bodyPr wrap="square" lIns="0" tIns="0" rIns="0" bIns="0" rtlCol="0"/>
            <a:lstStyle/>
            <a:p>
              <a:endParaRPr/>
            </a:p>
          </p:txBody>
        </p:sp>
        <p:sp>
          <p:nvSpPr>
            <p:cNvPr id="5" name="object 5"/>
            <p:cNvSpPr/>
            <p:nvPr/>
          </p:nvSpPr>
          <p:spPr>
            <a:xfrm>
              <a:off x="7873484" y="699036"/>
              <a:ext cx="4486910" cy="1162050"/>
            </a:xfrm>
            <a:custGeom>
              <a:avLst/>
              <a:gdLst/>
              <a:ahLst/>
              <a:cxnLst/>
              <a:rect l="l" t="t" r="r" b="b"/>
              <a:pathLst>
                <a:path w="4486909" h="1162050">
                  <a:moveTo>
                    <a:pt x="4351722" y="810642"/>
                  </a:moveTo>
                  <a:lnTo>
                    <a:pt x="135106" y="810642"/>
                  </a:lnTo>
                  <a:lnTo>
                    <a:pt x="92402" y="803755"/>
                  </a:lnTo>
                  <a:lnTo>
                    <a:pt x="55314" y="784575"/>
                  </a:lnTo>
                  <a:lnTo>
                    <a:pt x="26067" y="755328"/>
                  </a:lnTo>
                  <a:lnTo>
                    <a:pt x="6887" y="718240"/>
                  </a:lnTo>
                  <a:lnTo>
                    <a:pt x="0" y="675535"/>
                  </a:lnTo>
                  <a:lnTo>
                    <a:pt x="0" y="135107"/>
                  </a:lnTo>
                  <a:lnTo>
                    <a:pt x="6887" y="92402"/>
                  </a:lnTo>
                  <a:lnTo>
                    <a:pt x="26067" y="55314"/>
                  </a:lnTo>
                  <a:lnTo>
                    <a:pt x="55314" y="26067"/>
                  </a:lnTo>
                  <a:lnTo>
                    <a:pt x="92402" y="6887"/>
                  </a:lnTo>
                  <a:lnTo>
                    <a:pt x="135106" y="0"/>
                  </a:lnTo>
                  <a:lnTo>
                    <a:pt x="4351722" y="0"/>
                  </a:lnTo>
                  <a:lnTo>
                    <a:pt x="4403426" y="10284"/>
                  </a:lnTo>
                  <a:lnTo>
                    <a:pt x="4447258" y="39571"/>
                  </a:lnTo>
                  <a:lnTo>
                    <a:pt x="4476546" y="83403"/>
                  </a:lnTo>
                  <a:lnTo>
                    <a:pt x="4486830" y="135107"/>
                  </a:lnTo>
                  <a:lnTo>
                    <a:pt x="4486830" y="675535"/>
                  </a:lnTo>
                  <a:lnTo>
                    <a:pt x="4479942" y="718240"/>
                  </a:lnTo>
                  <a:lnTo>
                    <a:pt x="4460762" y="755328"/>
                  </a:lnTo>
                  <a:lnTo>
                    <a:pt x="4431515" y="784575"/>
                  </a:lnTo>
                  <a:lnTo>
                    <a:pt x="4394427" y="803755"/>
                  </a:lnTo>
                  <a:lnTo>
                    <a:pt x="4351722" y="810642"/>
                  </a:lnTo>
                  <a:close/>
                </a:path>
                <a:path w="4486909" h="1162050">
                  <a:moveTo>
                    <a:pt x="222277" y="1161886"/>
                  </a:moveTo>
                  <a:lnTo>
                    <a:pt x="747804" y="810642"/>
                  </a:lnTo>
                  <a:lnTo>
                    <a:pt x="1869512" y="810642"/>
                  </a:lnTo>
                  <a:lnTo>
                    <a:pt x="222277" y="1161886"/>
                  </a:lnTo>
                  <a:close/>
                </a:path>
              </a:pathLst>
            </a:custGeom>
            <a:solidFill>
              <a:srgbClr val="C82506"/>
            </a:solidFill>
          </p:spPr>
          <p:txBody>
            <a:bodyPr wrap="square" lIns="0" tIns="0" rIns="0" bIns="0" rtlCol="0"/>
            <a:lstStyle/>
            <a:p>
              <a:endParaRPr/>
            </a:p>
          </p:txBody>
        </p:sp>
      </p:grpSp>
      <p:sp>
        <p:nvSpPr>
          <p:cNvPr id="6" name="object 6"/>
          <p:cNvSpPr txBox="1"/>
          <p:nvPr/>
        </p:nvSpPr>
        <p:spPr>
          <a:xfrm>
            <a:off x="7986080" y="671034"/>
            <a:ext cx="4138929" cy="848360"/>
          </a:xfrm>
          <a:prstGeom prst="rect">
            <a:avLst/>
          </a:prstGeom>
        </p:spPr>
        <p:txBody>
          <a:bodyPr vert="horz" wrap="square" lIns="0" tIns="12700" rIns="0" bIns="0" rtlCol="0">
            <a:spAutoFit/>
          </a:bodyPr>
          <a:lstStyle/>
          <a:p>
            <a:pPr marL="12700" marR="5080">
              <a:lnSpc>
                <a:spcPct val="100000"/>
              </a:lnSpc>
              <a:spcBef>
                <a:spcPts val="100"/>
              </a:spcBef>
            </a:pPr>
            <a:r>
              <a:rPr sz="1800" spc="-10" dirty="0">
                <a:solidFill>
                  <a:srgbClr val="FFFFFF"/>
                </a:solidFill>
                <a:latin typeface="Arial MT"/>
                <a:cs typeface="Arial MT"/>
              </a:rPr>
              <a:t>11.</a:t>
            </a:r>
            <a:r>
              <a:rPr sz="1800" spc="-45" dirty="0">
                <a:solidFill>
                  <a:srgbClr val="FFFFFF"/>
                </a:solidFill>
                <a:latin typeface="Arial MT"/>
                <a:cs typeface="Arial MT"/>
              </a:rPr>
              <a:t> </a:t>
            </a:r>
            <a:r>
              <a:rPr sz="1800" dirty="0">
                <a:solidFill>
                  <a:srgbClr val="FFFFFF"/>
                </a:solidFill>
                <a:latin typeface="Arial MT"/>
                <a:cs typeface="Arial MT"/>
              </a:rPr>
              <a:t>Ensure</a:t>
            </a:r>
            <a:r>
              <a:rPr sz="1800" spc="-30" dirty="0">
                <a:solidFill>
                  <a:srgbClr val="FFFFFF"/>
                </a:solidFill>
                <a:latin typeface="Arial MT"/>
                <a:cs typeface="Arial MT"/>
              </a:rPr>
              <a:t> </a:t>
            </a:r>
            <a:r>
              <a:rPr sz="1800" dirty="0">
                <a:solidFill>
                  <a:srgbClr val="FFFFFF"/>
                </a:solidFill>
                <a:latin typeface="Arial MT"/>
                <a:cs typeface="Arial MT"/>
              </a:rPr>
              <a:t>to</a:t>
            </a:r>
            <a:r>
              <a:rPr sz="1800" spc="-30" dirty="0">
                <a:solidFill>
                  <a:srgbClr val="FFFFFF"/>
                </a:solidFill>
                <a:latin typeface="Arial MT"/>
                <a:cs typeface="Arial MT"/>
              </a:rPr>
              <a:t> </a:t>
            </a:r>
            <a:r>
              <a:rPr sz="1800" dirty="0">
                <a:solidFill>
                  <a:srgbClr val="FFFFFF"/>
                </a:solidFill>
                <a:latin typeface="Arial MT"/>
                <a:cs typeface="Arial MT"/>
              </a:rPr>
              <a:t>move</a:t>
            </a:r>
            <a:r>
              <a:rPr sz="1800" spc="-35" dirty="0">
                <a:solidFill>
                  <a:srgbClr val="FFFFFF"/>
                </a:solidFill>
                <a:latin typeface="Arial MT"/>
                <a:cs typeface="Arial MT"/>
              </a:rPr>
              <a:t> </a:t>
            </a:r>
            <a:r>
              <a:rPr sz="1800" dirty="0">
                <a:solidFill>
                  <a:srgbClr val="FFFFFF"/>
                </a:solidFill>
                <a:latin typeface="Arial MT"/>
                <a:cs typeface="Arial MT"/>
              </a:rPr>
              <a:t>back</a:t>
            </a:r>
            <a:r>
              <a:rPr sz="1800" spc="-30" dirty="0">
                <a:solidFill>
                  <a:srgbClr val="FFFFFF"/>
                </a:solidFill>
                <a:latin typeface="Arial MT"/>
                <a:cs typeface="Arial MT"/>
              </a:rPr>
              <a:t> </a:t>
            </a:r>
            <a:r>
              <a:rPr sz="1800" dirty="0">
                <a:solidFill>
                  <a:srgbClr val="FFFFFF"/>
                </a:solidFill>
                <a:latin typeface="Arial MT"/>
                <a:cs typeface="Arial MT"/>
              </a:rPr>
              <a:t>to</a:t>
            </a:r>
            <a:r>
              <a:rPr sz="1800" spc="-30" dirty="0">
                <a:solidFill>
                  <a:srgbClr val="FFFFFF"/>
                </a:solidFill>
                <a:latin typeface="Arial MT"/>
                <a:cs typeface="Arial MT"/>
              </a:rPr>
              <a:t> </a:t>
            </a:r>
            <a:r>
              <a:rPr sz="1800" spc="-10" dirty="0">
                <a:solidFill>
                  <a:srgbClr val="FFFFFF"/>
                </a:solidFill>
                <a:latin typeface="Arial MT"/>
                <a:cs typeface="Arial MT"/>
              </a:rPr>
              <a:t>master </a:t>
            </a:r>
            <a:r>
              <a:rPr sz="1800" dirty="0">
                <a:solidFill>
                  <a:srgbClr val="FFFFFF"/>
                </a:solidFill>
                <a:latin typeface="Arial MT"/>
                <a:cs typeface="Arial MT"/>
              </a:rPr>
              <a:t>branch</a:t>
            </a:r>
            <a:r>
              <a:rPr sz="1800" spc="-30" dirty="0">
                <a:solidFill>
                  <a:srgbClr val="FFFFFF"/>
                </a:solidFill>
                <a:latin typeface="Arial MT"/>
                <a:cs typeface="Arial MT"/>
              </a:rPr>
              <a:t> </a:t>
            </a:r>
            <a:r>
              <a:rPr sz="1800" dirty="0">
                <a:solidFill>
                  <a:srgbClr val="FFFFFF"/>
                </a:solidFill>
                <a:latin typeface="Arial MT"/>
                <a:cs typeface="Arial MT"/>
              </a:rPr>
              <a:t>(or</a:t>
            </a:r>
            <a:r>
              <a:rPr sz="1800" spc="-20" dirty="0">
                <a:solidFill>
                  <a:srgbClr val="FFFFFF"/>
                </a:solidFill>
                <a:latin typeface="Arial MT"/>
                <a:cs typeface="Arial MT"/>
              </a:rPr>
              <a:t> </a:t>
            </a:r>
            <a:r>
              <a:rPr sz="1800" dirty="0">
                <a:solidFill>
                  <a:srgbClr val="FFFFFF"/>
                </a:solidFill>
                <a:latin typeface="Arial MT"/>
                <a:cs typeface="Arial MT"/>
              </a:rPr>
              <a:t>any</a:t>
            </a:r>
            <a:r>
              <a:rPr sz="1800" spc="-20" dirty="0">
                <a:solidFill>
                  <a:srgbClr val="FFFFFF"/>
                </a:solidFill>
                <a:latin typeface="Arial MT"/>
                <a:cs typeface="Arial MT"/>
              </a:rPr>
              <a:t> </a:t>
            </a:r>
            <a:r>
              <a:rPr sz="1800" dirty="0">
                <a:solidFill>
                  <a:srgbClr val="FFFFFF"/>
                </a:solidFill>
                <a:latin typeface="Arial MT"/>
                <a:cs typeface="Arial MT"/>
              </a:rPr>
              <a:t>target</a:t>
            </a:r>
            <a:r>
              <a:rPr sz="1800" spc="-20" dirty="0">
                <a:solidFill>
                  <a:srgbClr val="FFFFFF"/>
                </a:solidFill>
                <a:latin typeface="Arial MT"/>
                <a:cs typeface="Arial MT"/>
              </a:rPr>
              <a:t> </a:t>
            </a:r>
            <a:r>
              <a:rPr sz="1800" dirty="0">
                <a:solidFill>
                  <a:srgbClr val="FFFFFF"/>
                </a:solidFill>
                <a:latin typeface="Arial MT"/>
                <a:cs typeface="Arial MT"/>
              </a:rPr>
              <a:t>branch</a:t>
            </a:r>
            <a:r>
              <a:rPr sz="1800" spc="-20" dirty="0">
                <a:solidFill>
                  <a:srgbClr val="FFFFFF"/>
                </a:solidFill>
                <a:latin typeface="Arial MT"/>
                <a:cs typeface="Arial MT"/>
              </a:rPr>
              <a:t> </a:t>
            </a:r>
            <a:r>
              <a:rPr sz="1800" dirty="0">
                <a:solidFill>
                  <a:srgbClr val="FFFFFF"/>
                </a:solidFill>
                <a:latin typeface="Arial MT"/>
                <a:cs typeface="Arial MT"/>
              </a:rPr>
              <a:t>you</a:t>
            </a:r>
            <a:r>
              <a:rPr sz="1800" spc="-20" dirty="0">
                <a:solidFill>
                  <a:srgbClr val="FFFFFF"/>
                </a:solidFill>
                <a:latin typeface="Arial MT"/>
                <a:cs typeface="Arial MT"/>
              </a:rPr>
              <a:t> </a:t>
            </a:r>
            <a:r>
              <a:rPr sz="1800" dirty="0">
                <a:solidFill>
                  <a:srgbClr val="FFFFFF"/>
                </a:solidFill>
                <a:latin typeface="Arial MT"/>
                <a:cs typeface="Arial MT"/>
              </a:rPr>
              <a:t>want</a:t>
            </a:r>
            <a:r>
              <a:rPr sz="1800" spc="-15" dirty="0">
                <a:solidFill>
                  <a:srgbClr val="FFFFFF"/>
                </a:solidFill>
                <a:latin typeface="Arial MT"/>
                <a:cs typeface="Arial MT"/>
              </a:rPr>
              <a:t> </a:t>
            </a:r>
            <a:r>
              <a:rPr sz="1800" spc="-25" dirty="0">
                <a:solidFill>
                  <a:srgbClr val="FFFFFF"/>
                </a:solidFill>
                <a:latin typeface="Arial MT"/>
                <a:cs typeface="Arial MT"/>
              </a:rPr>
              <a:t>to </a:t>
            </a:r>
            <a:r>
              <a:rPr sz="1800" dirty="0">
                <a:solidFill>
                  <a:srgbClr val="FFFFFF"/>
                </a:solidFill>
                <a:latin typeface="Arial MT"/>
                <a:cs typeface="Arial MT"/>
              </a:rPr>
              <a:t>merge</a:t>
            </a:r>
            <a:r>
              <a:rPr sz="1800" spc="-25" dirty="0">
                <a:solidFill>
                  <a:srgbClr val="FFFFFF"/>
                </a:solidFill>
                <a:latin typeface="Arial MT"/>
                <a:cs typeface="Arial MT"/>
              </a:rPr>
              <a:t> </a:t>
            </a:r>
            <a:r>
              <a:rPr sz="1800" spc="-10" dirty="0">
                <a:solidFill>
                  <a:srgbClr val="FFFFFF"/>
                </a:solidFill>
                <a:latin typeface="Arial MT"/>
                <a:cs typeface="Arial MT"/>
              </a:rPr>
              <a:t>with)</a:t>
            </a:r>
            <a:endParaRPr sz="1800">
              <a:latin typeface="Arial MT"/>
              <a:cs typeface="Arial MT"/>
            </a:endParaRPr>
          </a:p>
        </p:txBody>
      </p:sp>
      <p:sp>
        <p:nvSpPr>
          <p:cNvPr id="7" name="object 7"/>
          <p:cNvSpPr/>
          <p:nvPr/>
        </p:nvSpPr>
        <p:spPr>
          <a:xfrm>
            <a:off x="8769780" y="2293746"/>
            <a:ext cx="4146550" cy="810895"/>
          </a:xfrm>
          <a:custGeom>
            <a:avLst/>
            <a:gdLst/>
            <a:ahLst/>
            <a:cxnLst/>
            <a:rect l="l" t="t" r="r" b="b"/>
            <a:pathLst>
              <a:path w="4146550" h="810894">
                <a:moveTo>
                  <a:pt x="4011274" y="810642"/>
                </a:moveTo>
                <a:lnTo>
                  <a:pt x="546649" y="810642"/>
                </a:lnTo>
                <a:lnTo>
                  <a:pt x="503944" y="803755"/>
                </a:lnTo>
                <a:lnTo>
                  <a:pt x="466856" y="784575"/>
                </a:lnTo>
                <a:lnTo>
                  <a:pt x="437609" y="755328"/>
                </a:lnTo>
                <a:lnTo>
                  <a:pt x="418429" y="718240"/>
                </a:lnTo>
                <a:lnTo>
                  <a:pt x="411541" y="675535"/>
                </a:lnTo>
                <a:lnTo>
                  <a:pt x="411541" y="337767"/>
                </a:lnTo>
                <a:lnTo>
                  <a:pt x="0" y="231008"/>
                </a:lnTo>
                <a:lnTo>
                  <a:pt x="411541" y="135107"/>
                </a:lnTo>
                <a:lnTo>
                  <a:pt x="418429" y="92402"/>
                </a:lnTo>
                <a:lnTo>
                  <a:pt x="437609" y="55314"/>
                </a:lnTo>
                <a:lnTo>
                  <a:pt x="466856" y="26067"/>
                </a:lnTo>
                <a:lnTo>
                  <a:pt x="503944" y="6887"/>
                </a:lnTo>
                <a:lnTo>
                  <a:pt x="546649" y="0"/>
                </a:lnTo>
                <a:lnTo>
                  <a:pt x="4011274" y="0"/>
                </a:lnTo>
                <a:lnTo>
                  <a:pt x="4062977" y="10284"/>
                </a:lnTo>
                <a:lnTo>
                  <a:pt x="4106810" y="39571"/>
                </a:lnTo>
                <a:lnTo>
                  <a:pt x="4136097" y="83403"/>
                </a:lnTo>
                <a:lnTo>
                  <a:pt x="4146381" y="135107"/>
                </a:lnTo>
                <a:lnTo>
                  <a:pt x="4146381" y="675535"/>
                </a:lnTo>
                <a:lnTo>
                  <a:pt x="4139494" y="718240"/>
                </a:lnTo>
                <a:lnTo>
                  <a:pt x="4120314" y="755328"/>
                </a:lnTo>
                <a:lnTo>
                  <a:pt x="4091067" y="784575"/>
                </a:lnTo>
                <a:lnTo>
                  <a:pt x="4053978" y="803755"/>
                </a:lnTo>
                <a:lnTo>
                  <a:pt x="4011274" y="810642"/>
                </a:lnTo>
                <a:close/>
              </a:path>
            </a:pathLst>
          </a:custGeom>
          <a:solidFill>
            <a:srgbClr val="C82506"/>
          </a:solidFill>
        </p:spPr>
        <p:txBody>
          <a:bodyPr wrap="square" lIns="0" tIns="0" rIns="0" bIns="0" rtlCol="0"/>
          <a:lstStyle/>
          <a:p>
            <a:endParaRPr/>
          </a:p>
        </p:txBody>
      </p:sp>
      <p:sp>
        <p:nvSpPr>
          <p:cNvPr id="8" name="object 8"/>
          <p:cNvSpPr txBox="1"/>
          <p:nvPr/>
        </p:nvSpPr>
        <p:spPr>
          <a:xfrm>
            <a:off x="9293920" y="2402903"/>
            <a:ext cx="3110230" cy="574040"/>
          </a:xfrm>
          <a:prstGeom prst="rect">
            <a:avLst/>
          </a:prstGeom>
        </p:spPr>
        <p:txBody>
          <a:bodyPr vert="horz" wrap="square" lIns="0" tIns="12700" rIns="0" bIns="0" rtlCol="0">
            <a:spAutoFit/>
          </a:bodyPr>
          <a:lstStyle/>
          <a:p>
            <a:pPr marL="12700" marR="5080">
              <a:lnSpc>
                <a:spcPct val="100000"/>
              </a:lnSpc>
              <a:spcBef>
                <a:spcPts val="100"/>
              </a:spcBef>
            </a:pPr>
            <a:r>
              <a:rPr sz="1800" dirty="0">
                <a:solidFill>
                  <a:srgbClr val="FFFFFF"/>
                </a:solidFill>
                <a:latin typeface="Arial MT"/>
                <a:cs typeface="Arial MT"/>
              </a:rPr>
              <a:t>12.</a:t>
            </a:r>
            <a:r>
              <a:rPr sz="1800" spc="-20" dirty="0">
                <a:solidFill>
                  <a:srgbClr val="FFFFFF"/>
                </a:solidFill>
                <a:latin typeface="Arial MT"/>
                <a:cs typeface="Arial MT"/>
              </a:rPr>
              <a:t> </a:t>
            </a:r>
            <a:r>
              <a:rPr sz="1800" dirty="0">
                <a:solidFill>
                  <a:srgbClr val="FFFFFF"/>
                </a:solidFill>
                <a:latin typeface="Arial MT"/>
                <a:cs typeface="Arial MT"/>
              </a:rPr>
              <a:t>Use</a:t>
            </a:r>
            <a:r>
              <a:rPr sz="1800" spc="-20" dirty="0">
                <a:solidFill>
                  <a:srgbClr val="FFFFFF"/>
                </a:solidFill>
                <a:latin typeface="Arial MT"/>
                <a:cs typeface="Arial MT"/>
              </a:rPr>
              <a:t> </a:t>
            </a:r>
            <a:r>
              <a:rPr sz="1800" dirty="0">
                <a:solidFill>
                  <a:srgbClr val="FFFFFF"/>
                </a:solidFill>
                <a:latin typeface="Arial MT"/>
                <a:cs typeface="Arial MT"/>
              </a:rPr>
              <a:t>the</a:t>
            </a:r>
            <a:r>
              <a:rPr sz="1800" spc="-15" dirty="0">
                <a:solidFill>
                  <a:srgbClr val="FFFFFF"/>
                </a:solidFill>
                <a:latin typeface="Arial MT"/>
                <a:cs typeface="Arial MT"/>
              </a:rPr>
              <a:t> </a:t>
            </a:r>
            <a:r>
              <a:rPr sz="1800" dirty="0">
                <a:solidFill>
                  <a:srgbClr val="FFFFFF"/>
                </a:solidFill>
                <a:latin typeface="Arial MT"/>
                <a:cs typeface="Arial MT"/>
              </a:rPr>
              <a:t>“git</a:t>
            </a:r>
            <a:r>
              <a:rPr sz="1800" spc="-20" dirty="0">
                <a:solidFill>
                  <a:srgbClr val="FFFFFF"/>
                </a:solidFill>
                <a:latin typeface="Arial MT"/>
                <a:cs typeface="Arial MT"/>
              </a:rPr>
              <a:t> </a:t>
            </a:r>
            <a:r>
              <a:rPr sz="1800" dirty="0">
                <a:solidFill>
                  <a:srgbClr val="FFFFFF"/>
                </a:solidFill>
                <a:latin typeface="Arial MT"/>
                <a:cs typeface="Arial MT"/>
              </a:rPr>
              <a:t>merge</a:t>
            </a:r>
            <a:r>
              <a:rPr sz="1800" spc="-15" dirty="0">
                <a:solidFill>
                  <a:srgbClr val="FFFFFF"/>
                </a:solidFill>
                <a:latin typeface="Arial MT"/>
                <a:cs typeface="Arial MT"/>
              </a:rPr>
              <a:t> </a:t>
            </a:r>
            <a:r>
              <a:rPr sz="1800" spc="-10" dirty="0">
                <a:solidFill>
                  <a:srgbClr val="FFFFFF"/>
                </a:solidFill>
                <a:latin typeface="Arial MT"/>
                <a:cs typeface="Arial MT"/>
              </a:rPr>
              <a:t>[branch </a:t>
            </a:r>
            <a:r>
              <a:rPr sz="1800" dirty="0">
                <a:solidFill>
                  <a:srgbClr val="FFFFFF"/>
                </a:solidFill>
                <a:latin typeface="Arial MT"/>
                <a:cs typeface="Arial MT"/>
              </a:rPr>
              <a:t>name]”</a:t>
            </a:r>
            <a:r>
              <a:rPr sz="1800" spc="-15" dirty="0">
                <a:solidFill>
                  <a:srgbClr val="FFFFFF"/>
                </a:solidFill>
                <a:latin typeface="Arial MT"/>
                <a:cs typeface="Arial MT"/>
              </a:rPr>
              <a:t> </a:t>
            </a:r>
            <a:r>
              <a:rPr sz="1800" dirty="0">
                <a:solidFill>
                  <a:srgbClr val="FFFFFF"/>
                </a:solidFill>
                <a:latin typeface="Arial MT"/>
                <a:cs typeface="Arial MT"/>
              </a:rPr>
              <a:t>to</a:t>
            </a:r>
            <a:r>
              <a:rPr sz="1800" spc="-15" dirty="0">
                <a:solidFill>
                  <a:srgbClr val="FFFFFF"/>
                </a:solidFill>
                <a:latin typeface="Arial MT"/>
                <a:cs typeface="Arial MT"/>
              </a:rPr>
              <a:t> </a:t>
            </a:r>
            <a:r>
              <a:rPr sz="1800" dirty="0">
                <a:solidFill>
                  <a:srgbClr val="FFFFFF"/>
                </a:solidFill>
                <a:latin typeface="Arial MT"/>
                <a:cs typeface="Arial MT"/>
              </a:rPr>
              <a:t>merge</a:t>
            </a:r>
            <a:r>
              <a:rPr sz="1800" spc="-15" dirty="0">
                <a:solidFill>
                  <a:srgbClr val="FFFFFF"/>
                </a:solidFill>
                <a:latin typeface="Arial MT"/>
                <a:cs typeface="Arial MT"/>
              </a:rPr>
              <a:t> </a:t>
            </a:r>
            <a:r>
              <a:rPr sz="1800" dirty="0">
                <a:solidFill>
                  <a:srgbClr val="FFFFFF"/>
                </a:solidFill>
                <a:latin typeface="Arial MT"/>
                <a:cs typeface="Arial MT"/>
              </a:rPr>
              <a:t>the</a:t>
            </a:r>
            <a:r>
              <a:rPr sz="1800" spc="-10" dirty="0">
                <a:solidFill>
                  <a:srgbClr val="FFFFFF"/>
                </a:solidFill>
                <a:latin typeface="Arial MT"/>
                <a:cs typeface="Arial MT"/>
              </a:rPr>
              <a:t> branch</a:t>
            </a:r>
            <a:endParaRPr sz="1800">
              <a:latin typeface="Arial MT"/>
              <a:cs typeface="Arial MT"/>
            </a:endParaRPr>
          </a:p>
        </p:txBody>
      </p:sp>
      <p:sp>
        <p:nvSpPr>
          <p:cNvPr id="9" name="object 9"/>
          <p:cNvSpPr/>
          <p:nvPr/>
        </p:nvSpPr>
        <p:spPr>
          <a:xfrm>
            <a:off x="7067295" y="3317090"/>
            <a:ext cx="4486910" cy="1485900"/>
          </a:xfrm>
          <a:custGeom>
            <a:avLst/>
            <a:gdLst/>
            <a:ahLst/>
            <a:cxnLst/>
            <a:rect l="l" t="t" r="r" b="b"/>
            <a:pathLst>
              <a:path w="4486909" h="1485900">
                <a:moveTo>
                  <a:pt x="1869512" y="675152"/>
                </a:moveTo>
                <a:lnTo>
                  <a:pt x="747804" y="675152"/>
                </a:lnTo>
                <a:lnTo>
                  <a:pt x="356703" y="0"/>
                </a:lnTo>
                <a:lnTo>
                  <a:pt x="1869512" y="675152"/>
                </a:lnTo>
                <a:close/>
              </a:path>
              <a:path w="4486909" h="1485900">
                <a:moveTo>
                  <a:pt x="4351722" y="1485794"/>
                </a:moveTo>
                <a:lnTo>
                  <a:pt x="135106" y="1485794"/>
                </a:lnTo>
                <a:lnTo>
                  <a:pt x="92402" y="1478907"/>
                </a:lnTo>
                <a:lnTo>
                  <a:pt x="55314" y="1459727"/>
                </a:lnTo>
                <a:lnTo>
                  <a:pt x="26067" y="1430480"/>
                </a:lnTo>
                <a:lnTo>
                  <a:pt x="6887" y="1393392"/>
                </a:lnTo>
                <a:lnTo>
                  <a:pt x="0" y="1350687"/>
                </a:lnTo>
                <a:lnTo>
                  <a:pt x="0" y="810259"/>
                </a:lnTo>
                <a:lnTo>
                  <a:pt x="6887" y="767554"/>
                </a:lnTo>
                <a:lnTo>
                  <a:pt x="26067" y="730466"/>
                </a:lnTo>
                <a:lnTo>
                  <a:pt x="55314" y="701220"/>
                </a:lnTo>
                <a:lnTo>
                  <a:pt x="92402" y="682040"/>
                </a:lnTo>
                <a:lnTo>
                  <a:pt x="135106" y="675152"/>
                </a:lnTo>
                <a:lnTo>
                  <a:pt x="4351722" y="675152"/>
                </a:lnTo>
                <a:lnTo>
                  <a:pt x="4403426" y="685436"/>
                </a:lnTo>
                <a:lnTo>
                  <a:pt x="4447257" y="714723"/>
                </a:lnTo>
                <a:lnTo>
                  <a:pt x="4476545" y="758555"/>
                </a:lnTo>
                <a:lnTo>
                  <a:pt x="4486829" y="810259"/>
                </a:lnTo>
                <a:lnTo>
                  <a:pt x="4486829" y="1350687"/>
                </a:lnTo>
                <a:lnTo>
                  <a:pt x="4479941" y="1393392"/>
                </a:lnTo>
                <a:lnTo>
                  <a:pt x="4460762" y="1430480"/>
                </a:lnTo>
                <a:lnTo>
                  <a:pt x="4431515" y="1459727"/>
                </a:lnTo>
                <a:lnTo>
                  <a:pt x="4394427" y="1478907"/>
                </a:lnTo>
                <a:lnTo>
                  <a:pt x="4351722" y="1485794"/>
                </a:lnTo>
                <a:close/>
              </a:path>
            </a:pathLst>
          </a:custGeom>
          <a:solidFill>
            <a:srgbClr val="C82506"/>
          </a:solidFill>
        </p:spPr>
        <p:txBody>
          <a:bodyPr wrap="square" lIns="0" tIns="0" rIns="0" bIns="0" rtlCol="0"/>
          <a:lstStyle/>
          <a:p>
            <a:endParaRPr/>
          </a:p>
        </p:txBody>
      </p:sp>
      <p:sp>
        <p:nvSpPr>
          <p:cNvPr id="10" name="object 10"/>
          <p:cNvSpPr txBox="1"/>
          <p:nvPr/>
        </p:nvSpPr>
        <p:spPr>
          <a:xfrm>
            <a:off x="7179892" y="4238559"/>
            <a:ext cx="343979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Arial MT"/>
                <a:cs typeface="Arial MT"/>
              </a:rPr>
              <a:t>Note</a:t>
            </a:r>
            <a:r>
              <a:rPr sz="1800" spc="-30" dirty="0">
                <a:solidFill>
                  <a:srgbClr val="FFFFFF"/>
                </a:solidFill>
                <a:latin typeface="Arial MT"/>
                <a:cs typeface="Arial MT"/>
              </a:rPr>
              <a:t> </a:t>
            </a:r>
            <a:r>
              <a:rPr sz="1800" dirty="0">
                <a:solidFill>
                  <a:srgbClr val="FFFFFF"/>
                </a:solidFill>
                <a:latin typeface="Arial MT"/>
                <a:cs typeface="Arial MT"/>
              </a:rPr>
              <a:t>that</a:t>
            </a:r>
            <a:r>
              <a:rPr sz="1800" spc="-15" dirty="0">
                <a:solidFill>
                  <a:srgbClr val="FFFFFF"/>
                </a:solidFill>
                <a:latin typeface="Arial MT"/>
                <a:cs typeface="Arial MT"/>
              </a:rPr>
              <a:t> </a:t>
            </a:r>
            <a:r>
              <a:rPr sz="1800" dirty="0">
                <a:solidFill>
                  <a:srgbClr val="FFFFFF"/>
                </a:solidFill>
                <a:latin typeface="Arial MT"/>
                <a:cs typeface="Arial MT"/>
              </a:rPr>
              <a:t>there</a:t>
            </a:r>
            <a:r>
              <a:rPr sz="1800" spc="-15" dirty="0">
                <a:solidFill>
                  <a:srgbClr val="FFFFFF"/>
                </a:solidFill>
                <a:latin typeface="Arial MT"/>
                <a:cs typeface="Arial MT"/>
              </a:rPr>
              <a:t> </a:t>
            </a:r>
            <a:r>
              <a:rPr sz="1800" dirty="0">
                <a:solidFill>
                  <a:srgbClr val="FFFFFF"/>
                </a:solidFill>
                <a:latin typeface="Arial MT"/>
                <a:cs typeface="Arial MT"/>
              </a:rPr>
              <a:t>is</a:t>
            </a:r>
            <a:r>
              <a:rPr sz="1800" spc="-20" dirty="0">
                <a:solidFill>
                  <a:srgbClr val="FFFFFF"/>
                </a:solidFill>
                <a:latin typeface="Arial MT"/>
                <a:cs typeface="Arial MT"/>
              </a:rPr>
              <a:t> </a:t>
            </a:r>
            <a:r>
              <a:rPr sz="1800" dirty="0">
                <a:solidFill>
                  <a:srgbClr val="FFFFFF"/>
                </a:solidFill>
                <a:latin typeface="Arial MT"/>
                <a:cs typeface="Arial MT"/>
              </a:rPr>
              <a:t>a</a:t>
            </a:r>
            <a:r>
              <a:rPr sz="1800" spc="-15" dirty="0">
                <a:solidFill>
                  <a:srgbClr val="FFFFFF"/>
                </a:solidFill>
                <a:latin typeface="Arial MT"/>
                <a:cs typeface="Arial MT"/>
              </a:rPr>
              <a:t> </a:t>
            </a:r>
            <a:r>
              <a:rPr sz="1800" dirty="0">
                <a:solidFill>
                  <a:srgbClr val="FFFFFF"/>
                </a:solidFill>
                <a:latin typeface="Arial MT"/>
                <a:cs typeface="Arial MT"/>
              </a:rPr>
              <a:t>merge</a:t>
            </a:r>
            <a:r>
              <a:rPr sz="1800" spc="-15" dirty="0">
                <a:solidFill>
                  <a:srgbClr val="FFFFFF"/>
                </a:solidFill>
                <a:latin typeface="Arial MT"/>
                <a:cs typeface="Arial MT"/>
              </a:rPr>
              <a:t> </a:t>
            </a:r>
            <a:r>
              <a:rPr sz="1800" spc="-10" dirty="0">
                <a:solidFill>
                  <a:srgbClr val="FFFFFF"/>
                </a:solidFill>
                <a:latin typeface="Arial MT"/>
                <a:cs typeface="Arial MT"/>
              </a:rPr>
              <a:t>conflict</a:t>
            </a:r>
            <a:endParaRPr sz="1800">
              <a:latin typeface="Arial MT"/>
              <a:cs typeface="Arial MT"/>
            </a:endParaRPr>
          </a:p>
        </p:txBody>
      </p:sp>
      <p:grpSp>
        <p:nvGrpSpPr>
          <p:cNvPr id="11" name="object 11"/>
          <p:cNvGrpSpPr/>
          <p:nvPr/>
        </p:nvGrpSpPr>
        <p:grpSpPr>
          <a:xfrm>
            <a:off x="1113909" y="5073508"/>
            <a:ext cx="11581130" cy="4178935"/>
            <a:chOff x="1113909" y="5073508"/>
            <a:chExt cx="11581130" cy="4178935"/>
          </a:xfrm>
        </p:grpSpPr>
        <p:pic>
          <p:nvPicPr>
            <p:cNvPr id="12" name="object 12"/>
            <p:cNvPicPr/>
            <p:nvPr/>
          </p:nvPicPr>
          <p:blipFill>
            <a:blip r:embed="rId3" cstate="print"/>
            <a:stretch>
              <a:fillRect/>
            </a:stretch>
          </p:blipFill>
          <p:spPr>
            <a:xfrm>
              <a:off x="1113909" y="5073508"/>
              <a:ext cx="7557145" cy="4004586"/>
            </a:xfrm>
            <a:prstGeom prst="rect">
              <a:avLst/>
            </a:prstGeom>
          </p:spPr>
        </p:pic>
        <p:sp>
          <p:nvSpPr>
            <p:cNvPr id="13" name="object 13"/>
            <p:cNvSpPr/>
            <p:nvPr/>
          </p:nvSpPr>
          <p:spPr>
            <a:xfrm>
              <a:off x="5734688" y="5271858"/>
              <a:ext cx="6960234" cy="3980179"/>
            </a:xfrm>
            <a:custGeom>
              <a:avLst/>
              <a:gdLst/>
              <a:ahLst/>
              <a:cxnLst/>
              <a:rect l="l" t="t" r="r" b="b"/>
              <a:pathLst>
                <a:path w="6960234" h="3980179">
                  <a:moveTo>
                    <a:pt x="6296471" y="3980090"/>
                  </a:moveTo>
                  <a:lnTo>
                    <a:pt x="1608962" y="3980090"/>
                  </a:lnTo>
                  <a:lnTo>
                    <a:pt x="1561588" y="3978425"/>
                  </a:lnTo>
                  <a:lnTo>
                    <a:pt x="1515114" y="3973503"/>
                  </a:lnTo>
                  <a:lnTo>
                    <a:pt x="1469650" y="3965437"/>
                  </a:lnTo>
                  <a:lnTo>
                    <a:pt x="1425310" y="3954340"/>
                  </a:lnTo>
                  <a:lnTo>
                    <a:pt x="1382206" y="3940322"/>
                  </a:lnTo>
                  <a:lnTo>
                    <a:pt x="1340450" y="3923498"/>
                  </a:lnTo>
                  <a:lnTo>
                    <a:pt x="1300154" y="3903979"/>
                  </a:lnTo>
                  <a:lnTo>
                    <a:pt x="1261431" y="3881876"/>
                  </a:lnTo>
                  <a:lnTo>
                    <a:pt x="1224393" y="3857304"/>
                  </a:lnTo>
                  <a:lnTo>
                    <a:pt x="1189151" y="3830373"/>
                  </a:lnTo>
                  <a:lnTo>
                    <a:pt x="1155819" y="3801196"/>
                  </a:lnTo>
                  <a:lnTo>
                    <a:pt x="1124508" y="3769885"/>
                  </a:lnTo>
                  <a:lnTo>
                    <a:pt x="1095331" y="3736553"/>
                  </a:lnTo>
                  <a:lnTo>
                    <a:pt x="1068400" y="3701311"/>
                  </a:lnTo>
                  <a:lnTo>
                    <a:pt x="1043828" y="3664273"/>
                  </a:lnTo>
                  <a:lnTo>
                    <a:pt x="1021725" y="3625549"/>
                  </a:lnTo>
                  <a:lnTo>
                    <a:pt x="1002206" y="3585254"/>
                  </a:lnTo>
                  <a:lnTo>
                    <a:pt x="985382" y="3543497"/>
                  </a:lnTo>
                  <a:lnTo>
                    <a:pt x="971365" y="3500393"/>
                  </a:lnTo>
                  <a:lnTo>
                    <a:pt x="960267" y="3456054"/>
                  </a:lnTo>
                  <a:lnTo>
                    <a:pt x="952201" y="3410590"/>
                  </a:lnTo>
                  <a:lnTo>
                    <a:pt x="947279" y="3364116"/>
                  </a:lnTo>
                  <a:lnTo>
                    <a:pt x="945614" y="3316742"/>
                  </a:lnTo>
                  <a:lnTo>
                    <a:pt x="0" y="2567436"/>
                  </a:lnTo>
                  <a:lnTo>
                    <a:pt x="945614" y="2321719"/>
                  </a:lnTo>
                  <a:lnTo>
                    <a:pt x="945614" y="663348"/>
                  </a:lnTo>
                  <a:lnTo>
                    <a:pt x="947279" y="615974"/>
                  </a:lnTo>
                  <a:lnTo>
                    <a:pt x="952201" y="569500"/>
                  </a:lnTo>
                  <a:lnTo>
                    <a:pt x="960267" y="524036"/>
                  </a:lnTo>
                  <a:lnTo>
                    <a:pt x="971365" y="479697"/>
                  </a:lnTo>
                  <a:lnTo>
                    <a:pt x="985382" y="436593"/>
                  </a:lnTo>
                  <a:lnTo>
                    <a:pt x="1002206" y="394836"/>
                  </a:lnTo>
                  <a:lnTo>
                    <a:pt x="1021725" y="354541"/>
                  </a:lnTo>
                  <a:lnTo>
                    <a:pt x="1043828" y="315817"/>
                  </a:lnTo>
                  <a:lnTo>
                    <a:pt x="1068400" y="278779"/>
                  </a:lnTo>
                  <a:lnTo>
                    <a:pt x="1095331" y="243537"/>
                  </a:lnTo>
                  <a:lnTo>
                    <a:pt x="1124508" y="210205"/>
                  </a:lnTo>
                  <a:lnTo>
                    <a:pt x="1155819" y="178894"/>
                  </a:lnTo>
                  <a:lnTo>
                    <a:pt x="1189151" y="149717"/>
                  </a:lnTo>
                  <a:lnTo>
                    <a:pt x="1224393" y="122786"/>
                  </a:lnTo>
                  <a:lnTo>
                    <a:pt x="1261431" y="98214"/>
                  </a:lnTo>
                  <a:lnTo>
                    <a:pt x="1300154" y="76111"/>
                  </a:lnTo>
                  <a:lnTo>
                    <a:pt x="1340450" y="56592"/>
                  </a:lnTo>
                  <a:lnTo>
                    <a:pt x="1382206" y="39767"/>
                  </a:lnTo>
                  <a:lnTo>
                    <a:pt x="1425310" y="25750"/>
                  </a:lnTo>
                  <a:lnTo>
                    <a:pt x="1469650" y="14653"/>
                  </a:lnTo>
                  <a:lnTo>
                    <a:pt x="1515114" y="6587"/>
                  </a:lnTo>
                  <a:lnTo>
                    <a:pt x="1561588" y="1665"/>
                  </a:lnTo>
                  <a:lnTo>
                    <a:pt x="1608962" y="0"/>
                  </a:lnTo>
                  <a:lnTo>
                    <a:pt x="6296471" y="0"/>
                  </a:lnTo>
                  <a:lnTo>
                    <a:pt x="6342700" y="1665"/>
                  </a:lnTo>
                  <a:lnTo>
                    <a:pt x="6343731" y="1665"/>
                  </a:lnTo>
                  <a:lnTo>
                    <a:pt x="6391495" y="6838"/>
                  </a:lnTo>
                  <a:lnTo>
                    <a:pt x="6438053" y="15283"/>
                  </a:lnTo>
                  <a:lnTo>
                    <a:pt x="6483752" y="26984"/>
                  </a:lnTo>
                  <a:lnTo>
                    <a:pt x="6528424" y="41875"/>
                  </a:lnTo>
                  <a:lnTo>
                    <a:pt x="6571903" y="59884"/>
                  </a:lnTo>
                  <a:lnTo>
                    <a:pt x="6614020" y="80943"/>
                  </a:lnTo>
                  <a:lnTo>
                    <a:pt x="6654608" y="104982"/>
                  </a:lnTo>
                  <a:lnTo>
                    <a:pt x="6693501" y="131933"/>
                  </a:lnTo>
                  <a:lnTo>
                    <a:pt x="6730530" y="161725"/>
                  </a:lnTo>
                  <a:lnTo>
                    <a:pt x="6765529" y="194290"/>
                  </a:lnTo>
                  <a:lnTo>
                    <a:pt x="6798094" y="229289"/>
                  </a:lnTo>
                  <a:lnTo>
                    <a:pt x="6827886" y="266318"/>
                  </a:lnTo>
                  <a:lnTo>
                    <a:pt x="6854836" y="305211"/>
                  </a:lnTo>
                  <a:lnTo>
                    <a:pt x="6878875" y="345799"/>
                  </a:lnTo>
                  <a:lnTo>
                    <a:pt x="6899934" y="387916"/>
                  </a:lnTo>
                  <a:lnTo>
                    <a:pt x="6917944" y="431394"/>
                  </a:lnTo>
                  <a:lnTo>
                    <a:pt x="6932834" y="476067"/>
                  </a:lnTo>
                  <a:lnTo>
                    <a:pt x="6944536" y="521765"/>
                  </a:lnTo>
                  <a:lnTo>
                    <a:pt x="6952980" y="568323"/>
                  </a:lnTo>
                  <a:lnTo>
                    <a:pt x="6958097" y="615573"/>
                  </a:lnTo>
                  <a:lnTo>
                    <a:pt x="6959819" y="663348"/>
                  </a:lnTo>
                  <a:lnTo>
                    <a:pt x="6959819" y="3316742"/>
                  </a:lnTo>
                  <a:lnTo>
                    <a:pt x="6958153" y="3364116"/>
                  </a:lnTo>
                  <a:lnTo>
                    <a:pt x="6953231" y="3410590"/>
                  </a:lnTo>
                  <a:lnTo>
                    <a:pt x="6945165" y="3456054"/>
                  </a:lnTo>
                  <a:lnTo>
                    <a:pt x="6934068" y="3500393"/>
                  </a:lnTo>
                  <a:lnTo>
                    <a:pt x="6920051" y="3543497"/>
                  </a:lnTo>
                  <a:lnTo>
                    <a:pt x="6903226" y="3585254"/>
                  </a:lnTo>
                  <a:lnTo>
                    <a:pt x="6883707" y="3625549"/>
                  </a:lnTo>
                  <a:lnTo>
                    <a:pt x="6861605" y="3664273"/>
                  </a:lnTo>
                  <a:lnTo>
                    <a:pt x="6837032" y="3701311"/>
                  </a:lnTo>
                  <a:lnTo>
                    <a:pt x="6810101" y="3736553"/>
                  </a:lnTo>
                  <a:lnTo>
                    <a:pt x="6780924" y="3769885"/>
                  </a:lnTo>
                  <a:lnTo>
                    <a:pt x="6749614" y="3801196"/>
                  </a:lnTo>
                  <a:lnTo>
                    <a:pt x="6716281" y="3830373"/>
                  </a:lnTo>
                  <a:lnTo>
                    <a:pt x="6681040" y="3857304"/>
                  </a:lnTo>
                  <a:lnTo>
                    <a:pt x="6644001" y="3881876"/>
                  </a:lnTo>
                  <a:lnTo>
                    <a:pt x="6605278" y="3903979"/>
                  </a:lnTo>
                  <a:lnTo>
                    <a:pt x="6564982" y="3923498"/>
                  </a:lnTo>
                  <a:lnTo>
                    <a:pt x="6523226" y="3940322"/>
                  </a:lnTo>
                  <a:lnTo>
                    <a:pt x="6480122" y="3954340"/>
                  </a:lnTo>
                  <a:lnTo>
                    <a:pt x="6435782" y="3965437"/>
                  </a:lnTo>
                  <a:lnTo>
                    <a:pt x="6390319" y="3973503"/>
                  </a:lnTo>
                  <a:lnTo>
                    <a:pt x="6343844" y="3978425"/>
                  </a:lnTo>
                  <a:lnTo>
                    <a:pt x="6296471" y="3980090"/>
                  </a:lnTo>
                  <a:close/>
                </a:path>
              </a:pathLst>
            </a:custGeom>
            <a:solidFill>
              <a:srgbClr val="C82506"/>
            </a:solidFill>
          </p:spPr>
          <p:txBody>
            <a:bodyPr wrap="square" lIns="0" tIns="0" rIns="0" bIns="0" rtlCol="0"/>
            <a:lstStyle/>
            <a:p>
              <a:endParaRPr/>
            </a:p>
          </p:txBody>
        </p:sp>
      </p:grpSp>
      <p:sp>
        <p:nvSpPr>
          <p:cNvPr id="14" name="object 14"/>
          <p:cNvSpPr txBox="1"/>
          <p:nvPr/>
        </p:nvSpPr>
        <p:spPr>
          <a:xfrm>
            <a:off x="6947615" y="5594140"/>
            <a:ext cx="5433695" cy="3042920"/>
          </a:xfrm>
          <a:prstGeom prst="rect">
            <a:avLst/>
          </a:prstGeom>
        </p:spPr>
        <p:txBody>
          <a:bodyPr vert="horz" wrap="square" lIns="0" tIns="12700" rIns="0" bIns="0" rtlCol="0">
            <a:spAutoFit/>
          </a:bodyPr>
          <a:lstStyle/>
          <a:p>
            <a:pPr marL="12700" marR="5080">
              <a:lnSpc>
                <a:spcPct val="100000"/>
              </a:lnSpc>
              <a:spcBef>
                <a:spcPts val="100"/>
              </a:spcBef>
            </a:pPr>
            <a:r>
              <a:rPr sz="1800" dirty="0">
                <a:solidFill>
                  <a:srgbClr val="FFFFFF"/>
                </a:solidFill>
                <a:latin typeface="Arial MT"/>
                <a:cs typeface="Arial MT"/>
              </a:rPr>
              <a:t>13.</a:t>
            </a:r>
            <a:r>
              <a:rPr sz="1800" spc="-35" dirty="0">
                <a:solidFill>
                  <a:srgbClr val="FFFFFF"/>
                </a:solidFill>
                <a:latin typeface="Arial MT"/>
                <a:cs typeface="Arial MT"/>
              </a:rPr>
              <a:t> </a:t>
            </a:r>
            <a:r>
              <a:rPr sz="1800" dirty="0">
                <a:solidFill>
                  <a:srgbClr val="FFFFFF"/>
                </a:solidFill>
                <a:latin typeface="Arial MT"/>
                <a:cs typeface="Arial MT"/>
              </a:rPr>
              <a:t>Reopen</a:t>
            </a:r>
            <a:r>
              <a:rPr sz="1800" spc="-20" dirty="0">
                <a:solidFill>
                  <a:srgbClr val="FFFFFF"/>
                </a:solidFill>
                <a:latin typeface="Arial MT"/>
                <a:cs typeface="Arial MT"/>
              </a:rPr>
              <a:t> </a:t>
            </a:r>
            <a:r>
              <a:rPr sz="1800" dirty="0">
                <a:solidFill>
                  <a:srgbClr val="FFFFFF"/>
                </a:solidFill>
                <a:latin typeface="Arial MT"/>
                <a:cs typeface="Arial MT"/>
              </a:rPr>
              <a:t>the</a:t>
            </a:r>
            <a:r>
              <a:rPr sz="1800" spc="-25" dirty="0">
                <a:solidFill>
                  <a:srgbClr val="FFFFFF"/>
                </a:solidFill>
                <a:latin typeface="Arial MT"/>
                <a:cs typeface="Arial MT"/>
              </a:rPr>
              <a:t> </a:t>
            </a:r>
            <a:r>
              <a:rPr sz="1800" dirty="0">
                <a:solidFill>
                  <a:srgbClr val="FFFFFF"/>
                </a:solidFill>
                <a:latin typeface="Arial MT"/>
                <a:cs typeface="Arial MT"/>
              </a:rPr>
              <a:t>file.txt</a:t>
            </a:r>
            <a:r>
              <a:rPr sz="1800" spc="-20" dirty="0">
                <a:solidFill>
                  <a:srgbClr val="FFFFFF"/>
                </a:solidFill>
                <a:latin typeface="Arial MT"/>
                <a:cs typeface="Arial MT"/>
              </a:rPr>
              <a:t> </a:t>
            </a:r>
            <a:r>
              <a:rPr sz="1800" dirty="0">
                <a:solidFill>
                  <a:srgbClr val="FFFFFF"/>
                </a:solidFill>
                <a:latin typeface="Arial MT"/>
                <a:cs typeface="Arial MT"/>
              </a:rPr>
              <a:t>file</a:t>
            </a:r>
            <a:r>
              <a:rPr sz="1800" spc="-25" dirty="0">
                <a:solidFill>
                  <a:srgbClr val="FFFFFF"/>
                </a:solidFill>
                <a:latin typeface="Arial MT"/>
                <a:cs typeface="Arial MT"/>
              </a:rPr>
              <a:t> </a:t>
            </a:r>
            <a:r>
              <a:rPr sz="1800" dirty="0">
                <a:solidFill>
                  <a:srgbClr val="FFFFFF"/>
                </a:solidFill>
                <a:latin typeface="Arial MT"/>
                <a:cs typeface="Arial MT"/>
              </a:rPr>
              <a:t>then</a:t>
            </a:r>
            <a:r>
              <a:rPr sz="1800" spc="-20" dirty="0">
                <a:solidFill>
                  <a:srgbClr val="FFFFFF"/>
                </a:solidFill>
                <a:latin typeface="Arial MT"/>
                <a:cs typeface="Arial MT"/>
              </a:rPr>
              <a:t> </a:t>
            </a:r>
            <a:r>
              <a:rPr sz="1800" dirty="0">
                <a:solidFill>
                  <a:srgbClr val="FFFFFF"/>
                </a:solidFill>
                <a:latin typeface="Arial MT"/>
                <a:cs typeface="Arial MT"/>
              </a:rPr>
              <a:t>you</a:t>
            </a:r>
            <a:r>
              <a:rPr sz="1800" spc="-25" dirty="0">
                <a:solidFill>
                  <a:srgbClr val="FFFFFF"/>
                </a:solidFill>
                <a:latin typeface="Arial MT"/>
                <a:cs typeface="Arial MT"/>
              </a:rPr>
              <a:t> </a:t>
            </a:r>
            <a:r>
              <a:rPr sz="1800" dirty="0">
                <a:solidFill>
                  <a:srgbClr val="FFFFFF"/>
                </a:solidFill>
                <a:latin typeface="Arial MT"/>
                <a:cs typeface="Arial MT"/>
              </a:rPr>
              <a:t>found</a:t>
            </a:r>
            <a:r>
              <a:rPr sz="1800" spc="-20" dirty="0">
                <a:solidFill>
                  <a:srgbClr val="FFFFFF"/>
                </a:solidFill>
                <a:latin typeface="Arial MT"/>
                <a:cs typeface="Arial MT"/>
              </a:rPr>
              <a:t> </a:t>
            </a:r>
            <a:r>
              <a:rPr sz="1800" dirty="0">
                <a:solidFill>
                  <a:srgbClr val="FFFFFF"/>
                </a:solidFill>
                <a:latin typeface="Arial MT"/>
                <a:cs typeface="Arial MT"/>
              </a:rPr>
              <a:t>that</a:t>
            </a:r>
            <a:r>
              <a:rPr sz="1800" spc="-25" dirty="0">
                <a:solidFill>
                  <a:srgbClr val="FFFFFF"/>
                </a:solidFill>
                <a:latin typeface="Arial MT"/>
                <a:cs typeface="Arial MT"/>
              </a:rPr>
              <a:t> </a:t>
            </a:r>
            <a:r>
              <a:rPr sz="1800" dirty="0">
                <a:solidFill>
                  <a:srgbClr val="FFFFFF"/>
                </a:solidFill>
                <a:latin typeface="Arial MT"/>
                <a:cs typeface="Arial MT"/>
              </a:rPr>
              <a:t>there</a:t>
            </a:r>
            <a:r>
              <a:rPr sz="1800" spc="-20" dirty="0">
                <a:solidFill>
                  <a:srgbClr val="FFFFFF"/>
                </a:solidFill>
                <a:latin typeface="Arial MT"/>
                <a:cs typeface="Arial MT"/>
              </a:rPr>
              <a:t> </a:t>
            </a:r>
            <a:r>
              <a:rPr sz="1800" spc="-25" dirty="0">
                <a:solidFill>
                  <a:srgbClr val="FFFFFF"/>
                </a:solidFill>
                <a:latin typeface="Arial MT"/>
                <a:cs typeface="Arial MT"/>
              </a:rPr>
              <a:t>is </a:t>
            </a:r>
            <a:r>
              <a:rPr sz="1800" dirty="0">
                <a:solidFill>
                  <a:srgbClr val="FFFFFF"/>
                </a:solidFill>
                <a:latin typeface="Arial MT"/>
                <a:cs typeface="Arial MT"/>
              </a:rPr>
              <a:t>merge</a:t>
            </a:r>
            <a:r>
              <a:rPr sz="1800" spc="-35" dirty="0">
                <a:solidFill>
                  <a:srgbClr val="FFFFFF"/>
                </a:solidFill>
                <a:latin typeface="Arial MT"/>
                <a:cs typeface="Arial MT"/>
              </a:rPr>
              <a:t> </a:t>
            </a:r>
            <a:r>
              <a:rPr sz="1800" dirty="0">
                <a:solidFill>
                  <a:srgbClr val="FFFFFF"/>
                </a:solidFill>
                <a:latin typeface="Arial MT"/>
                <a:cs typeface="Arial MT"/>
              </a:rPr>
              <a:t>conflict</a:t>
            </a:r>
            <a:r>
              <a:rPr sz="1800" spc="-30" dirty="0">
                <a:solidFill>
                  <a:srgbClr val="FFFFFF"/>
                </a:solidFill>
                <a:latin typeface="Arial MT"/>
                <a:cs typeface="Arial MT"/>
              </a:rPr>
              <a:t> </a:t>
            </a:r>
            <a:r>
              <a:rPr sz="1800" spc="-20" dirty="0">
                <a:solidFill>
                  <a:srgbClr val="FFFFFF"/>
                </a:solidFill>
                <a:latin typeface="Arial MT"/>
                <a:cs typeface="Arial MT"/>
              </a:rPr>
              <a:t>mark</a:t>
            </a:r>
            <a:endParaRPr sz="1800">
              <a:latin typeface="Arial MT"/>
              <a:cs typeface="Arial MT"/>
            </a:endParaRPr>
          </a:p>
          <a:p>
            <a:pPr marL="12700">
              <a:lnSpc>
                <a:spcPct val="100000"/>
              </a:lnSpc>
            </a:pPr>
            <a:r>
              <a:rPr sz="1800" b="1" dirty="0">
                <a:solidFill>
                  <a:srgbClr val="FFFFFF"/>
                </a:solidFill>
                <a:latin typeface="Arial"/>
                <a:cs typeface="Arial"/>
              </a:rPr>
              <a:t>&lt;&lt;&lt;&lt;&lt;&lt;&lt;&lt;</a:t>
            </a:r>
            <a:r>
              <a:rPr sz="1800" b="1" spc="-40" dirty="0">
                <a:solidFill>
                  <a:srgbClr val="FFFFFF"/>
                </a:solidFill>
                <a:latin typeface="Arial"/>
                <a:cs typeface="Arial"/>
              </a:rPr>
              <a:t> </a:t>
            </a:r>
            <a:r>
              <a:rPr sz="1800" b="1" spc="-10" dirty="0">
                <a:solidFill>
                  <a:srgbClr val="FFFFFF"/>
                </a:solidFill>
                <a:latin typeface="Arial"/>
                <a:cs typeface="Arial"/>
              </a:rPr>
              <a:t>HEAD:</a:t>
            </a:r>
            <a:endParaRPr sz="1800">
              <a:latin typeface="Arial"/>
              <a:cs typeface="Arial"/>
            </a:endParaRPr>
          </a:p>
          <a:p>
            <a:pPr marL="12700">
              <a:lnSpc>
                <a:spcPct val="100000"/>
              </a:lnSpc>
            </a:pPr>
            <a:r>
              <a:rPr sz="1800" dirty="0">
                <a:solidFill>
                  <a:srgbClr val="FFFFFF"/>
                </a:solidFill>
                <a:latin typeface="Arial MT"/>
                <a:cs typeface="Arial MT"/>
              </a:rPr>
              <a:t>Show</a:t>
            </a:r>
            <a:r>
              <a:rPr sz="1800" spc="-30" dirty="0">
                <a:solidFill>
                  <a:srgbClr val="FFFFFF"/>
                </a:solidFill>
                <a:latin typeface="Arial MT"/>
                <a:cs typeface="Arial MT"/>
              </a:rPr>
              <a:t> </a:t>
            </a:r>
            <a:r>
              <a:rPr sz="1800" dirty="0">
                <a:solidFill>
                  <a:srgbClr val="FFFFFF"/>
                </a:solidFill>
                <a:latin typeface="Arial MT"/>
                <a:cs typeface="Arial MT"/>
              </a:rPr>
              <a:t>the</a:t>
            </a:r>
            <a:r>
              <a:rPr sz="1800" spc="-15" dirty="0">
                <a:solidFill>
                  <a:srgbClr val="FFFFFF"/>
                </a:solidFill>
                <a:latin typeface="Arial MT"/>
                <a:cs typeface="Arial MT"/>
              </a:rPr>
              <a:t> </a:t>
            </a:r>
            <a:r>
              <a:rPr sz="1800" dirty="0">
                <a:solidFill>
                  <a:srgbClr val="FFFFFF"/>
                </a:solidFill>
                <a:latin typeface="Arial MT"/>
                <a:cs typeface="Arial MT"/>
              </a:rPr>
              <a:t>change</a:t>
            </a:r>
            <a:r>
              <a:rPr sz="1800" spc="-20" dirty="0">
                <a:solidFill>
                  <a:srgbClr val="FFFFFF"/>
                </a:solidFill>
                <a:latin typeface="Arial MT"/>
                <a:cs typeface="Arial MT"/>
              </a:rPr>
              <a:t> </a:t>
            </a:r>
            <a:r>
              <a:rPr sz="1800" dirty="0">
                <a:solidFill>
                  <a:srgbClr val="FFFFFF"/>
                </a:solidFill>
                <a:latin typeface="Arial MT"/>
                <a:cs typeface="Arial MT"/>
              </a:rPr>
              <a:t>from</a:t>
            </a:r>
            <a:r>
              <a:rPr sz="1800" spc="-15" dirty="0">
                <a:solidFill>
                  <a:srgbClr val="FFFFFF"/>
                </a:solidFill>
                <a:latin typeface="Arial MT"/>
                <a:cs typeface="Arial MT"/>
              </a:rPr>
              <a:t> </a:t>
            </a:r>
            <a:r>
              <a:rPr sz="1800" dirty="0">
                <a:solidFill>
                  <a:srgbClr val="FFFFFF"/>
                </a:solidFill>
                <a:latin typeface="Arial MT"/>
                <a:cs typeface="Arial MT"/>
              </a:rPr>
              <a:t>your</a:t>
            </a:r>
            <a:r>
              <a:rPr sz="1800" spc="-20" dirty="0">
                <a:solidFill>
                  <a:srgbClr val="FFFFFF"/>
                </a:solidFill>
                <a:latin typeface="Arial MT"/>
                <a:cs typeface="Arial MT"/>
              </a:rPr>
              <a:t> </a:t>
            </a:r>
            <a:r>
              <a:rPr sz="1800" dirty="0">
                <a:solidFill>
                  <a:srgbClr val="FFFFFF"/>
                </a:solidFill>
                <a:latin typeface="Arial MT"/>
                <a:cs typeface="Arial MT"/>
              </a:rPr>
              <a:t>target</a:t>
            </a:r>
            <a:r>
              <a:rPr sz="1800" spc="-15" dirty="0">
                <a:solidFill>
                  <a:srgbClr val="FFFFFF"/>
                </a:solidFill>
                <a:latin typeface="Arial MT"/>
                <a:cs typeface="Arial MT"/>
              </a:rPr>
              <a:t> </a:t>
            </a:r>
            <a:r>
              <a:rPr sz="1800" spc="-10" dirty="0">
                <a:solidFill>
                  <a:srgbClr val="FFFFFF"/>
                </a:solidFill>
                <a:latin typeface="Arial MT"/>
                <a:cs typeface="Arial MT"/>
              </a:rPr>
              <a:t>branch.</a:t>
            </a:r>
            <a:endParaRPr sz="1800">
              <a:latin typeface="Arial MT"/>
              <a:cs typeface="Arial MT"/>
            </a:endParaRPr>
          </a:p>
          <a:p>
            <a:pPr>
              <a:lnSpc>
                <a:spcPct val="100000"/>
              </a:lnSpc>
              <a:spcBef>
                <a:spcPts val="90"/>
              </a:spcBef>
            </a:pPr>
            <a:endParaRPr sz="1800">
              <a:latin typeface="Arial MT"/>
              <a:cs typeface="Arial MT"/>
            </a:endParaRPr>
          </a:p>
          <a:p>
            <a:pPr marL="12700">
              <a:lnSpc>
                <a:spcPct val="100000"/>
              </a:lnSpc>
            </a:pPr>
            <a:r>
              <a:rPr sz="1800" b="1" spc="-10" dirty="0">
                <a:solidFill>
                  <a:srgbClr val="FFFFFF"/>
                </a:solidFill>
                <a:latin typeface="Arial"/>
                <a:cs typeface="Arial"/>
              </a:rPr>
              <a:t>======:</a:t>
            </a:r>
            <a:endParaRPr sz="1800">
              <a:latin typeface="Arial"/>
              <a:cs typeface="Arial"/>
            </a:endParaRPr>
          </a:p>
          <a:p>
            <a:pPr marL="12700">
              <a:lnSpc>
                <a:spcPct val="100000"/>
              </a:lnSpc>
            </a:pPr>
            <a:r>
              <a:rPr sz="1800" dirty="0">
                <a:solidFill>
                  <a:srgbClr val="FFFFFF"/>
                </a:solidFill>
                <a:latin typeface="Arial MT"/>
                <a:cs typeface="Arial MT"/>
              </a:rPr>
              <a:t>Separator</a:t>
            </a:r>
            <a:r>
              <a:rPr sz="1800" spc="-30" dirty="0">
                <a:solidFill>
                  <a:srgbClr val="FFFFFF"/>
                </a:solidFill>
                <a:latin typeface="Arial MT"/>
                <a:cs typeface="Arial MT"/>
              </a:rPr>
              <a:t> </a:t>
            </a:r>
            <a:r>
              <a:rPr sz="1800" dirty="0">
                <a:solidFill>
                  <a:srgbClr val="FFFFFF"/>
                </a:solidFill>
                <a:latin typeface="Arial MT"/>
                <a:cs typeface="Arial MT"/>
              </a:rPr>
              <a:t>between</a:t>
            </a:r>
            <a:r>
              <a:rPr sz="1800" spc="-25" dirty="0">
                <a:solidFill>
                  <a:srgbClr val="FFFFFF"/>
                </a:solidFill>
                <a:latin typeface="Arial MT"/>
                <a:cs typeface="Arial MT"/>
              </a:rPr>
              <a:t> </a:t>
            </a:r>
            <a:r>
              <a:rPr sz="1800" dirty="0">
                <a:solidFill>
                  <a:srgbClr val="FFFFFF"/>
                </a:solidFill>
                <a:latin typeface="Arial MT"/>
                <a:cs typeface="Arial MT"/>
              </a:rPr>
              <a:t>the</a:t>
            </a:r>
            <a:r>
              <a:rPr sz="1800" spc="-30" dirty="0">
                <a:solidFill>
                  <a:srgbClr val="FFFFFF"/>
                </a:solidFill>
                <a:latin typeface="Arial MT"/>
                <a:cs typeface="Arial MT"/>
              </a:rPr>
              <a:t> </a:t>
            </a:r>
            <a:r>
              <a:rPr sz="1800" dirty="0">
                <a:solidFill>
                  <a:srgbClr val="FFFFFF"/>
                </a:solidFill>
                <a:latin typeface="Arial MT"/>
                <a:cs typeface="Arial MT"/>
              </a:rPr>
              <a:t>conflicting</a:t>
            </a:r>
            <a:r>
              <a:rPr sz="1800" spc="-25" dirty="0">
                <a:solidFill>
                  <a:srgbClr val="FFFFFF"/>
                </a:solidFill>
                <a:latin typeface="Arial MT"/>
                <a:cs typeface="Arial MT"/>
              </a:rPr>
              <a:t> </a:t>
            </a:r>
            <a:r>
              <a:rPr sz="1800" spc="-10" dirty="0">
                <a:solidFill>
                  <a:srgbClr val="FFFFFF"/>
                </a:solidFill>
                <a:latin typeface="Arial MT"/>
                <a:cs typeface="Arial MT"/>
              </a:rPr>
              <a:t>change</a:t>
            </a:r>
            <a:endParaRPr sz="1800">
              <a:latin typeface="Arial MT"/>
              <a:cs typeface="Arial MT"/>
            </a:endParaRPr>
          </a:p>
          <a:p>
            <a:pPr>
              <a:lnSpc>
                <a:spcPct val="100000"/>
              </a:lnSpc>
              <a:spcBef>
                <a:spcPts val="90"/>
              </a:spcBef>
            </a:pPr>
            <a:endParaRPr sz="1800">
              <a:latin typeface="Arial MT"/>
              <a:cs typeface="Arial MT"/>
            </a:endParaRPr>
          </a:p>
          <a:p>
            <a:pPr marL="12700">
              <a:lnSpc>
                <a:spcPct val="100000"/>
              </a:lnSpc>
            </a:pPr>
            <a:r>
              <a:rPr sz="1800" b="1" dirty="0">
                <a:solidFill>
                  <a:srgbClr val="FFFFFF"/>
                </a:solidFill>
                <a:latin typeface="Arial"/>
                <a:cs typeface="Arial"/>
              </a:rPr>
              <a:t>&gt;&gt;&gt;&gt;&gt;&gt;&gt;&gt; </a:t>
            </a:r>
            <a:r>
              <a:rPr sz="1800" b="1" spc="-10" dirty="0">
                <a:solidFill>
                  <a:srgbClr val="FFFFFF"/>
                </a:solidFill>
                <a:latin typeface="Arial"/>
                <a:cs typeface="Arial"/>
              </a:rPr>
              <a:t>feature-branch</a:t>
            </a:r>
            <a:endParaRPr sz="1800">
              <a:latin typeface="Arial"/>
              <a:cs typeface="Arial"/>
            </a:endParaRPr>
          </a:p>
          <a:p>
            <a:pPr marL="12700" marR="15240">
              <a:lnSpc>
                <a:spcPct val="100000"/>
              </a:lnSpc>
            </a:pPr>
            <a:r>
              <a:rPr sz="1800" dirty="0">
                <a:solidFill>
                  <a:srgbClr val="FFFFFF"/>
                </a:solidFill>
                <a:latin typeface="Arial MT"/>
                <a:cs typeface="Arial MT"/>
              </a:rPr>
              <a:t>The</a:t>
            </a:r>
            <a:r>
              <a:rPr sz="1800" spc="-30" dirty="0">
                <a:solidFill>
                  <a:srgbClr val="FFFFFF"/>
                </a:solidFill>
                <a:latin typeface="Arial MT"/>
                <a:cs typeface="Arial MT"/>
              </a:rPr>
              <a:t> </a:t>
            </a:r>
            <a:r>
              <a:rPr sz="1800" dirty="0">
                <a:solidFill>
                  <a:srgbClr val="FFFFFF"/>
                </a:solidFill>
                <a:latin typeface="Arial MT"/>
                <a:cs typeface="Arial MT"/>
              </a:rPr>
              <a:t>changes</a:t>
            </a:r>
            <a:r>
              <a:rPr sz="1800" spc="-15" dirty="0">
                <a:solidFill>
                  <a:srgbClr val="FFFFFF"/>
                </a:solidFill>
                <a:latin typeface="Arial MT"/>
                <a:cs typeface="Arial MT"/>
              </a:rPr>
              <a:t> </a:t>
            </a:r>
            <a:r>
              <a:rPr sz="1800" dirty="0">
                <a:solidFill>
                  <a:srgbClr val="FFFFFF"/>
                </a:solidFill>
                <a:latin typeface="Arial MT"/>
                <a:cs typeface="Arial MT"/>
              </a:rPr>
              <a:t>from</a:t>
            </a:r>
            <a:r>
              <a:rPr sz="1800" spc="-15" dirty="0">
                <a:solidFill>
                  <a:srgbClr val="FFFFFF"/>
                </a:solidFill>
                <a:latin typeface="Arial MT"/>
                <a:cs typeface="Arial MT"/>
              </a:rPr>
              <a:t> </a:t>
            </a:r>
            <a:r>
              <a:rPr sz="1800" dirty="0">
                <a:solidFill>
                  <a:srgbClr val="FFFFFF"/>
                </a:solidFill>
                <a:latin typeface="Arial MT"/>
                <a:cs typeface="Arial MT"/>
              </a:rPr>
              <a:t>the</a:t>
            </a:r>
            <a:r>
              <a:rPr sz="1800" spc="-15" dirty="0">
                <a:solidFill>
                  <a:srgbClr val="FFFFFF"/>
                </a:solidFill>
                <a:latin typeface="Arial MT"/>
                <a:cs typeface="Arial MT"/>
              </a:rPr>
              <a:t> </a:t>
            </a:r>
            <a:r>
              <a:rPr sz="1800" dirty="0">
                <a:solidFill>
                  <a:srgbClr val="FFFFFF"/>
                </a:solidFill>
                <a:latin typeface="Arial MT"/>
                <a:cs typeface="Arial MT"/>
              </a:rPr>
              <a:t>branch</a:t>
            </a:r>
            <a:r>
              <a:rPr sz="1800" spc="-15" dirty="0">
                <a:solidFill>
                  <a:srgbClr val="FFFFFF"/>
                </a:solidFill>
                <a:latin typeface="Arial MT"/>
                <a:cs typeface="Arial MT"/>
              </a:rPr>
              <a:t> </a:t>
            </a:r>
            <a:r>
              <a:rPr sz="1800" dirty="0">
                <a:solidFill>
                  <a:srgbClr val="FFFFFF"/>
                </a:solidFill>
                <a:latin typeface="Arial MT"/>
                <a:cs typeface="Arial MT"/>
              </a:rPr>
              <a:t>you</a:t>
            </a:r>
            <a:r>
              <a:rPr sz="1800" spc="-15" dirty="0">
                <a:solidFill>
                  <a:srgbClr val="FFFFFF"/>
                </a:solidFill>
                <a:latin typeface="Arial MT"/>
                <a:cs typeface="Arial MT"/>
              </a:rPr>
              <a:t> </a:t>
            </a:r>
            <a:r>
              <a:rPr sz="1800" dirty="0">
                <a:solidFill>
                  <a:srgbClr val="FFFFFF"/>
                </a:solidFill>
                <a:latin typeface="Arial MT"/>
                <a:cs typeface="Arial MT"/>
              </a:rPr>
              <a:t>are</a:t>
            </a:r>
            <a:r>
              <a:rPr sz="1800" spc="-15" dirty="0">
                <a:solidFill>
                  <a:srgbClr val="FFFFFF"/>
                </a:solidFill>
                <a:latin typeface="Arial MT"/>
                <a:cs typeface="Arial MT"/>
              </a:rPr>
              <a:t> </a:t>
            </a:r>
            <a:r>
              <a:rPr sz="1800" dirty="0">
                <a:solidFill>
                  <a:srgbClr val="FFFFFF"/>
                </a:solidFill>
                <a:latin typeface="Arial MT"/>
                <a:cs typeface="Arial MT"/>
              </a:rPr>
              <a:t>trying</a:t>
            </a:r>
            <a:r>
              <a:rPr sz="1800" spc="-15" dirty="0">
                <a:solidFill>
                  <a:srgbClr val="FFFFFF"/>
                </a:solidFill>
                <a:latin typeface="Arial MT"/>
                <a:cs typeface="Arial MT"/>
              </a:rPr>
              <a:t> </a:t>
            </a:r>
            <a:r>
              <a:rPr sz="1800" dirty="0">
                <a:solidFill>
                  <a:srgbClr val="FFFFFF"/>
                </a:solidFill>
                <a:latin typeface="Arial MT"/>
                <a:cs typeface="Arial MT"/>
              </a:rPr>
              <a:t>to</a:t>
            </a:r>
            <a:r>
              <a:rPr sz="1800" spc="-15" dirty="0">
                <a:solidFill>
                  <a:srgbClr val="FFFFFF"/>
                </a:solidFill>
                <a:latin typeface="Arial MT"/>
                <a:cs typeface="Arial MT"/>
              </a:rPr>
              <a:t> </a:t>
            </a:r>
            <a:r>
              <a:rPr sz="1800" spc="-10" dirty="0">
                <a:solidFill>
                  <a:srgbClr val="FFFFFF"/>
                </a:solidFill>
                <a:latin typeface="Arial MT"/>
                <a:cs typeface="Arial MT"/>
              </a:rPr>
              <a:t>marge </a:t>
            </a:r>
            <a:r>
              <a:rPr sz="1800" dirty="0">
                <a:solidFill>
                  <a:srgbClr val="FFFFFF"/>
                </a:solidFill>
                <a:latin typeface="Arial MT"/>
                <a:cs typeface="Arial MT"/>
              </a:rPr>
              <a:t>with</a:t>
            </a:r>
            <a:r>
              <a:rPr sz="1800" spc="-25" dirty="0">
                <a:solidFill>
                  <a:srgbClr val="FFFFFF"/>
                </a:solidFill>
                <a:latin typeface="Arial MT"/>
                <a:cs typeface="Arial MT"/>
              </a:rPr>
              <a:t> </a:t>
            </a:r>
            <a:r>
              <a:rPr sz="1800" dirty="0">
                <a:solidFill>
                  <a:srgbClr val="FFFFFF"/>
                </a:solidFill>
                <a:latin typeface="Arial MT"/>
                <a:cs typeface="Arial MT"/>
              </a:rPr>
              <a:t>the</a:t>
            </a:r>
            <a:r>
              <a:rPr sz="1800" spc="-20" dirty="0">
                <a:solidFill>
                  <a:srgbClr val="FFFFFF"/>
                </a:solidFill>
                <a:latin typeface="Arial MT"/>
                <a:cs typeface="Arial MT"/>
              </a:rPr>
              <a:t> </a:t>
            </a:r>
            <a:r>
              <a:rPr sz="1800" dirty="0">
                <a:solidFill>
                  <a:srgbClr val="FFFFFF"/>
                </a:solidFill>
                <a:latin typeface="Arial MT"/>
                <a:cs typeface="Arial MT"/>
              </a:rPr>
              <a:t>target</a:t>
            </a:r>
            <a:r>
              <a:rPr sz="1800" spc="-20" dirty="0">
                <a:solidFill>
                  <a:srgbClr val="FFFFFF"/>
                </a:solidFill>
                <a:latin typeface="Arial MT"/>
                <a:cs typeface="Arial MT"/>
              </a:rPr>
              <a:t> </a:t>
            </a:r>
            <a:r>
              <a:rPr sz="1800" spc="-10" dirty="0">
                <a:solidFill>
                  <a:srgbClr val="FFFFFF"/>
                </a:solidFill>
                <a:latin typeface="Arial MT"/>
                <a:cs typeface="Arial MT"/>
              </a:rPr>
              <a:t>branch</a:t>
            </a:r>
            <a:endParaRPr sz="1800">
              <a:latin typeface="Arial MT"/>
              <a:cs typeface="Arial MT"/>
            </a:endParaRPr>
          </a:p>
        </p:txBody>
      </p:sp>
      <p:sp>
        <p:nvSpPr>
          <p:cNvPr id="15" name="object 15"/>
          <p:cNvSpPr/>
          <p:nvPr/>
        </p:nvSpPr>
        <p:spPr>
          <a:xfrm>
            <a:off x="1212360" y="6521285"/>
            <a:ext cx="4076700" cy="1980564"/>
          </a:xfrm>
          <a:custGeom>
            <a:avLst/>
            <a:gdLst/>
            <a:ahLst/>
            <a:cxnLst/>
            <a:rect l="l" t="t" r="r" b="b"/>
            <a:pathLst>
              <a:path w="4076700" h="1980565">
                <a:moveTo>
                  <a:pt x="0" y="330033"/>
                </a:moveTo>
                <a:lnTo>
                  <a:pt x="3578" y="281263"/>
                </a:lnTo>
                <a:lnTo>
                  <a:pt x="13973" y="234715"/>
                </a:lnTo>
                <a:lnTo>
                  <a:pt x="30674" y="190899"/>
                </a:lnTo>
                <a:lnTo>
                  <a:pt x="53170" y="150326"/>
                </a:lnTo>
                <a:lnTo>
                  <a:pt x="80951" y="113507"/>
                </a:lnTo>
                <a:lnTo>
                  <a:pt x="113507" y="80951"/>
                </a:lnTo>
                <a:lnTo>
                  <a:pt x="150326" y="53170"/>
                </a:lnTo>
                <a:lnTo>
                  <a:pt x="190899" y="30674"/>
                </a:lnTo>
                <a:lnTo>
                  <a:pt x="234715" y="13973"/>
                </a:lnTo>
                <a:lnTo>
                  <a:pt x="281263" y="3578"/>
                </a:lnTo>
                <a:lnTo>
                  <a:pt x="330033" y="0"/>
                </a:lnTo>
                <a:lnTo>
                  <a:pt x="3746297" y="0"/>
                </a:lnTo>
                <a:lnTo>
                  <a:pt x="3798237" y="4111"/>
                </a:lnTo>
                <a:lnTo>
                  <a:pt x="3848431" y="16200"/>
                </a:lnTo>
                <a:lnTo>
                  <a:pt x="3895991" y="35900"/>
                </a:lnTo>
                <a:lnTo>
                  <a:pt x="3940031" y="62844"/>
                </a:lnTo>
                <a:lnTo>
                  <a:pt x="3979666" y="96664"/>
                </a:lnTo>
                <a:lnTo>
                  <a:pt x="4013486" y="136299"/>
                </a:lnTo>
                <a:lnTo>
                  <a:pt x="4040430" y="180339"/>
                </a:lnTo>
                <a:lnTo>
                  <a:pt x="4060130" y="227899"/>
                </a:lnTo>
                <a:lnTo>
                  <a:pt x="4072219" y="278093"/>
                </a:lnTo>
                <a:lnTo>
                  <a:pt x="4076331" y="330033"/>
                </a:lnTo>
                <a:lnTo>
                  <a:pt x="4076331" y="1650128"/>
                </a:lnTo>
                <a:lnTo>
                  <a:pt x="4072752" y="1698898"/>
                </a:lnTo>
                <a:lnTo>
                  <a:pt x="4062357" y="1745447"/>
                </a:lnTo>
                <a:lnTo>
                  <a:pt x="4045657" y="1789262"/>
                </a:lnTo>
                <a:lnTo>
                  <a:pt x="4023160" y="1829835"/>
                </a:lnTo>
                <a:lnTo>
                  <a:pt x="3995379" y="1866655"/>
                </a:lnTo>
                <a:lnTo>
                  <a:pt x="3962823" y="1899211"/>
                </a:lnTo>
                <a:lnTo>
                  <a:pt x="3926004" y="1926992"/>
                </a:lnTo>
                <a:lnTo>
                  <a:pt x="3885431" y="1949488"/>
                </a:lnTo>
                <a:lnTo>
                  <a:pt x="3841615" y="1966189"/>
                </a:lnTo>
                <a:lnTo>
                  <a:pt x="3795067" y="1976584"/>
                </a:lnTo>
                <a:lnTo>
                  <a:pt x="3746297" y="1980163"/>
                </a:lnTo>
                <a:lnTo>
                  <a:pt x="330033" y="1980163"/>
                </a:lnTo>
                <a:lnTo>
                  <a:pt x="281263" y="1976584"/>
                </a:lnTo>
                <a:lnTo>
                  <a:pt x="234715" y="1966189"/>
                </a:lnTo>
                <a:lnTo>
                  <a:pt x="190899" y="1949488"/>
                </a:lnTo>
                <a:lnTo>
                  <a:pt x="150326" y="1926992"/>
                </a:lnTo>
                <a:lnTo>
                  <a:pt x="113507" y="1899211"/>
                </a:lnTo>
                <a:lnTo>
                  <a:pt x="80951" y="1866655"/>
                </a:lnTo>
                <a:lnTo>
                  <a:pt x="53170" y="1829835"/>
                </a:lnTo>
                <a:lnTo>
                  <a:pt x="30674" y="1789262"/>
                </a:lnTo>
                <a:lnTo>
                  <a:pt x="13973" y="1745447"/>
                </a:lnTo>
                <a:lnTo>
                  <a:pt x="3578" y="1698898"/>
                </a:lnTo>
                <a:lnTo>
                  <a:pt x="0" y="1650128"/>
                </a:lnTo>
                <a:lnTo>
                  <a:pt x="0" y="330033"/>
                </a:lnTo>
                <a:close/>
              </a:path>
            </a:pathLst>
          </a:custGeom>
          <a:ln w="38099">
            <a:solidFill>
              <a:srgbClr val="C82506"/>
            </a:solidFill>
          </a:ln>
        </p:spPr>
        <p:txBody>
          <a:bodyPr wrap="square" lIns="0" tIns="0" rIns="0" bIns="0" rtlCol="0"/>
          <a:lstStyle/>
          <a:p>
            <a:endParaRPr/>
          </a:p>
        </p:txBody>
      </p:sp>
      <p:sp>
        <p:nvSpPr>
          <p:cNvPr id="16" name="object 16"/>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48</a:t>
            </a:fld>
            <a:endParaRPr spc="-25"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11892" y="516491"/>
            <a:ext cx="11180445" cy="8486140"/>
            <a:chOff x="411892" y="516491"/>
            <a:chExt cx="11180445" cy="8486140"/>
          </a:xfrm>
        </p:grpSpPr>
        <p:pic>
          <p:nvPicPr>
            <p:cNvPr id="3" name="object 3"/>
            <p:cNvPicPr/>
            <p:nvPr/>
          </p:nvPicPr>
          <p:blipFill>
            <a:blip r:embed="rId2" cstate="print"/>
            <a:stretch>
              <a:fillRect/>
            </a:stretch>
          </p:blipFill>
          <p:spPr>
            <a:xfrm>
              <a:off x="411892" y="516491"/>
              <a:ext cx="9545382" cy="7039956"/>
            </a:xfrm>
            <a:prstGeom prst="rect">
              <a:avLst/>
            </a:prstGeom>
          </p:spPr>
        </p:pic>
        <p:pic>
          <p:nvPicPr>
            <p:cNvPr id="4" name="object 4"/>
            <p:cNvPicPr/>
            <p:nvPr/>
          </p:nvPicPr>
          <p:blipFill>
            <a:blip r:embed="rId3" cstate="print"/>
            <a:stretch>
              <a:fillRect/>
            </a:stretch>
          </p:blipFill>
          <p:spPr>
            <a:xfrm>
              <a:off x="828018" y="4454726"/>
              <a:ext cx="9735081" cy="4547426"/>
            </a:xfrm>
            <a:prstGeom prst="rect">
              <a:avLst/>
            </a:prstGeom>
          </p:spPr>
        </p:pic>
        <p:sp>
          <p:nvSpPr>
            <p:cNvPr id="5" name="object 5"/>
            <p:cNvSpPr/>
            <p:nvPr/>
          </p:nvSpPr>
          <p:spPr>
            <a:xfrm>
              <a:off x="6070079" y="6010769"/>
              <a:ext cx="5522595" cy="936625"/>
            </a:xfrm>
            <a:custGeom>
              <a:avLst/>
              <a:gdLst/>
              <a:ahLst/>
              <a:cxnLst/>
              <a:rect l="l" t="t" r="r" b="b"/>
              <a:pathLst>
                <a:path w="5522595" h="936625">
                  <a:moveTo>
                    <a:pt x="5522252" y="105308"/>
                  </a:moveTo>
                  <a:lnTo>
                    <a:pt x="5514238" y="65011"/>
                  </a:lnTo>
                  <a:lnTo>
                    <a:pt x="5491416" y="30848"/>
                  </a:lnTo>
                  <a:lnTo>
                    <a:pt x="5457253" y="8013"/>
                  </a:lnTo>
                  <a:lnTo>
                    <a:pt x="5416943" y="0"/>
                  </a:lnTo>
                  <a:lnTo>
                    <a:pt x="1140739" y="0"/>
                  </a:lnTo>
                  <a:lnTo>
                    <a:pt x="1099743" y="8280"/>
                  </a:lnTo>
                  <a:lnTo>
                    <a:pt x="1066266" y="30848"/>
                  </a:lnTo>
                  <a:lnTo>
                    <a:pt x="1043698" y="64325"/>
                  </a:lnTo>
                  <a:lnTo>
                    <a:pt x="1035431" y="105308"/>
                  </a:lnTo>
                  <a:lnTo>
                    <a:pt x="1035431" y="368579"/>
                  </a:lnTo>
                  <a:lnTo>
                    <a:pt x="0" y="605332"/>
                  </a:lnTo>
                  <a:lnTo>
                    <a:pt x="1035431" y="526542"/>
                  </a:lnTo>
                  <a:lnTo>
                    <a:pt x="1043698" y="567537"/>
                  </a:lnTo>
                  <a:lnTo>
                    <a:pt x="1066266" y="601002"/>
                  </a:lnTo>
                  <a:lnTo>
                    <a:pt x="1099743" y="623570"/>
                  </a:lnTo>
                  <a:lnTo>
                    <a:pt x="1140739" y="631850"/>
                  </a:lnTo>
                  <a:lnTo>
                    <a:pt x="1536966" y="631850"/>
                  </a:lnTo>
                  <a:lnTo>
                    <a:pt x="1458468" y="936434"/>
                  </a:lnTo>
                  <a:lnTo>
                    <a:pt x="1678660" y="631850"/>
                  </a:lnTo>
                  <a:lnTo>
                    <a:pt x="5416943" y="631850"/>
                  </a:lnTo>
                  <a:lnTo>
                    <a:pt x="5457939" y="623570"/>
                  </a:lnTo>
                  <a:lnTo>
                    <a:pt x="5491416" y="601002"/>
                  </a:lnTo>
                  <a:lnTo>
                    <a:pt x="5513984" y="567537"/>
                  </a:lnTo>
                  <a:lnTo>
                    <a:pt x="5522252" y="526542"/>
                  </a:lnTo>
                  <a:lnTo>
                    <a:pt x="5522252" y="105308"/>
                  </a:lnTo>
                  <a:close/>
                </a:path>
              </a:pathLst>
            </a:custGeom>
            <a:solidFill>
              <a:srgbClr val="C82506"/>
            </a:solidFill>
          </p:spPr>
          <p:txBody>
            <a:bodyPr wrap="square" lIns="0" tIns="0" rIns="0" bIns="0" rtlCol="0"/>
            <a:lstStyle/>
            <a:p>
              <a:endParaRPr/>
            </a:p>
          </p:txBody>
        </p:sp>
      </p:grpSp>
      <p:sp>
        <p:nvSpPr>
          <p:cNvPr id="6" name="object 6"/>
          <p:cNvSpPr txBox="1"/>
          <p:nvPr/>
        </p:nvSpPr>
        <p:spPr>
          <a:xfrm>
            <a:off x="7209381" y="6151431"/>
            <a:ext cx="2959735"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FFFFFF"/>
                </a:solidFill>
                <a:latin typeface="Arial MT"/>
                <a:cs typeface="Arial MT"/>
              </a:rPr>
              <a:t>15.</a:t>
            </a:r>
            <a:r>
              <a:rPr sz="2000" spc="-140" dirty="0">
                <a:solidFill>
                  <a:srgbClr val="FFFFFF"/>
                </a:solidFill>
                <a:latin typeface="Arial MT"/>
                <a:cs typeface="Arial MT"/>
              </a:rPr>
              <a:t> </a:t>
            </a:r>
            <a:r>
              <a:rPr sz="2000" dirty="0">
                <a:solidFill>
                  <a:srgbClr val="FFFFFF"/>
                </a:solidFill>
                <a:latin typeface="Arial MT"/>
                <a:cs typeface="Arial MT"/>
              </a:rPr>
              <a:t>Add</a:t>
            </a:r>
            <a:r>
              <a:rPr sz="2000" spc="-40" dirty="0">
                <a:solidFill>
                  <a:srgbClr val="FFFFFF"/>
                </a:solidFill>
                <a:latin typeface="Arial MT"/>
                <a:cs typeface="Arial MT"/>
              </a:rPr>
              <a:t> </a:t>
            </a:r>
            <a:r>
              <a:rPr sz="2000" dirty="0">
                <a:solidFill>
                  <a:srgbClr val="FFFFFF"/>
                </a:solidFill>
                <a:latin typeface="Arial MT"/>
                <a:cs typeface="Arial MT"/>
              </a:rPr>
              <a:t>and</a:t>
            </a:r>
            <a:r>
              <a:rPr sz="2000" spc="-40" dirty="0">
                <a:solidFill>
                  <a:srgbClr val="FFFFFF"/>
                </a:solidFill>
                <a:latin typeface="Arial MT"/>
                <a:cs typeface="Arial MT"/>
              </a:rPr>
              <a:t> </a:t>
            </a:r>
            <a:r>
              <a:rPr sz="2000" dirty="0">
                <a:solidFill>
                  <a:srgbClr val="FFFFFF"/>
                </a:solidFill>
                <a:latin typeface="Arial MT"/>
                <a:cs typeface="Arial MT"/>
              </a:rPr>
              <a:t>commit</a:t>
            </a:r>
            <a:r>
              <a:rPr sz="2000" spc="-35" dirty="0">
                <a:solidFill>
                  <a:srgbClr val="FFFFFF"/>
                </a:solidFill>
                <a:latin typeface="Arial MT"/>
                <a:cs typeface="Arial MT"/>
              </a:rPr>
              <a:t> </a:t>
            </a:r>
            <a:r>
              <a:rPr sz="2000" spc="-10" dirty="0">
                <a:solidFill>
                  <a:srgbClr val="FFFFFF"/>
                </a:solidFill>
                <a:latin typeface="Arial MT"/>
                <a:cs typeface="Arial MT"/>
              </a:rPr>
              <a:t>again</a:t>
            </a:r>
            <a:endParaRPr sz="2000">
              <a:latin typeface="Arial MT"/>
              <a:cs typeface="Arial MT"/>
            </a:endParaRPr>
          </a:p>
        </p:txBody>
      </p:sp>
      <p:sp>
        <p:nvSpPr>
          <p:cNvPr id="7" name="object 7"/>
          <p:cNvSpPr/>
          <p:nvPr/>
        </p:nvSpPr>
        <p:spPr>
          <a:xfrm>
            <a:off x="6190497" y="1993302"/>
            <a:ext cx="6313170" cy="1750060"/>
          </a:xfrm>
          <a:custGeom>
            <a:avLst/>
            <a:gdLst/>
            <a:ahLst/>
            <a:cxnLst/>
            <a:rect l="l" t="t" r="r" b="b"/>
            <a:pathLst>
              <a:path w="6313170" h="1750060">
                <a:moveTo>
                  <a:pt x="6021515" y="1749529"/>
                </a:moveTo>
                <a:lnTo>
                  <a:pt x="2117862" y="1749529"/>
                </a:lnTo>
                <a:lnTo>
                  <a:pt x="2070565" y="1745713"/>
                </a:lnTo>
                <a:lnTo>
                  <a:pt x="2025697" y="1734664"/>
                </a:lnTo>
                <a:lnTo>
                  <a:pt x="1983860" y="1716983"/>
                </a:lnTo>
                <a:lnTo>
                  <a:pt x="1945654" y="1693270"/>
                </a:lnTo>
                <a:lnTo>
                  <a:pt x="1911678" y="1664125"/>
                </a:lnTo>
                <a:lnTo>
                  <a:pt x="1882533" y="1630149"/>
                </a:lnTo>
                <a:lnTo>
                  <a:pt x="1858820" y="1591943"/>
                </a:lnTo>
                <a:lnTo>
                  <a:pt x="1841139" y="1550106"/>
                </a:lnTo>
                <a:lnTo>
                  <a:pt x="1830090" y="1505238"/>
                </a:lnTo>
                <a:lnTo>
                  <a:pt x="1826274" y="1457941"/>
                </a:lnTo>
                <a:lnTo>
                  <a:pt x="0" y="1091216"/>
                </a:lnTo>
                <a:lnTo>
                  <a:pt x="1826274" y="1020559"/>
                </a:lnTo>
                <a:lnTo>
                  <a:pt x="1826274" y="291588"/>
                </a:lnTo>
                <a:lnTo>
                  <a:pt x="1829977" y="245698"/>
                </a:lnTo>
                <a:lnTo>
                  <a:pt x="1841139" y="199423"/>
                </a:lnTo>
                <a:lnTo>
                  <a:pt x="1858820" y="157586"/>
                </a:lnTo>
                <a:lnTo>
                  <a:pt x="1882533" y="119380"/>
                </a:lnTo>
                <a:lnTo>
                  <a:pt x="1911678" y="85404"/>
                </a:lnTo>
                <a:lnTo>
                  <a:pt x="1945654" y="56259"/>
                </a:lnTo>
                <a:lnTo>
                  <a:pt x="1983860" y="32546"/>
                </a:lnTo>
                <a:lnTo>
                  <a:pt x="2025697" y="14865"/>
                </a:lnTo>
                <a:lnTo>
                  <a:pt x="2070565" y="3816"/>
                </a:lnTo>
                <a:lnTo>
                  <a:pt x="2117862" y="0"/>
                </a:lnTo>
                <a:lnTo>
                  <a:pt x="6021515" y="0"/>
                </a:lnTo>
                <a:lnTo>
                  <a:pt x="6067405" y="3632"/>
                </a:lnTo>
                <a:lnTo>
                  <a:pt x="6111752" y="14313"/>
                </a:lnTo>
                <a:lnTo>
                  <a:pt x="6153772" y="31718"/>
                </a:lnTo>
                <a:lnTo>
                  <a:pt x="6192682" y="55523"/>
                </a:lnTo>
                <a:lnTo>
                  <a:pt x="6227699" y="85404"/>
                </a:lnTo>
                <a:lnTo>
                  <a:pt x="6257580" y="120421"/>
                </a:lnTo>
                <a:lnTo>
                  <a:pt x="6281385" y="159332"/>
                </a:lnTo>
                <a:lnTo>
                  <a:pt x="6298791" y="201352"/>
                </a:lnTo>
                <a:lnTo>
                  <a:pt x="6309472" y="245698"/>
                </a:lnTo>
                <a:lnTo>
                  <a:pt x="6313104" y="291588"/>
                </a:lnTo>
                <a:lnTo>
                  <a:pt x="6313104" y="1457941"/>
                </a:lnTo>
                <a:lnTo>
                  <a:pt x="6309288" y="1505238"/>
                </a:lnTo>
                <a:lnTo>
                  <a:pt x="6298239" y="1550106"/>
                </a:lnTo>
                <a:lnTo>
                  <a:pt x="6280558" y="1591943"/>
                </a:lnTo>
                <a:lnTo>
                  <a:pt x="6256844" y="1630149"/>
                </a:lnTo>
                <a:lnTo>
                  <a:pt x="6227700" y="1664125"/>
                </a:lnTo>
                <a:lnTo>
                  <a:pt x="6193724" y="1693270"/>
                </a:lnTo>
                <a:lnTo>
                  <a:pt x="6155517" y="1716983"/>
                </a:lnTo>
                <a:lnTo>
                  <a:pt x="6113680" y="1734664"/>
                </a:lnTo>
                <a:lnTo>
                  <a:pt x="6068812" y="1745713"/>
                </a:lnTo>
                <a:lnTo>
                  <a:pt x="6021515" y="1749529"/>
                </a:lnTo>
                <a:close/>
              </a:path>
            </a:pathLst>
          </a:custGeom>
          <a:solidFill>
            <a:srgbClr val="C82506"/>
          </a:solidFill>
        </p:spPr>
        <p:txBody>
          <a:bodyPr wrap="square" lIns="0" tIns="0" rIns="0" bIns="0" rtlCol="0"/>
          <a:lstStyle/>
          <a:p>
            <a:endParaRPr/>
          </a:p>
        </p:txBody>
      </p:sp>
      <p:sp>
        <p:nvSpPr>
          <p:cNvPr id="8" name="object 8"/>
          <p:cNvSpPr txBox="1"/>
          <p:nvPr/>
        </p:nvSpPr>
        <p:spPr>
          <a:xfrm>
            <a:off x="8175200" y="2235607"/>
            <a:ext cx="4058920" cy="1244600"/>
          </a:xfrm>
          <a:prstGeom prst="rect">
            <a:avLst/>
          </a:prstGeom>
        </p:spPr>
        <p:txBody>
          <a:bodyPr vert="horz" wrap="square" lIns="0" tIns="12700" rIns="0" bIns="0" rtlCol="0">
            <a:spAutoFit/>
          </a:bodyPr>
          <a:lstStyle/>
          <a:p>
            <a:pPr marL="12700" marR="5080">
              <a:lnSpc>
                <a:spcPct val="100000"/>
              </a:lnSpc>
              <a:spcBef>
                <a:spcPts val="100"/>
              </a:spcBef>
            </a:pPr>
            <a:r>
              <a:rPr sz="2000" dirty="0">
                <a:solidFill>
                  <a:srgbClr val="FFFFFF"/>
                </a:solidFill>
                <a:latin typeface="Arial MT"/>
                <a:cs typeface="Arial MT"/>
              </a:rPr>
              <a:t>14.</a:t>
            </a:r>
            <a:r>
              <a:rPr sz="2000" spc="-60" dirty="0">
                <a:solidFill>
                  <a:srgbClr val="FFFFFF"/>
                </a:solidFill>
                <a:latin typeface="Arial MT"/>
                <a:cs typeface="Arial MT"/>
              </a:rPr>
              <a:t> </a:t>
            </a:r>
            <a:r>
              <a:rPr sz="2000" dirty="0">
                <a:solidFill>
                  <a:srgbClr val="FFFFFF"/>
                </a:solidFill>
                <a:latin typeface="Arial MT"/>
                <a:cs typeface="Arial MT"/>
              </a:rPr>
              <a:t>Decide</a:t>
            </a:r>
            <a:r>
              <a:rPr sz="2000" spc="-60" dirty="0">
                <a:solidFill>
                  <a:srgbClr val="FFFFFF"/>
                </a:solidFill>
                <a:latin typeface="Arial MT"/>
                <a:cs typeface="Arial MT"/>
              </a:rPr>
              <a:t> </a:t>
            </a:r>
            <a:r>
              <a:rPr sz="2000" dirty="0">
                <a:solidFill>
                  <a:srgbClr val="FFFFFF"/>
                </a:solidFill>
                <a:latin typeface="Arial MT"/>
                <a:cs typeface="Arial MT"/>
              </a:rPr>
              <a:t>which</a:t>
            </a:r>
            <a:r>
              <a:rPr sz="2000" spc="-60" dirty="0">
                <a:solidFill>
                  <a:srgbClr val="FFFFFF"/>
                </a:solidFill>
                <a:latin typeface="Arial MT"/>
                <a:cs typeface="Arial MT"/>
              </a:rPr>
              <a:t> </a:t>
            </a:r>
            <a:r>
              <a:rPr sz="2000" dirty="0">
                <a:solidFill>
                  <a:srgbClr val="FFFFFF"/>
                </a:solidFill>
                <a:latin typeface="Arial MT"/>
                <a:cs typeface="Arial MT"/>
              </a:rPr>
              <a:t>version</a:t>
            </a:r>
            <a:r>
              <a:rPr sz="2000" spc="-55" dirty="0">
                <a:solidFill>
                  <a:srgbClr val="FFFFFF"/>
                </a:solidFill>
                <a:latin typeface="Arial MT"/>
                <a:cs typeface="Arial MT"/>
              </a:rPr>
              <a:t> </a:t>
            </a:r>
            <a:r>
              <a:rPr sz="2000" dirty="0">
                <a:solidFill>
                  <a:srgbClr val="FFFFFF"/>
                </a:solidFill>
                <a:latin typeface="Arial MT"/>
                <a:cs typeface="Arial MT"/>
              </a:rPr>
              <a:t>to</a:t>
            </a:r>
            <a:r>
              <a:rPr sz="2000" spc="-60" dirty="0">
                <a:solidFill>
                  <a:srgbClr val="FFFFFF"/>
                </a:solidFill>
                <a:latin typeface="Arial MT"/>
                <a:cs typeface="Arial MT"/>
              </a:rPr>
              <a:t> </a:t>
            </a:r>
            <a:r>
              <a:rPr sz="2000" spc="-20" dirty="0">
                <a:solidFill>
                  <a:srgbClr val="FFFFFF"/>
                </a:solidFill>
                <a:latin typeface="Arial MT"/>
                <a:cs typeface="Arial MT"/>
              </a:rPr>
              <a:t>keep </a:t>
            </a:r>
            <a:r>
              <a:rPr sz="2000" dirty="0">
                <a:solidFill>
                  <a:srgbClr val="FFFFFF"/>
                </a:solidFill>
                <a:latin typeface="Arial MT"/>
                <a:cs typeface="Arial MT"/>
              </a:rPr>
              <a:t>and</a:t>
            </a:r>
            <a:r>
              <a:rPr sz="2000" spc="-45" dirty="0">
                <a:solidFill>
                  <a:srgbClr val="FFFFFF"/>
                </a:solidFill>
                <a:latin typeface="Arial MT"/>
                <a:cs typeface="Arial MT"/>
              </a:rPr>
              <a:t> </a:t>
            </a:r>
            <a:r>
              <a:rPr sz="2000" dirty="0">
                <a:solidFill>
                  <a:srgbClr val="FFFFFF"/>
                </a:solidFill>
                <a:latin typeface="Arial MT"/>
                <a:cs typeface="Arial MT"/>
              </a:rPr>
              <a:t>edit</a:t>
            </a:r>
            <a:r>
              <a:rPr sz="2000" spc="-40" dirty="0">
                <a:solidFill>
                  <a:srgbClr val="FFFFFF"/>
                </a:solidFill>
                <a:latin typeface="Arial MT"/>
                <a:cs typeface="Arial MT"/>
              </a:rPr>
              <a:t> </a:t>
            </a:r>
            <a:r>
              <a:rPr sz="2000" dirty="0">
                <a:solidFill>
                  <a:srgbClr val="FFFFFF"/>
                </a:solidFill>
                <a:latin typeface="Arial MT"/>
                <a:cs typeface="Arial MT"/>
              </a:rPr>
              <a:t>the</a:t>
            </a:r>
            <a:r>
              <a:rPr sz="2000" spc="-40" dirty="0">
                <a:solidFill>
                  <a:srgbClr val="FFFFFF"/>
                </a:solidFill>
                <a:latin typeface="Arial MT"/>
                <a:cs typeface="Arial MT"/>
              </a:rPr>
              <a:t> </a:t>
            </a:r>
            <a:r>
              <a:rPr sz="2000" dirty="0">
                <a:solidFill>
                  <a:srgbClr val="FFFFFF"/>
                </a:solidFill>
                <a:latin typeface="Arial MT"/>
                <a:cs typeface="Arial MT"/>
              </a:rPr>
              <a:t>file</a:t>
            </a:r>
            <a:r>
              <a:rPr sz="2000" spc="-40" dirty="0">
                <a:solidFill>
                  <a:srgbClr val="FFFFFF"/>
                </a:solidFill>
                <a:latin typeface="Arial MT"/>
                <a:cs typeface="Arial MT"/>
              </a:rPr>
              <a:t> </a:t>
            </a:r>
            <a:r>
              <a:rPr sz="2000" dirty="0">
                <a:solidFill>
                  <a:srgbClr val="FFFFFF"/>
                </a:solidFill>
                <a:latin typeface="Arial MT"/>
                <a:cs typeface="Arial MT"/>
              </a:rPr>
              <a:t>to</a:t>
            </a:r>
            <a:r>
              <a:rPr sz="2000" spc="-40" dirty="0">
                <a:solidFill>
                  <a:srgbClr val="FFFFFF"/>
                </a:solidFill>
                <a:latin typeface="Arial MT"/>
                <a:cs typeface="Arial MT"/>
              </a:rPr>
              <a:t> </a:t>
            </a:r>
            <a:r>
              <a:rPr sz="2000" dirty="0">
                <a:solidFill>
                  <a:srgbClr val="FFFFFF"/>
                </a:solidFill>
                <a:latin typeface="Arial MT"/>
                <a:cs typeface="Arial MT"/>
              </a:rPr>
              <a:t>resolve</a:t>
            </a:r>
            <a:r>
              <a:rPr sz="2000" spc="-45" dirty="0">
                <a:solidFill>
                  <a:srgbClr val="FFFFFF"/>
                </a:solidFill>
                <a:latin typeface="Arial MT"/>
                <a:cs typeface="Arial MT"/>
              </a:rPr>
              <a:t> </a:t>
            </a:r>
            <a:r>
              <a:rPr sz="2000" dirty="0">
                <a:solidFill>
                  <a:srgbClr val="FFFFFF"/>
                </a:solidFill>
                <a:latin typeface="Arial MT"/>
                <a:cs typeface="Arial MT"/>
              </a:rPr>
              <a:t>a</a:t>
            </a:r>
            <a:r>
              <a:rPr sz="2000" spc="-40" dirty="0">
                <a:solidFill>
                  <a:srgbClr val="FFFFFF"/>
                </a:solidFill>
                <a:latin typeface="Arial MT"/>
                <a:cs typeface="Arial MT"/>
              </a:rPr>
              <a:t> </a:t>
            </a:r>
            <a:r>
              <a:rPr sz="2000" spc="-20" dirty="0">
                <a:solidFill>
                  <a:srgbClr val="FFFFFF"/>
                </a:solidFill>
                <a:latin typeface="Arial MT"/>
                <a:cs typeface="Arial MT"/>
              </a:rPr>
              <a:t>marge </a:t>
            </a:r>
            <a:r>
              <a:rPr sz="2000" dirty="0">
                <a:solidFill>
                  <a:srgbClr val="FFFFFF"/>
                </a:solidFill>
                <a:latin typeface="Arial MT"/>
                <a:cs typeface="Arial MT"/>
              </a:rPr>
              <a:t>conflict</a:t>
            </a:r>
            <a:r>
              <a:rPr sz="2000" spc="-50" dirty="0">
                <a:solidFill>
                  <a:srgbClr val="FFFFFF"/>
                </a:solidFill>
                <a:latin typeface="Arial MT"/>
                <a:cs typeface="Arial MT"/>
              </a:rPr>
              <a:t> </a:t>
            </a:r>
            <a:r>
              <a:rPr sz="2000" dirty="0">
                <a:solidFill>
                  <a:srgbClr val="FFFFFF"/>
                </a:solidFill>
                <a:latin typeface="Arial MT"/>
                <a:cs typeface="Arial MT"/>
              </a:rPr>
              <a:t>and</a:t>
            </a:r>
            <a:r>
              <a:rPr sz="2000" spc="-35" dirty="0">
                <a:solidFill>
                  <a:srgbClr val="FFFFFF"/>
                </a:solidFill>
                <a:latin typeface="Arial MT"/>
                <a:cs typeface="Arial MT"/>
              </a:rPr>
              <a:t> </a:t>
            </a:r>
            <a:r>
              <a:rPr sz="2000" dirty="0">
                <a:solidFill>
                  <a:srgbClr val="FFFFFF"/>
                </a:solidFill>
                <a:latin typeface="Arial MT"/>
                <a:cs typeface="Arial MT"/>
              </a:rPr>
              <a:t>save</a:t>
            </a:r>
            <a:r>
              <a:rPr sz="2000" spc="-40" dirty="0">
                <a:solidFill>
                  <a:srgbClr val="FFFFFF"/>
                </a:solidFill>
                <a:latin typeface="Arial MT"/>
                <a:cs typeface="Arial MT"/>
              </a:rPr>
              <a:t> </a:t>
            </a:r>
            <a:r>
              <a:rPr sz="2000" dirty="0">
                <a:solidFill>
                  <a:srgbClr val="FFFFFF"/>
                </a:solidFill>
                <a:latin typeface="Arial MT"/>
                <a:cs typeface="Arial MT"/>
              </a:rPr>
              <a:t>the</a:t>
            </a:r>
            <a:r>
              <a:rPr sz="2000" spc="-40" dirty="0">
                <a:solidFill>
                  <a:srgbClr val="FFFFFF"/>
                </a:solidFill>
                <a:latin typeface="Arial MT"/>
                <a:cs typeface="Arial MT"/>
              </a:rPr>
              <a:t> </a:t>
            </a:r>
            <a:r>
              <a:rPr sz="2000" dirty="0">
                <a:solidFill>
                  <a:srgbClr val="FFFFFF"/>
                </a:solidFill>
                <a:latin typeface="Arial MT"/>
                <a:cs typeface="Arial MT"/>
              </a:rPr>
              <a:t>change.</a:t>
            </a:r>
            <a:r>
              <a:rPr sz="2000" spc="-35" dirty="0">
                <a:solidFill>
                  <a:srgbClr val="FFFFFF"/>
                </a:solidFill>
                <a:latin typeface="Arial MT"/>
                <a:cs typeface="Arial MT"/>
              </a:rPr>
              <a:t> </a:t>
            </a:r>
            <a:r>
              <a:rPr sz="2000" dirty="0">
                <a:solidFill>
                  <a:srgbClr val="FFFFFF"/>
                </a:solidFill>
                <a:latin typeface="Arial MT"/>
                <a:cs typeface="Arial MT"/>
              </a:rPr>
              <a:t>In</a:t>
            </a:r>
            <a:r>
              <a:rPr sz="2000" spc="-40" dirty="0">
                <a:solidFill>
                  <a:srgbClr val="FFFFFF"/>
                </a:solidFill>
                <a:latin typeface="Arial MT"/>
                <a:cs typeface="Arial MT"/>
              </a:rPr>
              <a:t> </a:t>
            </a:r>
            <a:r>
              <a:rPr sz="2000" spc="-20" dirty="0">
                <a:solidFill>
                  <a:srgbClr val="FFFFFF"/>
                </a:solidFill>
                <a:latin typeface="Arial MT"/>
                <a:cs typeface="Arial MT"/>
              </a:rPr>
              <a:t>this </a:t>
            </a:r>
            <a:r>
              <a:rPr sz="2000" dirty="0">
                <a:solidFill>
                  <a:srgbClr val="FFFFFF"/>
                </a:solidFill>
                <a:latin typeface="Arial MT"/>
                <a:cs typeface="Arial MT"/>
              </a:rPr>
              <a:t>case</a:t>
            </a:r>
            <a:r>
              <a:rPr sz="2000" spc="-25" dirty="0">
                <a:solidFill>
                  <a:srgbClr val="FFFFFF"/>
                </a:solidFill>
                <a:latin typeface="Arial MT"/>
                <a:cs typeface="Arial MT"/>
              </a:rPr>
              <a:t> </a:t>
            </a:r>
            <a:r>
              <a:rPr sz="2000" dirty="0">
                <a:solidFill>
                  <a:srgbClr val="FFFFFF"/>
                </a:solidFill>
                <a:latin typeface="Arial MT"/>
                <a:cs typeface="Arial MT"/>
              </a:rPr>
              <a:t>I</a:t>
            </a:r>
            <a:r>
              <a:rPr sz="2000" spc="-20" dirty="0">
                <a:solidFill>
                  <a:srgbClr val="FFFFFF"/>
                </a:solidFill>
                <a:latin typeface="Arial MT"/>
                <a:cs typeface="Arial MT"/>
              </a:rPr>
              <a:t> </a:t>
            </a:r>
            <a:r>
              <a:rPr sz="2000" dirty="0">
                <a:solidFill>
                  <a:srgbClr val="FFFFFF"/>
                </a:solidFill>
                <a:latin typeface="Arial MT"/>
                <a:cs typeface="Arial MT"/>
              </a:rPr>
              <a:t>reserve</a:t>
            </a:r>
            <a:r>
              <a:rPr sz="2000" spc="-20" dirty="0">
                <a:solidFill>
                  <a:srgbClr val="FFFFFF"/>
                </a:solidFill>
                <a:latin typeface="Arial MT"/>
                <a:cs typeface="Arial MT"/>
              </a:rPr>
              <a:t> </a:t>
            </a:r>
            <a:r>
              <a:rPr sz="2000" dirty="0">
                <a:solidFill>
                  <a:srgbClr val="FFFFFF"/>
                </a:solidFill>
                <a:latin typeface="Arial MT"/>
                <a:cs typeface="Arial MT"/>
              </a:rPr>
              <a:t>all</a:t>
            </a:r>
            <a:r>
              <a:rPr sz="2000" spc="-20" dirty="0">
                <a:solidFill>
                  <a:srgbClr val="FFFFFF"/>
                </a:solidFill>
                <a:latin typeface="Arial MT"/>
                <a:cs typeface="Arial MT"/>
              </a:rPr>
              <a:t> </a:t>
            </a:r>
            <a:r>
              <a:rPr sz="2000" dirty="0">
                <a:solidFill>
                  <a:srgbClr val="FFFFFF"/>
                </a:solidFill>
                <a:latin typeface="Arial MT"/>
                <a:cs typeface="Arial MT"/>
              </a:rPr>
              <a:t>the</a:t>
            </a:r>
            <a:r>
              <a:rPr sz="2000" spc="-20" dirty="0">
                <a:solidFill>
                  <a:srgbClr val="FFFFFF"/>
                </a:solidFill>
                <a:latin typeface="Arial MT"/>
                <a:cs typeface="Arial MT"/>
              </a:rPr>
              <a:t> </a:t>
            </a:r>
            <a:r>
              <a:rPr sz="2000" spc="-10" dirty="0">
                <a:solidFill>
                  <a:srgbClr val="FFFFFF"/>
                </a:solidFill>
                <a:latin typeface="Arial MT"/>
                <a:cs typeface="Arial MT"/>
              </a:rPr>
              <a:t>version.</a:t>
            </a:r>
            <a:endParaRPr sz="2000">
              <a:latin typeface="Arial MT"/>
              <a:cs typeface="Arial MT"/>
            </a:endParaRPr>
          </a:p>
        </p:txBody>
      </p:sp>
      <p:sp>
        <p:nvSpPr>
          <p:cNvPr id="9" name="object 9"/>
          <p:cNvSpPr/>
          <p:nvPr/>
        </p:nvSpPr>
        <p:spPr>
          <a:xfrm>
            <a:off x="4484598" y="6565556"/>
            <a:ext cx="5880735" cy="719455"/>
          </a:xfrm>
          <a:custGeom>
            <a:avLst/>
            <a:gdLst/>
            <a:ahLst/>
            <a:cxnLst/>
            <a:rect l="l" t="t" r="r" b="b"/>
            <a:pathLst>
              <a:path w="5880734" h="719454">
                <a:moveTo>
                  <a:pt x="45186" y="504256"/>
                </a:moveTo>
                <a:lnTo>
                  <a:pt x="48560" y="487543"/>
                </a:lnTo>
                <a:lnTo>
                  <a:pt x="57762" y="473895"/>
                </a:lnTo>
                <a:lnTo>
                  <a:pt x="71410" y="464693"/>
                </a:lnTo>
                <a:lnTo>
                  <a:pt x="88123" y="461319"/>
                </a:lnTo>
                <a:lnTo>
                  <a:pt x="5837626" y="461319"/>
                </a:lnTo>
                <a:lnTo>
                  <a:pt x="5873349" y="480434"/>
                </a:lnTo>
                <a:lnTo>
                  <a:pt x="5880562" y="504256"/>
                </a:lnTo>
                <a:lnTo>
                  <a:pt x="5880562" y="675998"/>
                </a:lnTo>
                <a:lnTo>
                  <a:pt x="5877188" y="692711"/>
                </a:lnTo>
                <a:lnTo>
                  <a:pt x="5867987" y="706358"/>
                </a:lnTo>
                <a:lnTo>
                  <a:pt x="5854339" y="715560"/>
                </a:lnTo>
                <a:lnTo>
                  <a:pt x="5837626" y="718934"/>
                </a:lnTo>
                <a:lnTo>
                  <a:pt x="88123" y="718934"/>
                </a:lnTo>
                <a:lnTo>
                  <a:pt x="71410" y="715560"/>
                </a:lnTo>
                <a:lnTo>
                  <a:pt x="57762" y="706358"/>
                </a:lnTo>
                <a:lnTo>
                  <a:pt x="48560" y="692711"/>
                </a:lnTo>
                <a:lnTo>
                  <a:pt x="45186" y="675998"/>
                </a:lnTo>
                <a:lnTo>
                  <a:pt x="45186" y="504256"/>
                </a:lnTo>
                <a:close/>
              </a:path>
              <a:path w="5880734" h="719454">
                <a:moveTo>
                  <a:pt x="0" y="54107"/>
                </a:moveTo>
                <a:lnTo>
                  <a:pt x="4252" y="33046"/>
                </a:lnTo>
                <a:lnTo>
                  <a:pt x="15847" y="15847"/>
                </a:lnTo>
                <a:lnTo>
                  <a:pt x="33046" y="4252"/>
                </a:lnTo>
                <a:lnTo>
                  <a:pt x="54108" y="0"/>
                </a:lnTo>
                <a:lnTo>
                  <a:pt x="1153640" y="0"/>
                </a:lnTo>
                <a:lnTo>
                  <a:pt x="1191900" y="15847"/>
                </a:lnTo>
                <a:lnTo>
                  <a:pt x="1207748" y="54107"/>
                </a:lnTo>
                <a:lnTo>
                  <a:pt x="1207748" y="270533"/>
                </a:lnTo>
                <a:lnTo>
                  <a:pt x="1203496" y="291594"/>
                </a:lnTo>
                <a:lnTo>
                  <a:pt x="1191900" y="308793"/>
                </a:lnTo>
                <a:lnTo>
                  <a:pt x="1174701" y="320389"/>
                </a:lnTo>
                <a:lnTo>
                  <a:pt x="1153640" y="324641"/>
                </a:lnTo>
                <a:lnTo>
                  <a:pt x="54108" y="324641"/>
                </a:lnTo>
                <a:lnTo>
                  <a:pt x="33046" y="320389"/>
                </a:lnTo>
                <a:lnTo>
                  <a:pt x="15847" y="308793"/>
                </a:lnTo>
                <a:lnTo>
                  <a:pt x="4252" y="291594"/>
                </a:lnTo>
                <a:lnTo>
                  <a:pt x="0" y="270533"/>
                </a:lnTo>
                <a:lnTo>
                  <a:pt x="0" y="54107"/>
                </a:lnTo>
                <a:close/>
              </a:path>
            </a:pathLst>
          </a:custGeom>
          <a:ln w="38099">
            <a:solidFill>
              <a:srgbClr val="C82506"/>
            </a:solidFill>
          </a:ln>
        </p:spPr>
        <p:txBody>
          <a:bodyPr wrap="square" lIns="0" tIns="0" rIns="0" bIns="0" rtlCol="0"/>
          <a:lstStyle/>
          <a:p>
            <a:endParaRPr/>
          </a:p>
        </p:txBody>
      </p:sp>
      <p:sp>
        <p:nvSpPr>
          <p:cNvPr id="10" name="object 10"/>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49</a:t>
            </a:fld>
            <a:endParaRPr spc="-25"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50</a:t>
            </a:fld>
            <a:endParaRPr spc="-25" dirty="0"/>
          </a:p>
        </p:txBody>
      </p:sp>
      <p:sp>
        <p:nvSpPr>
          <p:cNvPr id="2" name="object 2"/>
          <p:cNvSpPr txBox="1">
            <a:spLocks noGrp="1"/>
          </p:cNvSpPr>
          <p:nvPr>
            <p:ph type="title"/>
          </p:nvPr>
        </p:nvSpPr>
        <p:spPr>
          <a:prstGeom prst="rect">
            <a:avLst/>
          </a:prstGeom>
        </p:spPr>
        <p:txBody>
          <a:bodyPr vert="horz" wrap="square" lIns="0" tIns="496439" rIns="0" bIns="0" rtlCol="0">
            <a:spAutoFit/>
          </a:bodyPr>
          <a:lstStyle/>
          <a:p>
            <a:pPr marL="4505960">
              <a:lnSpc>
                <a:spcPct val="100000"/>
              </a:lnSpc>
              <a:spcBef>
                <a:spcPts val="100"/>
              </a:spcBef>
            </a:pPr>
            <a:r>
              <a:rPr spc="-10" dirty="0"/>
              <a:t>Outline</a:t>
            </a:r>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403225" indent="-390525">
              <a:lnSpc>
                <a:spcPct val="100000"/>
              </a:lnSpc>
              <a:spcBef>
                <a:spcPts val="100"/>
              </a:spcBef>
              <a:buClr>
                <a:srgbClr val="000000"/>
              </a:buClr>
              <a:buSzPct val="74193"/>
              <a:buChar char="•"/>
              <a:tabLst>
                <a:tab pos="403225" algn="l"/>
              </a:tabLst>
            </a:pPr>
            <a:r>
              <a:rPr dirty="0"/>
              <a:t>General</a:t>
            </a:r>
            <a:r>
              <a:rPr spc="50" dirty="0"/>
              <a:t> </a:t>
            </a:r>
            <a:r>
              <a:rPr spc="-20" dirty="0"/>
              <a:t>Rule</a:t>
            </a:r>
          </a:p>
          <a:p>
            <a:pPr marL="403225" indent="-390525">
              <a:lnSpc>
                <a:spcPct val="100000"/>
              </a:lnSpc>
              <a:spcBef>
                <a:spcPts val="3600"/>
              </a:spcBef>
              <a:buClr>
                <a:srgbClr val="000000"/>
              </a:buClr>
              <a:buSzPct val="74193"/>
              <a:buChar char="•"/>
              <a:tabLst>
                <a:tab pos="403225" algn="l"/>
              </a:tabLst>
            </a:pPr>
            <a:r>
              <a:rPr spc="-20" dirty="0"/>
              <a:t>Introduction</a:t>
            </a:r>
            <a:r>
              <a:rPr spc="-135" dirty="0"/>
              <a:t> </a:t>
            </a:r>
            <a:r>
              <a:rPr dirty="0"/>
              <a:t>to</a:t>
            </a:r>
            <a:r>
              <a:rPr spc="-130" dirty="0"/>
              <a:t> </a:t>
            </a:r>
            <a:r>
              <a:rPr spc="30" dirty="0"/>
              <a:t>Git</a:t>
            </a:r>
          </a:p>
          <a:p>
            <a:pPr marL="403225" indent="-390525">
              <a:lnSpc>
                <a:spcPct val="100000"/>
              </a:lnSpc>
              <a:spcBef>
                <a:spcPts val="3600"/>
              </a:spcBef>
              <a:buClr>
                <a:srgbClr val="000000"/>
              </a:buClr>
              <a:buSzPct val="74193"/>
              <a:buChar char="•"/>
              <a:tabLst>
                <a:tab pos="403225" algn="l"/>
              </a:tabLst>
            </a:pPr>
            <a:r>
              <a:rPr dirty="0"/>
              <a:t>Version</a:t>
            </a:r>
            <a:r>
              <a:rPr spc="-85" dirty="0"/>
              <a:t> </a:t>
            </a:r>
            <a:r>
              <a:rPr spc="-10" dirty="0"/>
              <a:t>control</a:t>
            </a:r>
          </a:p>
          <a:p>
            <a:pPr marL="403225" indent="-390525">
              <a:lnSpc>
                <a:spcPct val="100000"/>
              </a:lnSpc>
              <a:spcBef>
                <a:spcPts val="3600"/>
              </a:spcBef>
              <a:buClr>
                <a:srgbClr val="000000"/>
              </a:buClr>
              <a:buSzPct val="74193"/>
              <a:buChar char="•"/>
              <a:tabLst>
                <a:tab pos="403225" algn="l"/>
              </a:tabLst>
            </a:pPr>
            <a:r>
              <a:rPr spc="60" dirty="0"/>
              <a:t>Branch</a:t>
            </a:r>
            <a:r>
              <a:rPr spc="-40" dirty="0"/>
              <a:t> </a:t>
            </a:r>
            <a:r>
              <a:rPr dirty="0"/>
              <a:t>and</a:t>
            </a:r>
            <a:r>
              <a:rPr spc="-35" dirty="0"/>
              <a:t> </a:t>
            </a:r>
            <a:r>
              <a:rPr spc="-10" dirty="0"/>
              <a:t>merge</a:t>
            </a:r>
          </a:p>
          <a:p>
            <a:pPr marL="403225" indent="-390525">
              <a:lnSpc>
                <a:spcPct val="100000"/>
              </a:lnSpc>
              <a:spcBef>
                <a:spcPts val="3600"/>
              </a:spcBef>
              <a:buClr>
                <a:srgbClr val="000000"/>
              </a:buClr>
              <a:buSzPct val="74193"/>
              <a:buChar char="•"/>
              <a:tabLst>
                <a:tab pos="403225" algn="l"/>
              </a:tabLst>
            </a:pPr>
            <a:r>
              <a:rPr spc="75" dirty="0">
                <a:solidFill>
                  <a:srgbClr val="0C0C0C"/>
                </a:solidFill>
              </a:rPr>
              <a:t>How</a:t>
            </a:r>
            <a:r>
              <a:rPr spc="-100" dirty="0">
                <a:solidFill>
                  <a:srgbClr val="0C0C0C"/>
                </a:solidFill>
              </a:rPr>
              <a:t> </a:t>
            </a:r>
            <a:r>
              <a:rPr dirty="0">
                <a:solidFill>
                  <a:srgbClr val="0C0C0C"/>
                </a:solidFill>
              </a:rPr>
              <a:t>to</a:t>
            </a:r>
            <a:r>
              <a:rPr spc="-95" dirty="0">
                <a:solidFill>
                  <a:srgbClr val="0C0C0C"/>
                </a:solidFill>
              </a:rPr>
              <a:t> </a:t>
            </a:r>
            <a:r>
              <a:rPr dirty="0">
                <a:solidFill>
                  <a:srgbClr val="0C0C0C"/>
                </a:solidFill>
              </a:rPr>
              <a:t>Submit</a:t>
            </a:r>
            <a:r>
              <a:rPr spc="-95" dirty="0">
                <a:solidFill>
                  <a:srgbClr val="0C0C0C"/>
                </a:solidFill>
              </a:rPr>
              <a:t> </a:t>
            </a:r>
            <a:r>
              <a:rPr dirty="0">
                <a:solidFill>
                  <a:srgbClr val="0C0C0C"/>
                </a:solidFill>
              </a:rPr>
              <a:t>Your</a:t>
            </a:r>
            <a:r>
              <a:rPr spc="-100" dirty="0">
                <a:solidFill>
                  <a:srgbClr val="0C0C0C"/>
                </a:solidFill>
              </a:rPr>
              <a:t> </a:t>
            </a:r>
            <a:r>
              <a:rPr spc="150" dirty="0">
                <a:solidFill>
                  <a:srgbClr val="0C0C0C"/>
                </a:solidFill>
              </a:rPr>
              <a:t>Code</a:t>
            </a:r>
            <a:r>
              <a:rPr spc="-95" dirty="0">
                <a:solidFill>
                  <a:srgbClr val="0C0C0C"/>
                </a:solidFill>
              </a:rPr>
              <a:t> </a:t>
            </a:r>
            <a:r>
              <a:rPr dirty="0">
                <a:solidFill>
                  <a:srgbClr val="0C0C0C"/>
                </a:solidFill>
              </a:rPr>
              <a:t>to</a:t>
            </a:r>
            <a:r>
              <a:rPr spc="-95" dirty="0">
                <a:solidFill>
                  <a:srgbClr val="0C0C0C"/>
                </a:solidFill>
              </a:rPr>
              <a:t> </a:t>
            </a:r>
            <a:r>
              <a:rPr spc="-10" dirty="0">
                <a:solidFill>
                  <a:srgbClr val="0C0C0C"/>
                </a:solidFill>
              </a:rPr>
              <a:t>Gitlab</a:t>
            </a:r>
          </a:p>
          <a:p>
            <a:pPr marL="403225" indent="-390525">
              <a:lnSpc>
                <a:spcPct val="100000"/>
              </a:lnSpc>
              <a:spcBef>
                <a:spcPts val="3600"/>
              </a:spcBef>
              <a:buClr>
                <a:srgbClr val="000000"/>
              </a:buClr>
              <a:buSzPct val="74193"/>
              <a:buChar char="•"/>
              <a:tabLst>
                <a:tab pos="403225" algn="l"/>
              </a:tabLst>
            </a:pPr>
            <a:r>
              <a:rPr dirty="0"/>
              <a:t>Tools</a:t>
            </a:r>
            <a:r>
              <a:rPr spc="-130" dirty="0"/>
              <a:t> </a:t>
            </a:r>
            <a:r>
              <a:rPr spc="-155" dirty="0"/>
              <a:t>&amp;</a:t>
            </a:r>
            <a:r>
              <a:rPr spc="-114" dirty="0"/>
              <a:t> </a:t>
            </a:r>
            <a:r>
              <a:rPr spc="-10" dirty="0"/>
              <a:t>References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51</a:t>
            </a:fld>
            <a:endParaRPr spc="-25" dirty="0"/>
          </a:p>
        </p:txBody>
      </p:sp>
      <p:sp>
        <p:nvSpPr>
          <p:cNvPr id="2" name="object 2"/>
          <p:cNvSpPr txBox="1">
            <a:spLocks noGrp="1"/>
          </p:cNvSpPr>
          <p:nvPr>
            <p:ph type="title"/>
          </p:nvPr>
        </p:nvSpPr>
        <p:spPr>
          <a:prstGeom prst="rect">
            <a:avLst/>
          </a:prstGeom>
        </p:spPr>
        <p:txBody>
          <a:bodyPr vert="horz" wrap="square" lIns="0" tIns="496439" rIns="0" bIns="0" rtlCol="0">
            <a:spAutoFit/>
          </a:bodyPr>
          <a:lstStyle/>
          <a:p>
            <a:pPr marL="3088640">
              <a:lnSpc>
                <a:spcPct val="100000"/>
              </a:lnSpc>
              <a:spcBef>
                <a:spcPts val="100"/>
              </a:spcBef>
            </a:pPr>
            <a:r>
              <a:rPr spc="75" dirty="0"/>
              <a:t>Collaboration</a:t>
            </a:r>
          </a:p>
        </p:txBody>
      </p:sp>
      <p:sp>
        <p:nvSpPr>
          <p:cNvPr id="3" name="object 3"/>
          <p:cNvSpPr txBox="1"/>
          <p:nvPr/>
        </p:nvSpPr>
        <p:spPr>
          <a:xfrm>
            <a:off x="987425" y="2620136"/>
            <a:ext cx="10732770" cy="4384040"/>
          </a:xfrm>
          <a:prstGeom prst="rect">
            <a:avLst/>
          </a:prstGeom>
        </p:spPr>
        <p:txBody>
          <a:bodyPr vert="horz" wrap="square" lIns="0" tIns="12700" rIns="0" bIns="0" rtlCol="0">
            <a:spAutoFit/>
          </a:bodyPr>
          <a:lstStyle/>
          <a:p>
            <a:pPr marL="457200" marR="189865" indent="-444500">
              <a:lnSpc>
                <a:spcPct val="100000"/>
              </a:lnSpc>
              <a:spcBef>
                <a:spcPts val="100"/>
              </a:spcBef>
              <a:buSzPct val="75000"/>
              <a:buChar char="•"/>
              <a:tabLst>
                <a:tab pos="457200" algn="l"/>
              </a:tabLst>
            </a:pPr>
            <a:r>
              <a:rPr sz="3600" spc="-125" dirty="0">
                <a:latin typeface="Tahoma"/>
                <a:cs typeface="Tahoma"/>
              </a:rPr>
              <a:t>To</a:t>
            </a:r>
            <a:r>
              <a:rPr sz="3600" spc="-80" dirty="0">
                <a:latin typeface="Tahoma"/>
                <a:cs typeface="Tahoma"/>
              </a:rPr>
              <a:t> </a:t>
            </a:r>
            <a:r>
              <a:rPr sz="3600" dirty="0">
                <a:latin typeface="Tahoma"/>
                <a:cs typeface="Tahoma"/>
              </a:rPr>
              <a:t>work</a:t>
            </a:r>
            <a:r>
              <a:rPr sz="3600" spc="-75" dirty="0">
                <a:latin typeface="Tahoma"/>
                <a:cs typeface="Tahoma"/>
              </a:rPr>
              <a:t> </a:t>
            </a:r>
            <a:r>
              <a:rPr sz="3600" dirty="0">
                <a:latin typeface="Tahoma"/>
                <a:cs typeface="Tahoma"/>
              </a:rPr>
              <a:t>with</a:t>
            </a:r>
            <a:r>
              <a:rPr sz="3600" spc="-75" dirty="0">
                <a:latin typeface="Tahoma"/>
                <a:cs typeface="Tahoma"/>
              </a:rPr>
              <a:t> </a:t>
            </a:r>
            <a:r>
              <a:rPr sz="3600" dirty="0">
                <a:latin typeface="Tahoma"/>
                <a:cs typeface="Tahoma"/>
              </a:rPr>
              <a:t>others</a:t>
            </a:r>
            <a:r>
              <a:rPr sz="3600" spc="-75" dirty="0">
                <a:latin typeface="Tahoma"/>
                <a:cs typeface="Tahoma"/>
              </a:rPr>
              <a:t> </a:t>
            </a:r>
            <a:r>
              <a:rPr sz="3600" dirty="0">
                <a:latin typeface="Tahoma"/>
                <a:cs typeface="Tahoma"/>
              </a:rPr>
              <a:t>using</a:t>
            </a:r>
            <a:r>
              <a:rPr sz="3600" spc="-75" dirty="0">
                <a:latin typeface="Tahoma"/>
                <a:cs typeface="Tahoma"/>
              </a:rPr>
              <a:t> </a:t>
            </a:r>
            <a:r>
              <a:rPr sz="3600" dirty="0">
                <a:latin typeface="Tahoma"/>
                <a:cs typeface="Tahoma"/>
              </a:rPr>
              <a:t>git,</a:t>
            </a:r>
            <a:r>
              <a:rPr sz="3600" spc="-85" dirty="0">
                <a:latin typeface="Tahoma"/>
                <a:cs typeface="Tahoma"/>
              </a:rPr>
              <a:t> </a:t>
            </a:r>
            <a:r>
              <a:rPr sz="3600" dirty="0">
                <a:latin typeface="Tahoma"/>
                <a:cs typeface="Tahoma"/>
              </a:rPr>
              <a:t>you’ll</a:t>
            </a:r>
            <a:r>
              <a:rPr sz="3600" spc="-75" dirty="0">
                <a:latin typeface="Tahoma"/>
                <a:cs typeface="Tahoma"/>
              </a:rPr>
              <a:t> </a:t>
            </a:r>
            <a:r>
              <a:rPr sz="3600" dirty="0">
                <a:latin typeface="Tahoma"/>
                <a:cs typeface="Tahoma"/>
              </a:rPr>
              <a:t>need</a:t>
            </a:r>
            <a:r>
              <a:rPr sz="3600" spc="-80" dirty="0">
                <a:latin typeface="Tahoma"/>
                <a:cs typeface="Tahoma"/>
              </a:rPr>
              <a:t> </a:t>
            </a:r>
            <a:r>
              <a:rPr sz="3600" dirty="0">
                <a:latin typeface="Tahoma"/>
                <a:cs typeface="Tahoma"/>
              </a:rPr>
              <a:t>a</a:t>
            </a:r>
            <a:r>
              <a:rPr sz="3600" spc="-75" dirty="0">
                <a:latin typeface="Tahoma"/>
                <a:cs typeface="Tahoma"/>
              </a:rPr>
              <a:t> </a:t>
            </a:r>
            <a:r>
              <a:rPr sz="3600" spc="-10" dirty="0">
                <a:latin typeface="Tahoma"/>
                <a:cs typeface="Tahoma"/>
              </a:rPr>
              <a:t>server </a:t>
            </a:r>
            <a:r>
              <a:rPr sz="3600" dirty="0">
                <a:latin typeface="Tahoma"/>
                <a:cs typeface="Tahoma"/>
              </a:rPr>
              <a:t>that</a:t>
            </a:r>
            <a:r>
              <a:rPr sz="3600" spc="-200" dirty="0">
                <a:latin typeface="Tahoma"/>
                <a:cs typeface="Tahoma"/>
              </a:rPr>
              <a:t> </a:t>
            </a:r>
            <a:r>
              <a:rPr sz="3600" dirty="0">
                <a:latin typeface="Tahoma"/>
                <a:cs typeface="Tahoma"/>
              </a:rPr>
              <a:t>store</a:t>
            </a:r>
            <a:r>
              <a:rPr sz="3600" spc="-195" dirty="0">
                <a:latin typeface="Tahoma"/>
                <a:cs typeface="Tahoma"/>
              </a:rPr>
              <a:t> </a:t>
            </a:r>
            <a:r>
              <a:rPr sz="3600" dirty="0">
                <a:latin typeface="Tahoma"/>
                <a:cs typeface="Tahoma"/>
              </a:rPr>
              <a:t>the</a:t>
            </a:r>
            <a:r>
              <a:rPr sz="3600" spc="-195" dirty="0">
                <a:latin typeface="Tahoma"/>
                <a:cs typeface="Tahoma"/>
              </a:rPr>
              <a:t> </a:t>
            </a:r>
            <a:r>
              <a:rPr sz="3600" spc="-10" dirty="0">
                <a:latin typeface="Tahoma"/>
                <a:cs typeface="Tahoma"/>
              </a:rPr>
              <a:t>repository.</a:t>
            </a:r>
            <a:endParaRPr sz="3600">
              <a:latin typeface="Tahoma"/>
              <a:cs typeface="Tahoma"/>
            </a:endParaRPr>
          </a:p>
          <a:p>
            <a:pPr marL="456565" indent="-443865">
              <a:lnSpc>
                <a:spcPct val="100000"/>
              </a:lnSpc>
              <a:spcBef>
                <a:spcPts val="4200"/>
              </a:spcBef>
              <a:buSzPct val="75000"/>
              <a:buChar char="•"/>
              <a:tabLst>
                <a:tab pos="456565" algn="l"/>
              </a:tabLst>
            </a:pPr>
            <a:r>
              <a:rPr sz="3600" spc="70" dirty="0">
                <a:latin typeface="Tahoma"/>
                <a:cs typeface="Tahoma"/>
              </a:rPr>
              <a:t>Git</a:t>
            </a:r>
            <a:r>
              <a:rPr sz="3600" spc="-114" dirty="0">
                <a:latin typeface="Tahoma"/>
                <a:cs typeface="Tahoma"/>
              </a:rPr>
              <a:t> </a:t>
            </a:r>
            <a:r>
              <a:rPr sz="3600" spc="70" dirty="0">
                <a:latin typeface="Tahoma"/>
                <a:cs typeface="Tahoma"/>
              </a:rPr>
              <a:t>is</a:t>
            </a:r>
            <a:r>
              <a:rPr sz="3600" spc="-105" dirty="0">
                <a:latin typeface="Tahoma"/>
                <a:cs typeface="Tahoma"/>
              </a:rPr>
              <a:t> </a:t>
            </a:r>
            <a:r>
              <a:rPr sz="3600" dirty="0">
                <a:latin typeface="Tahoma"/>
                <a:cs typeface="Tahoma"/>
              </a:rPr>
              <a:t>distributed,</a:t>
            </a:r>
            <a:r>
              <a:rPr sz="3600" spc="-114" dirty="0">
                <a:latin typeface="Tahoma"/>
                <a:cs typeface="Tahoma"/>
              </a:rPr>
              <a:t> </a:t>
            </a:r>
            <a:r>
              <a:rPr sz="3600" spc="50" dirty="0">
                <a:latin typeface="Tahoma"/>
                <a:cs typeface="Tahoma"/>
              </a:rPr>
              <a:t>which</a:t>
            </a:r>
            <a:r>
              <a:rPr sz="3600" spc="-105" dirty="0">
                <a:latin typeface="Tahoma"/>
                <a:cs typeface="Tahoma"/>
              </a:rPr>
              <a:t> </a:t>
            </a:r>
            <a:r>
              <a:rPr sz="3600" spc="-10" dirty="0">
                <a:latin typeface="Tahoma"/>
                <a:cs typeface="Tahoma"/>
              </a:rPr>
              <a:t>means</a:t>
            </a:r>
            <a:endParaRPr sz="3600">
              <a:latin typeface="Tahoma"/>
              <a:cs typeface="Tahoma"/>
            </a:endParaRPr>
          </a:p>
          <a:p>
            <a:pPr marL="1346200" marR="5080" lvl="1" indent="-444500">
              <a:lnSpc>
                <a:spcPct val="100000"/>
              </a:lnSpc>
              <a:spcBef>
                <a:spcPts val="4200"/>
              </a:spcBef>
              <a:buSzPct val="75000"/>
              <a:buChar char="•"/>
              <a:tabLst>
                <a:tab pos="1346200" algn="l"/>
              </a:tabLst>
            </a:pPr>
            <a:r>
              <a:rPr sz="3600" dirty="0">
                <a:latin typeface="Tahoma"/>
                <a:cs typeface="Tahoma"/>
              </a:rPr>
              <a:t>Everyone</a:t>
            </a:r>
            <a:r>
              <a:rPr sz="3600" spc="-114" dirty="0">
                <a:latin typeface="Tahoma"/>
                <a:cs typeface="Tahoma"/>
              </a:rPr>
              <a:t> </a:t>
            </a:r>
            <a:r>
              <a:rPr sz="3600" spc="85" dirty="0">
                <a:latin typeface="Tahoma"/>
                <a:cs typeface="Tahoma"/>
              </a:rPr>
              <a:t>can</a:t>
            </a:r>
            <a:r>
              <a:rPr sz="3600" spc="-110" dirty="0">
                <a:latin typeface="Tahoma"/>
                <a:cs typeface="Tahoma"/>
              </a:rPr>
              <a:t> </a:t>
            </a:r>
            <a:r>
              <a:rPr sz="3600" dirty="0">
                <a:latin typeface="Tahoma"/>
                <a:cs typeface="Tahoma"/>
              </a:rPr>
              <a:t>store</a:t>
            </a:r>
            <a:r>
              <a:rPr sz="3600" spc="-110" dirty="0">
                <a:latin typeface="Tahoma"/>
                <a:cs typeface="Tahoma"/>
              </a:rPr>
              <a:t> </a:t>
            </a:r>
            <a:r>
              <a:rPr sz="3600" dirty="0">
                <a:latin typeface="Tahoma"/>
                <a:cs typeface="Tahoma"/>
              </a:rPr>
              <a:t>a</a:t>
            </a:r>
            <a:r>
              <a:rPr sz="3600" spc="-110" dirty="0">
                <a:latin typeface="Tahoma"/>
                <a:cs typeface="Tahoma"/>
              </a:rPr>
              <a:t> </a:t>
            </a:r>
            <a:r>
              <a:rPr sz="3600" spc="125" dirty="0">
                <a:latin typeface="Tahoma"/>
                <a:cs typeface="Tahoma"/>
              </a:rPr>
              <a:t>copy</a:t>
            </a:r>
            <a:r>
              <a:rPr sz="3600" spc="-110" dirty="0">
                <a:latin typeface="Tahoma"/>
                <a:cs typeface="Tahoma"/>
              </a:rPr>
              <a:t> </a:t>
            </a:r>
            <a:r>
              <a:rPr sz="3600" dirty="0">
                <a:latin typeface="Tahoma"/>
                <a:cs typeface="Tahoma"/>
              </a:rPr>
              <a:t>of</a:t>
            </a:r>
            <a:r>
              <a:rPr sz="3600" spc="-120" dirty="0">
                <a:latin typeface="Tahoma"/>
                <a:cs typeface="Tahoma"/>
              </a:rPr>
              <a:t> </a:t>
            </a:r>
            <a:r>
              <a:rPr sz="3600" dirty="0">
                <a:latin typeface="Tahoma"/>
                <a:cs typeface="Tahoma"/>
              </a:rPr>
              <a:t>the</a:t>
            </a:r>
            <a:r>
              <a:rPr sz="3600" spc="-110" dirty="0">
                <a:latin typeface="Tahoma"/>
                <a:cs typeface="Tahoma"/>
              </a:rPr>
              <a:t> </a:t>
            </a:r>
            <a:r>
              <a:rPr sz="3600" spc="-10" dirty="0">
                <a:latin typeface="Tahoma"/>
                <a:cs typeface="Tahoma"/>
              </a:rPr>
              <a:t>repository </a:t>
            </a:r>
            <a:r>
              <a:rPr sz="3600" spc="70" dirty="0">
                <a:latin typeface="Tahoma"/>
                <a:cs typeface="Tahoma"/>
              </a:rPr>
              <a:t>downloaded</a:t>
            </a:r>
            <a:r>
              <a:rPr sz="3600" spc="-180" dirty="0">
                <a:latin typeface="Tahoma"/>
                <a:cs typeface="Tahoma"/>
              </a:rPr>
              <a:t> </a:t>
            </a:r>
            <a:r>
              <a:rPr sz="3600" dirty="0">
                <a:latin typeface="Tahoma"/>
                <a:cs typeface="Tahoma"/>
              </a:rPr>
              <a:t>from</a:t>
            </a:r>
            <a:r>
              <a:rPr sz="3600" spc="-175" dirty="0">
                <a:latin typeface="Tahoma"/>
                <a:cs typeface="Tahoma"/>
              </a:rPr>
              <a:t> </a:t>
            </a:r>
            <a:r>
              <a:rPr sz="3600" dirty="0">
                <a:latin typeface="Tahoma"/>
                <a:cs typeface="Tahoma"/>
              </a:rPr>
              <a:t>the</a:t>
            </a:r>
            <a:r>
              <a:rPr sz="3600" spc="-175" dirty="0">
                <a:latin typeface="Tahoma"/>
                <a:cs typeface="Tahoma"/>
              </a:rPr>
              <a:t> </a:t>
            </a:r>
            <a:r>
              <a:rPr sz="3600" dirty="0">
                <a:latin typeface="Tahoma"/>
                <a:cs typeface="Tahoma"/>
              </a:rPr>
              <a:t>server</a:t>
            </a:r>
            <a:r>
              <a:rPr sz="3600" spc="-175" dirty="0">
                <a:latin typeface="Tahoma"/>
                <a:cs typeface="Tahoma"/>
              </a:rPr>
              <a:t> </a:t>
            </a:r>
            <a:r>
              <a:rPr sz="3600" dirty="0">
                <a:latin typeface="Tahoma"/>
                <a:cs typeface="Tahoma"/>
              </a:rPr>
              <a:t>to</a:t>
            </a:r>
            <a:r>
              <a:rPr sz="3600" spc="-175" dirty="0">
                <a:latin typeface="Tahoma"/>
                <a:cs typeface="Tahoma"/>
              </a:rPr>
              <a:t> </a:t>
            </a:r>
            <a:r>
              <a:rPr sz="3600" spc="-20" dirty="0">
                <a:latin typeface="Tahoma"/>
                <a:cs typeface="Tahoma"/>
              </a:rPr>
              <a:t>their</a:t>
            </a:r>
            <a:r>
              <a:rPr sz="3600" spc="-175" dirty="0">
                <a:latin typeface="Tahoma"/>
                <a:cs typeface="Tahoma"/>
              </a:rPr>
              <a:t> </a:t>
            </a:r>
            <a:r>
              <a:rPr sz="3600" spc="-10" dirty="0">
                <a:latin typeface="Tahoma"/>
                <a:cs typeface="Tahoma"/>
              </a:rPr>
              <a:t>computer </a:t>
            </a:r>
            <a:r>
              <a:rPr sz="3600" spc="55" dirty="0">
                <a:latin typeface="Tahoma"/>
                <a:cs typeface="Tahoma"/>
              </a:rPr>
              <a:t>and</a:t>
            </a:r>
            <a:r>
              <a:rPr sz="3600" spc="-114" dirty="0">
                <a:latin typeface="Tahoma"/>
                <a:cs typeface="Tahoma"/>
              </a:rPr>
              <a:t> </a:t>
            </a:r>
            <a:r>
              <a:rPr sz="3600" spc="114" dirty="0">
                <a:latin typeface="Tahoma"/>
                <a:cs typeface="Tahoma"/>
              </a:rPr>
              <a:t>do</a:t>
            </a:r>
            <a:r>
              <a:rPr sz="3600" spc="-110" dirty="0">
                <a:latin typeface="Tahoma"/>
                <a:cs typeface="Tahoma"/>
              </a:rPr>
              <a:t> </a:t>
            </a:r>
            <a:r>
              <a:rPr sz="3600" spc="-20" dirty="0">
                <a:latin typeface="Tahoma"/>
                <a:cs typeface="Tahoma"/>
              </a:rPr>
              <a:t>their</a:t>
            </a:r>
            <a:r>
              <a:rPr sz="3600" spc="-110" dirty="0">
                <a:latin typeface="Tahoma"/>
                <a:cs typeface="Tahoma"/>
              </a:rPr>
              <a:t> </a:t>
            </a:r>
            <a:r>
              <a:rPr sz="3600" dirty="0">
                <a:latin typeface="Tahoma"/>
                <a:cs typeface="Tahoma"/>
              </a:rPr>
              <a:t>jobs</a:t>
            </a:r>
            <a:r>
              <a:rPr sz="3600" spc="-110" dirty="0">
                <a:latin typeface="Tahoma"/>
                <a:cs typeface="Tahoma"/>
              </a:rPr>
              <a:t> </a:t>
            </a:r>
            <a:r>
              <a:rPr sz="3600" spc="-10" dirty="0">
                <a:latin typeface="Tahoma"/>
                <a:cs typeface="Tahoma"/>
              </a:rPr>
              <a:t>independently.</a:t>
            </a:r>
            <a:endParaRPr sz="3600">
              <a:latin typeface="Tahoma"/>
              <a:cs typeface="Tahom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52</a:t>
            </a:fld>
            <a:endParaRPr spc="-25" dirty="0"/>
          </a:p>
        </p:txBody>
      </p:sp>
      <p:sp>
        <p:nvSpPr>
          <p:cNvPr id="2" name="object 2"/>
          <p:cNvSpPr txBox="1">
            <a:spLocks noGrp="1"/>
          </p:cNvSpPr>
          <p:nvPr>
            <p:ph type="title"/>
          </p:nvPr>
        </p:nvSpPr>
        <p:spPr>
          <a:prstGeom prst="rect">
            <a:avLst/>
          </a:prstGeom>
        </p:spPr>
        <p:txBody>
          <a:bodyPr vert="horz" wrap="square" lIns="0" tIns="626486" rIns="0" bIns="0" rtlCol="0">
            <a:spAutoFit/>
          </a:bodyPr>
          <a:lstStyle/>
          <a:p>
            <a:pPr marL="769620">
              <a:lnSpc>
                <a:spcPct val="100000"/>
              </a:lnSpc>
              <a:spcBef>
                <a:spcPts val="100"/>
              </a:spcBef>
            </a:pPr>
            <a:r>
              <a:rPr sz="6400" spc="70" dirty="0"/>
              <a:t>Collaboration</a:t>
            </a:r>
            <a:r>
              <a:rPr sz="6400" spc="-210" dirty="0"/>
              <a:t> </a:t>
            </a:r>
            <a:r>
              <a:rPr sz="6400" spc="55" dirty="0"/>
              <a:t>Workflows</a:t>
            </a:r>
            <a:r>
              <a:rPr sz="6400" spc="-204" dirty="0"/>
              <a:t> </a:t>
            </a:r>
            <a:r>
              <a:rPr sz="6400" spc="-395" dirty="0"/>
              <a:t>(1/2)</a:t>
            </a:r>
            <a:endParaRPr sz="6400"/>
          </a:p>
        </p:txBody>
      </p:sp>
      <p:sp>
        <p:nvSpPr>
          <p:cNvPr id="3" name="object 3"/>
          <p:cNvSpPr txBox="1"/>
          <p:nvPr/>
        </p:nvSpPr>
        <p:spPr>
          <a:xfrm>
            <a:off x="847452" y="2620136"/>
            <a:ext cx="10721340" cy="5170805"/>
          </a:xfrm>
          <a:prstGeom prst="rect">
            <a:avLst/>
          </a:prstGeom>
        </p:spPr>
        <p:txBody>
          <a:bodyPr vert="horz" wrap="square" lIns="0" tIns="10795" rIns="0" bIns="0" rtlCol="0">
            <a:spAutoFit/>
          </a:bodyPr>
          <a:lstStyle/>
          <a:p>
            <a:pPr marL="749300" marR="490220" indent="-737235">
              <a:lnSpc>
                <a:spcPct val="100299"/>
              </a:lnSpc>
              <a:spcBef>
                <a:spcPts val="85"/>
              </a:spcBef>
              <a:buAutoNum type="arabicPeriod"/>
              <a:tabLst>
                <a:tab pos="749300" algn="l"/>
              </a:tabLst>
            </a:pPr>
            <a:r>
              <a:rPr sz="3300" spc="-229" dirty="0">
                <a:latin typeface="Tahoma"/>
                <a:cs typeface="Tahoma"/>
              </a:rPr>
              <a:t>If</a:t>
            </a:r>
            <a:r>
              <a:rPr sz="3300" spc="-125" dirty="0">
                <a:latin typeface="Tahoma"/>
                <a:cs typeface="Tahoma"/>
              </a:rPr>
              <a:t> </a:t>
            </a:r>
            <a:r>
              <a:rPr sz="3300" dirty="0">
                <a:latin typeface="Tahoma"/>
                <a:cs typeface="Tahoma"/>
              </a:rPr>
              <a:t>you</a:t>
            </a:r>
            <a:r>
              <a:rPr sz="3300" spc="-114" dirty="0">
                <a:latin typeface="Tahoma"/>
                <a:cs typeface="Tahoma"/>
              </a:rPr>
              <a:t> </a:t>
            </a:r>
            <a:r>
              <a:rPr sz="3300" spc="65" dirty="0">
                <a:latin typeface="Tahoma"/>
                <a:cs typeface="Tahoma"/>
              </a:rPr>
              <a:t>don’t</a:t>
            </a:r>
            <a:r>
              <a:rPr sz="3300" spc="-120" dirty="0">
                <a:latin typeface="Tahoma"/>
                <a:cs typeface="Tahoma"/>
              </a:rPr>
              <a:t> </a:t>
            </a:r>
            <a:r>
              <a:rPr sz="3300" dirty="0">
                <a:latin typeface="Tahoma"/>
                <a:cs typeface="Tahoma"/>
              </a:rPr>
              <a:t>have</a:t>
            </a:r>
            <a:r>
              <a:rPr sz="3300" spc="-120" dirty="0">
                <a:latin typeface="Tahoma"/>
                <a:cs typeface="Tahoma"/>
              </a:rPr>
              <a:t> </a:t>
            </a:r>
            <a:r>
              <a:rPr sz="3300" dirty="0">
                <a:latin typeface="Tahoma"/>
                <a:cs typeface="Tahoma"/>
              </a:rPr>
              <a:t>the</a:t>
            </a:r>
            <a:r>
              <a:rPr sz="3300" spc="-114" dirty="0">
                <a:latin typeface="Tahoma"/>
                <a:cs typeface="Tahoma"/>
              </a:rPr>
              <a:t> </a:t>
            </a:r>
            <a:r>
              <a:rPr sz="3300" dirty="0">
                <a:latin typeface="Tahoma"/>
                <a:cs typeface="Tahoma"/>
              </a:rPr>
              <a:t>project,</a:t>
            </a:r>
            <a:r>
              <a:rPr sz="3300" spc="-60" dirty="0">
                <a:latin typeface="Tahoma"/>
                <a:cs typeface="Tahoma"/>
              </a:rPr>
              <a:t> </a:t>
            </a:r>
            <a:r>
              <a:rPr sz="3600" i="1" spc="-165" dirty="0">
                <a:solidFill>
                  <a:srgbClr val="C82506"/>
                </a:solidFill>
                <a:latin typeface="Verdana"/>
                <a:cs typeface="Verdana"/>
              </a:rPr>
              <a:t>clone</a:t>
            </a:r>
            <a:r>
              <a:rPr sz="3600" i="1" spc="-350" dirty="0">
                <a:solidFill>
                  <a:srgbClr val="C82506"/>
                </a:solidFill>
                <a:latin typeface="Verdana"/>
                <a:cs typeface="Verdana"/>
              </a:rPr>
              <a:t> </a:t>
            </a:r>
            <a:r>
              <a:rPr sz="3300" spc="-30" dirty="0">
                <a:latin typeface="Tahoma"/>
                <a:cs typeface="Tahoma"/>
              </a:rPr>
              <a:t>(download)</a:t>
            </a:r>
            <a:r>
              <a:rPr sz="3300" spc="-114" dirty="0">
                <a:latin typeface="Tahoma"/>
                <a:cs typeface="Tahoma"/>
              </a:rPr>
              <a:t> </a:t>
            </a:r>
            <a:r>
              <a:rPr sz="3300" spc="-25" dirty="0">
                <a:latin typeface="Tahoma"/>
                <a:cs typeface="Tahoma"/>
              </a:rPr>
              <a:t>the </a:t>
            </a:r>
            <a:r>
              <a:rPr sz="3300" dirty="0">
                <a:latin typeface="Tahoma"/>
                <a:cs typeface="Tahoma"/>
              </a:rPr>
              <a:t>repository</a:t>
            </a:r>
            <a:r>
              <a:rPr sz="3300" spc="-130" dirty="0">
                <a:latin typeface="Tahoma"/>
                <a:cs typeface="Tahoma"/>
              </a:rPr>
              <a:t> </a:t>
            </a:r>
            <a:r>
              <a:rPr sz="3300" dirty="0">
                <a:latin typeface="Tahoma"/>
                <a:cs typeface="Tahoma"/>
              </a:rPr>
              <a:t>from</a:t>
            </a:r>
            <a:r>
              <a:rPr sz="3300" spc="-130" dirty="0">
                <a:latin typeface="Tahoma"/>
                <a:cs typeface="Tahoma"/>
              </a:rPr>
              <a:t> </a:t>
            </a:r>
            <a:r>
              <a:rPr sz="3300" dirty="0">
                <a:latin typeface="Tahoma"/>
                <a:cs typeface="Tahoma"/>
              </a:rPr>
              <a:t>the</a:t>
            </a:r>
            <a:r>
              <a:rPr sz="3300" spc="-130" dirty="0">
                <a:latin typeface="Tahoma"/>
                <a:cs typeface="Tahoma"/>
              </a:rPr>
              <a:t> </a:t>
            </a:r>
            <a:r>
              <a:rPr sz="3300" spc="-10" dirty="0">
                <a:latin typeface="Tahoma"/>
                <a:cs typeface="Tahoma"/>
              </a:rPr>
              <a:t>server.</a:t>
            </a:r>
            <a:endParaRPr sz="3300">
              <a:latin typeface="Tahoma"/>
              <a:cs typeface="Tahoma"/>
            </a:endParaRPr>
          </a:p>
          <a:p>
            <a:pPr marL="749300" marR="5080" indent="-737235">
              <a:lnSpc>
                <a:spcPts val="4250"/>
              </a:lnSpc>
              <a:spcBef>
                <a:spcPts val="3800"/>
              </a:spcBef>
              <a:buAutoNum type="arabicPeriod"/>
              <a:tabLst>
                <a:tab pos="749300" algn="l"/>
              </a:tabLst>
            </a:pPr>
            <a:r>
              <a:rPr sz="3300" spc="75" dirty="0">
                <a:latin typeface="Tahoma"/>
                <a:cs typeface="Tahoma"/>
              </a:rPr>
              <a:t>Do</a:t>
            </a:r>
            <a:r>
              <a:rPr sz="3300" spc="-60" dirty="0">
                <a:latin typeface="Tahoma"/>
                <a:cs typeface="Tahoma"/>
              </a:rPr>
              <a:t> </a:t>
            </a:r>
            <a:r>
              <a:rPr sz="3300" dirty="0">
                <a:latin typeface="Tahoma"/>
                <a:cs typeface="Tahoma"/>
              </a:rPr>
              <a:t>your</a:t>
            </a:r>
            <a:r>
              <a:rPr sz="3300" spc="-55" dirty="0">
                <a:latin typeface="Tahoma"/>
                <a:cs typeface="Tahoma"/>
              </a:rPr>
              <a:t> </a:t>
            </a:r>
            <a:r>
              <a:rPr sz="3300" dirty="0">
                <a:latin typeface="Tahoma"/>
                <a:cs typeface="Tahoma"/>
              </a:rPr>
              <a:t>work</a:t>
            </a:r>
            <a:r>
              <a:rPr sz="3300" spc="-60" dirty="0">
                <a:latin typeface="Tahoma"/>
                <a:cs typeface="Tahoma"/>
              </a:rPr>
              <a:t> </a:t>
            </a:r>
            <a:r>
              <a:rPr sz="3300" spc="50" dirty="0">
                <a:latin typeface="Tahoma"/>
                <a:cs typeface="Tahoma"/>
              </a:rPr>
              <a:t>and</a:t>
            </a:r>
            <a:r>
              <a:rPr sz="3300" spc="-55" dirty="0">
                <a:latin typeface="Tahoma"/>
                <a:cs typeface="Tahoma"/>
              </a:rPr>
              <a:t> </a:t>
            </a:r>
            <a:r>
              <a:rPr sz="3300" dirty="0">
                <a:latin typeface="Tahoma"/>
                <a:cs typeface="Tahoma"/>
              </a:rPr>
              <a:t>commit</a:t>
            </a:r>
            <a:r>
              <a:rPr sz="3300" spc="-65" dirty="0">
                <a:latin typeface="Tahoma"/>
                <a:cs typeface="Tahoma"/>
              </a:rPr>
              <a:t> </a:t>
            </a:r>
            <a:r>
              <a:rPr sz="3300" dirty="0">
                <a:latin typeface="Tahoma"/>
                <a:cs typeface="Tahoma"/>
              </a:rPr>
              <a:t>the</a:t>
            </a:r>
            <a:r>
              <a:rPr sz="3300" spc="-55" dirty="0">
                <a:latin typeface="Tahoma"/>
                <a:cs typeface="Tahoma"/>
              </a:rPr>
              <a:t> </a:t>
            </a:r>
            <a:r>
              <a:rPr sz="3300" spc="65" dirty="0">
                <a:latin typeface="Tahoma"/>
                <a:cs typeface="Tahoma"/>
              </a:rPr>
              <a:t>changes</a:t>
            </a:r>
            <a:r>
              <a:rPr sz="3300" spc="-55" dirty="0">
                <a:latin typeface="Tahoma"/>
                <a:cs typeface="Tahoma"/>
              </a:rPr>
              <a:t> </a:t>
            </a:r>
            <a:r>
              <a:rPr sz="3300" dirty="0">
                <a:latin typeface="Tahoma"/>
                <a:cs typeface="Tahoma"/>
              </a:rPr>
              <a:t>at</a:t>
            </a:r>
            <a:r>
              <a:rPr sz="3300" spc="-65" dirty="0">
                <a:latin typeface="Tahoma"/>
                <a:cs typeface="Tahoma"/>
              </a:rPr>
              <a:t> </a:t>
            </a:r>
            <a:r>
              <a:rPr sz="3300" dirty="0">
                <a:latin typeface="Tahoma"/>
                <a:cs typeface="Tahoma"/>
              </a:rPr>
              <a:t>local.</a:t>
            </a:r>
            <a:r>
              <a:rPr sz="3300" spc="-55" dirty="0">
                <a:latin typeface="Tahoma"/>
                <a:cs typeface="Tahoma"/>
              </a:rPr>
              <a:t> </a:t>
            </a:r>
            <a:r>
              <a:rPr sz="3300" spc="85" dirty="0">
                <a:latin typeface="Tahoma"/>
                <a:cs typeface="Tahoma"/>
              </a:rPr>
              <a:t>Once </a:t>
            </a:r>
            <a:r>
              <a:rPr sz="3300" dirty="0">
                <a:latin typeface="Tahoma"/>
                <a:cs typeface="Tahoma"/>
              </a:rPr>
              <a:t>done,</a:t>
            </a:r>
            <a:r>
              <a:rPr sz="3300" spc="-80" dirty="0">
                <a:latin typeface="Tahoma"/>
                <a:cs typeface="Tahoma"/>
              </a:rPr>
              <a:t> </a:t>
            </a:r>
            <a:r>
              <a:rPr sz="3600" i="1" spc="-229" dirty="0">
                <a:solidFill>
                  <a:srgbClr val="C82506"/>
                </a:solidFill>
                <a:latin typeface="Verdana"/>
                <a:cs typeface="Verdana"/>
              </a:rPr>
              <a:t>push</a:t>
            </a:r>
            <a:r>
              <a:rPr sz="3600" i="1" spc="-320" dirty="0">
                <a:solidFill>
                  <a:srgbClr val="C82506"/>
                </a:solidFill>
                <a:latin typeface="Verdana"/>
                <a:cs typeface="Verdana"/>
              </a:rPr>
              <a:t> </a:t>
            </a:r>
            <a:r>
              <a:rPr sz="3300" spc="-65" dirty="0">
                <a:latin typeface="Tahoma"/>
                <a:cs typeface="Tahoma"/>
              </a:rPr>
              <a:t>(upload)</a:t>
            </a:r>
            <a:r>
              <a:rPr sz="3300" spc="-95" dirty="0">
                <a:latin typeface="Tahoma"/>
                <a:cs typeface="Tahoma"/>
              </a:rPr>
              <a:t> </a:t>
            </a:r>
            <a:r>
              <a:rPr sz="3300" dirty="0">
                <a:latin typeface="Tahoma"/>
                <a:cs typeface="Tahoma"/>
              </a:rPr>
              <a:t>the</a:t>
            </a:r>
            <a:r>
              <a:rPr sz="3300" spc="-90" dirty="0">
                <a:latin typeface="Tahoma"/>
                <a:cs typeface="Tahoma"/>
              </a:rPr>
              <a:t> </a:t>
            </a:r>
            <a:r>
              <a:rPr sz="3300" dirty="0">
                <a:latin typeface="Tahoma"/>
                <a:cs typeface="Tahoma"/>
              </a:rPr>
              <a:t>repository</a:t>
            </a:r>
            <a:r>
              <a:rPr sz="3300" spc="-95" dirty="0">
                <a:latin typeface="Tahoma"/>
                <a:cs typeface="Tahoma"/>
              </a:rPr>
              <a:t> </a:t>
            </a:r>
            <a:r>
              <a:rPr sz="3300" dirty="0">
                <a:latin typeface="Tahoma"/>
                <a:cs typeface="Tahoma"/>
              </a:rPr>
              <a:t>to</a:t>
            </a:r>
            <a:r>
              <a:rPr sz="3300" spc="-90" dirty="0">
                <a:latin typeface="Tahoma"/>
                <a:cs typeface="Tahoma"/>
              </a:rPr>
              <a:t> </a:t>
            </a:r>
            <a:r>
              <a:rPr sz="3300" dirty="0">
                <a:latin typeface="Tahoma"/>
                <a:cs typeface="Tahoma"/>
              </a:rPr>
              <a:t>the</a:t>
            </a:r>
            <a:r>
              <a:rPr sz="3300" spc="-90" dirty="0">
                <a:latin typeface="Tahoma"/>
                <a:cs typeface="Tahoma"/>
              </a:rPr>
              <a:t> </a:t>
            </a:r>
            <a:r>
              <a:rPr sz="3300" spc="-10" dirty="0">
                <a:latin typeface="Tahoma"/>
                <a:cs typeface="Tahoma"/>
              </a:rPr>
              <a:t>server.</a:t>
            </a:r>
            <a:endParaRPr sz="3300">
              <a:latin typeface="Tahoma"/>
              <a:cs typeface="Tahoma"/>
            </a:endParaRPr>
          </a:p>
          <a:p>
            <a:pPr marL="749300" indent="-736600">
              <a:lnSpc>
                <a:spcPct val="100000"/>
              </a:lnSpc>
              <a:spcBef>
                <a:spcPts val="3770"/>
              </a:spcBef>
              <a:buAutoNum type="arabicPeriod"/>
              <a:tabLst>
                <a:tab pos="749300" algn="l"/>
              </a:tabLst>
            </a:pPr>
            <a:r>
              <a:rPr sz="3300" spc="-229" dirty="0">
                <a:latin typeface="Tahoma"/>
                <a:cs typeface="Tahoma"/>
              </a:rPr>
              <a:t>If</a:t>
            </a:r>
            <a:r>
              <a:rPr sz="3300" spc="-100" dirty="0">
                <a:latin typeface="Tahoma"/>
                <a:cs typeface="Tahoma"/>
              </a:rPr>
              <a:t> </a:t>
            </a:r>
            <a:r>
              <a:rPr sz="3300" spc="50" dirty="0">
                <a:latin typeface="Tahoma"/>
                <a:cs typeface="Tahoma"/>
              </a:rPr>
              <a:t>someone</a:t>
            </a:r>
            <a:r>
              <a:rPr sz="3300" spc="-90" dirty="0">
                <a:latin typeface="Tahoma"/>
                <a:cs typeface="Tahoma"/>
              </a:rPr>
              <a:t> </a:t>
            </a:r>
            <a:r>
              <a:rPr sz="3300" spc="50" dirty="0">
                <a:latin typeface="Tahoma"/>
                <a:cs typeface="Tahoma"/>
              </a:rPr>
              <a:t>else</a:t>
            </a:r>
            <a:r>
              <a:rPr sz="3300" spc="-90" dirty="0">
                <a:latin typeface="Tahoma"/>
                <a:cs typeface="Tahoma"/>
              </a:rPr>
              <a:t> </a:t>
            </a:r>
            <a:r>
              <a:rPr sz="3300" dirty="0">
                <a:latin typeface="Tahoma"/>
                <a:cs typeface="Tahoma"/>
              </a:rPr>
              <a:t>modified</a:t>
            </a:r>
            <a:r>
              <a:rPr sz="3300" spc="-95" dirty="0">
                <a:latin typeface="Tahoma"/>
                <a:cs typeface="Tahoma"/>
              </a:rPr>
              <a:t> </a:t>
            </a:r>
            <a:r>
              <a:rPr sz="3300" dirty="0">
                <a:latin typeface="Tahoma"/>
                <a:cs typeface="Tahoma"/>
              </a:rPr>
              <a:t>the</a:t>
            </a:r>
            <a:r>
              <a:rPr sz="3300" spc="-90" dirty="0">
                <a:latin typeface="Tahoma"/>
                <a:cs typeface="Tahoma"/>
              </a:rPr>
              <a:t> </a:t>
            </a:r>
            <a:r>
              <a:rPr sz="3300" dirty="0">
                <a:latin typeface="Tahoma"/>
                <a:cs typeface="Tahoma"/>
              </a:rPr>
              <a:t>project,</a:t>
            </a:r>
            <a:r>
              <a:rPr sz="3300" spc="-90" dirty="0">
                <a:latin typeface="Tahoma"/>
                <a:cs typeface="Tahoma"/>
              </a:rPr>
              <a:t> </a:t>
            </a:r>
            <a:r>
              <a:rPr sz="3300" dirty="0">
                <a:latin typeface="Tahoma"/>
                <a:cs typeface="Tahoma"/>
              </a:rPr>
              <a:t>you</a:t>
            </a:r>
            <a:r>
              <a:rPr sz="3300" spc="-95" dirty="0">
                <a:latin typeface="Tahoma"/>
                <a:cs typeface="Tahoma"/>
              </a:rPr>
              <a:t> </a:t>
            </a:r>
            <a:r>
              <a:rPr sz="3300" spc="80" dirty="0">
                <a:latin typeface="Tahoma"/>
                <a:cs typeface="Tahoma"/>
              </a:rPr>
              <a:t>can</a:t>
            </a:r>
            <a:r>
              <a:rPr sz="3300" spc="-20" dirty="0">
                <a:latin typeface="Tahoma"/>
                <a:cs typeface="Tahoma"/>
              </a:rPr>
              <a:t> </a:t>
            </a:r>
            <a:r>
              <a:rPr sz="3600" i="1" spc="-20" dirty="0">
                <a:solidFill>
                  <a:srgbClr val="C82506"/>
                </a:solidFill>
                <a:latin typeface="Verdana"/>
                <a:cs typeface="Verdana"/>
              </a:rPr>
              <a:t>pull</a:t>
            </a:r>
            <a:endParaRPr sz="3600">
              <a:latin typeface="Verdana"/>
              <a:cs typeface="Verdana"/>
            </a:endParaRPr>
          </a:p>
          <a:p>
            <a:pPr marL="749300">
              <a:lnSpc>
                <a:spcPct val="100000"/>
              </a:lnSpc>
              <a:spcBef>
                <a:spcPts val="10"/>
              </a:spcBef>
            </a:pPr>
            <a:r>
              <a:rPr sz="3300" spc="-75" dirty="0">
                <a:latin typeface="Tahoma"/>
                <a:cs typeface="Tahoma"/>
              </a:rPr>
              <a:t>(sync)</a:t>
            </a:r>
            <a:r>
              <a:rPr sz="3300" spc="-90" dirty="0">
                <a:latin typeface="Tahoma"/>
                <a:cs typeface="Tahoma"/>
              </a:rPr>
              <a:t> </a:t>
            </a:r>
            <a:r>
              <a:rPr sz="3300" dirty="0">
                <a:latin typeface="Tahoma"/>
                <a:cs typeface="Tahoma"/>
              </a:rPr>
              <a:t>the</a:t>
            </a:r>
            <a:r>
              <a:rPr sz="3300" spc="-90" dirty="0">
                <a:latin typeface="Tahoma"/>
                <a:cs typeface="Tahoma"/>
              </a:rPr>
              <a:t> </a:t>
            </a:r>
            <a:r>
              <a:rPr sz="3300" dirty="0">
                <a:latin typeface="Tahoma"/>
                <a:cs typeface="Tahoma"/>
              </a:rPr>
              <a:t>repository</a:t>
            </a:r>
            <a:r>
              <a:rPr sz="3300" spc="-85" dirty="0">
                <a:latin typeface="Tahoma"/>
                <a:cs typeface="Tahoma"/>
              </a:rPr>
              <a:t> </a:t>
            </a:r>
            <a:r>
              <a:rPr sz="3300" dirty="0">
                <a:latin typeface="Tahoma"/>
                <a:cs typeface="Tahoma"/>
              </a:rPr>
              <a:t>to</a:t>
            </a:r>
            <a:r>
              <a:rPr sz="3300" spc="-90" dirty="0">
                <a:latin typeface="Tahoma"/>
                <a:cs typeface="Tahoma"/>
              </a:rPr>
              <a:t> </a:t>
            </a:r>
            <a:r>
              <a:rPr sz="3300" dirty="0">
                <a:latin typeface="Tahoma"/>
                <a:cs typeface="Tahoma"/>
              </a:rPr>
              <a:t>get</a:t>
            </a:r>
            <a:r>
              <a:rPr sz="3300" spc="-95" dirty="0">
                <a:latin typeface="Tahoma"/>
                <a:cs typeface="Tahoma"/>
              </a:rPr>
              <a:t> </a:t>
            </a:r>
            <a:r>
              <a:rPr sz="3300" dirty="0">
                <a:latin typeface="Tahoma"/>
                <a:cs typeface="Tahoma"/>
              </a:rPr>
              <a:t>the</a:t>
            </a:r>
            <a:r>
              <a:rPr sz="3300" spc="-85" dirty="0">
                <a:latin typeface="Tahoma"/>
                <a:cs typeface="Tahoma"/>
              </a:rPr>
              <a:t> </a:t>
            </a:r>
            <a:r>
              <a:rPr sz="3300" dirty="0">
                <a:latin typeface="Tahoma"/>
                <a:cs typeface="Tahoma"/>
              </a:rPr>
              <a:t>updated</a:t>
            </a:r>
            <a:r>
              <a:rPr sz="3300" spc="-90" dirty="0">
                <a:latin typeface="Tahoma"/>
                <a:cs typeface="Tahoma"/>
              </a:rPr>
              <a:t> </a:t>
            </a:r>
            <a:r>
              <a:rPr sz="3300" spc="-10" dirty="0">
                <a:latin typeface="Tahoma"/>
                <a:cs typeface="Tahoma"/>
              </a:rPr>
              <a:t>project.</a:t>
            </a:r>
            <a:endParaRPr sz="3300">
              <a:latin typeface="Tahoma"/>
              <a:cs typeface="Tahoma"/>
            </a:endParaRPr>
          </a:p>
          <a:p>
            <a:pPr marL="749300" indent="-736600">
              <a:lnSpc>
                <a:spcPct val="100000"/>
              </a:lnSpc>
              <a:spcBef>
                <a:spcPts val="3900"/>
              </a:spcBef>
              <a:buAutoNum type="arabicPeriod" startAt="4"/>
              <a:tabLst>
                <a:tab pos="749300" algn="l"/>
              </a:tabLst>
            </a:pPr>
            <a:r>
              <a:rPr sz="3300" dirty="0">
                <a:latin typeface="Tahoma"/>
                <a:cs typeface="Tahoma"/>
              </a:rPr>
              <a:t>Repeat</a:t>
            </a:r>
            <a:r>
              <a:rPr sz="3300" spc="-30" dirty="0">
                <a:latin typeface="Tahoma"/>
                <a:cs typeface="Tahoma"/>
              </a:rPr>
              <a:t> </a:t>
            </a:r>
            <a:r>
              <a:rPr sz="3300" dirty="0">
                <a:latin typeface="Tahoma"/>
                <a:cs typeface="Tahoma"/>
              </a:rPr>
              <a:t>2</a:t>
            </a:r>
            <a:r>
              <a:rPr sz="3300" spc="-15" dirty="0">
                <a:latin typeface="Tahoma"/>
                <a:cs typeface="Tahoma"/>
              </a:rPr>
              <a:t> </a:t>
            </a:r>
            <a:r>
              <a:rPr sz="3300" spc="50" dirty="0">
                <a:latin typeface="Tahoma"/>
                <a:cs typeface="Tahoma"/>
              </a:rPr>
              <a:t>and</a:t>
            </a:r>
            <a:r>
              <a:rPr sz="3300" spc="-20" dirty="0">
                <a:latin typeface="Tahoma"/>
                <a:cs typeface="Tahoma"/>
              </a:rPr>
              <a:t> </a:t>
            </a:r>
            <a:r>
              <a:rPr sz="3300" spc="-25" dirty="0">
                <a:latin typeface="Tahoma"/>
                <a:cs typeface="Tahoma"/>
              </a:rPr>
              <a:t>3.</a:t>
            </a:r>
            <a:endParaRPr sz="3300">
              <a:latin typeface="Tahoma"/>
              <a:cs typeface="Tahom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26486" rIns="0" bIns="0" rtlCol="0">
            <a:spAutoFit/>
          </a:bodyPr>
          <a:lstStyle/>
          <a:p>
            <a:pPr marL="769620">
              <a:lnSpc>
                <a:spcPct val="100000"/>
              </a:lnSpc>
              <a:spcBef>
                <a:spcPts val="100"/>
              </a:spcBef>
            </a:pPr>
            <a:r>
              <a:rPr sz="6400" spc="70" dirty="0"/>
              <a:t>Collaboration</a:t>
            </a:r>
            <a:r>
              <a:rPr sz="6400" spc="-210" dirty="0"/>
              <a:t> </a:t>
            </a:r>
            <a:r>
              <a:rPr sz="6400" spc="55" dirty="0"/>
              <a:t>Workflows</a:t>
            </a:r>
            <a:r>
              <a:rPr sz="6400" spc="-204" dirty="0"/>
              <a:t> </a:t>
            </a:r>
            <a:r>
              <a:rPr sz="6400" spc="-395" dirty="0"/>
              <a:t>(2/2)</a:t>
            </a:r>
            <a:endParaRPr sz="6400"/>
          </a:p>
        </p:txBody>
      </p:sp>
      <p:grpSp>
        <p:nvGrpSpPr>
          <p:cNvPr id="3" name="object 3"/>
          <p:cNvGrpSpPr/>
          <p:nvPr/>
        </p:nvGrpSpPr>
        <p:grpSpPr>
          <a:xfrm>
            <a:off x="4110480" y="3111500"/>
            <a:ext cx="4784090" cy="2370455"/>
            <a:chOff x="4110480" y="3111500"/>
            <a:chExt cx="4784090" cy="2370455"/>
          </a:xfrm>
        </p:grpSpPr>
        <p:pic>
          <p:nvPicPr>
            <p:cNvPr id="4" name="object 4"/>
            <p:cNvPicPr/>
            <p:nvPr/>
          </p:nvPicPr>
          <p:blipFill>
            <a:blip r:embed="rId2" cstate="print"/>
            <a:stretch>
              <a:fillRect/>
            </a:stretch>
          </p:blipFill>
          <p:spPr>
            <a:xfrm>
              <a:off x="5854534" y="3111500"/>
              <a:ext cx="1295733" cy="1572046"/>
            </a:xfrm>
            <a:prstGeom prst="rect">
              <a:avLst/>
            </a:prstGeom>
          </p:spPr>
        </p:pic>
        <p:sp>
          <p:nvSpPr>
            <p:cNvPr id="5" name="object 5"/>
            <p:cNvSpPr/>
            <p:nvPr/>
          </p:nvSpPr>
          <p:spPr>
            <a:xfrm>
              <a:off x="4147242" y="3897523"/>
              <a:ext cx="1707514" cy="1550670"/>
            </a:xfrm>
            <a:custGeom>
              <a:avLst/>
              <a:gdLst/>
              <a:ahLst/>
              <a:cxnLst/>
              <a:rect l="l" t="t" r="r" b="b"/>
              <a:pathLst>
                <a:path w="1707514" h="1550670">
                  <a:moveTo>
                    <a:pt x="1707291" y="0"/>
                  </a:moveTo>
                  <a:lnTo>
                    <a:pt x="0" y="1550379"/>
                  </a:lnTo>
                </a:path>
              </a:pathLst>
            </a:custGeom>
            <a:ln w="9524">
              <a:solidFill>
                <a:srgbClr val="C82506"/>
              </a:solidFill>
            </a:ln>
          </p:spPr>
          <p:txBody>
            <a:bodyPr wrap="square" lIns="0" tIns="0" rIns="0" bIns="0" rtlCol="0"/>
            <a:lstStyle/>
            <a:p>
              <a:endParaRPr/>
            </a:p>
          </p:txBody>
        </p:sp>
        <p:sp>
          <p:nvSpPr>
            <p:cNvPr id="6" name="object 6"/>
            <p:cNvSpPr/>
            <p:nvPr/>
          </p:nvSpPr>
          <p:spPr>
            <a:xfrm>
              <a:off x="4115242" y="5436256"/>
              <a:ext cx="43180" cy="41275"/>
            </a:xfrm>
            <a:custGeom>
              <a:avLst/>
              <a:gdLst/>
              <a:ahLst/>
              <a:cxnLst/>
              <a:rect l="l" t="t" r="r" b="b"/>
              <a:pathLst>
                <a:path w="43179" h="41275">
                  <a:moveTo>
                    <a:pt x="0" y="40706"/>
                  </a:moveTo>
                  <a:lnTo>
                    <a:pt x="21423" y="0"/>
                  </a:lnTo>
                  <a:lnTo>
                    <a:pt x="42576" y="23294"/>
                  </a:lnTo>
                  <a:lnTo>
                    <a:pt x="0" y="40706"/>
                  </a:lnTo>
                  <a:close/>
                </a:path>
              </a:pathLst>
            </a:custGeom>
            <a:solidFill>
              <a:srgbClr val="C82506"/>
            </a:solidFill>
          </p:spPr>
          <p:txBody>
            <a:bodyPr wrap="square" lIns="0" tIns="0" rIns="0" bIns="0" rtlCol="0"/>
            <a:lstStyle/>
            <a:p>
              <a:endParaRPr/>
            </a:p>
          </p:txBody>
        </p:sp>
        <p:sp>
          <p:nvSpPr>
            <p:cNvPr id="7" name="object 7"/>
            <p:cNvSpPr/>
            <p:nvPr/>
          </p:nvSpPr>
          <p:spPr>
            <a:xfrm>
              <a:off x="4115242" y="5436256"/>
              <a:ext cx="43180" cy="41275"/>
            </a:xfrm>
            <a:custGeom>
              <a:avLst/>
              <a:gdLst/>
              <a:ahLst/>
              <a:cxnLst/>
              <a:rect l="l" t="t" r="r" b="b"/>
              <a:pathLst>
                <a:path w="43179" h="41275">
                  <a:moveTo>
                    <a:pt x="21423" y="0"/>
                  </a:moveTo>
                  <a:lnTo>
                    <a:pt x="0" y="40706"/>
                  </a:lnTo>
                  <a:lnTo>
                    <a:pt x="42576" y="23294"/>
                  </a:lnTo>
                  <a:lnTo>
                    <a:pt x="21423" y="0"/>
                  </a:lnTo>
                  <a:close/>
                </a:path>
              </a:pathLst>
            </a:custGeom>
            <a:ln w="9524">
              <a:solidFill>
                <a:srgbClr val="C82506"/>
              </a:solidFill>
            </a:ln>
          </p:spPr>
          <p:txBody>
            <a:bodyPr wrap="square" lIns="0" tIns="0" rIns="0" bIns="0" rtlCol="0"/>
            <a:lstStyle/>
            <a:p>
              <a:endParaRPr/>
            </a:p>
          </p:txBody>
        </p:sp>
        <p:sp>
          <p:nvSpPr>
            <p:cNvPr id="8" name="object 8"/>
            <p:cNvSpPr/>
            <p:nvPr/>
          </p:nvSpPr>
          <p:spPr>
            <a:xfrm>
              <a:off x="7150268" y="3897523"/>
              <a:ext cx="1707514" cy="1550670"/>
            </a:xfrm>
            <a:custGeom>
              <a:avLst/>
              <a:gdLst/>
              <a:ahLst/>
              <a:cxnLst/>
              <a:rect l="l" t="t" r="r" b="b"/>
              <a:pathLst>
                <a:path w="1707515" h="1550670">
                  <a:moveTo>
                    <a:pt x="0" y="0"/>
                  </a:moveTo>
                  <a:lnTo>
                    <a:pt x="1707291" y="1550379"/>
                  </a:lnTo>
                </a:path>
              </a:pathLst>
            </a:custGeom>
            <a:ln w="9524">
              <a:solidFill>
                <a:srgbClr val="C82506"/>
              </a:solidFill>
            </a:ln>
          </p:spPr>
          <p:txBody>
            <a:bodyPr wrap="square" lIns="0" tIns="0" rIns="0" bIns="0" rtlCol="0"/>
            <a:lstStyle/>
            <a:p>
              <a:endParaRPr/>
            </a:p>
          </p:txBody>
        </p:sp>
        <p:sp>
          <p:nvSpPr>
            <p:cNvPr id="9" name="object 9"/>
            <p:cNvSpPr/>
            <p:nvPr/>
          </p:nvSpPr>
          <p:spPr>
            <a:xfrm>
              <a:off x="8846982" y="5436256"/>
              <a:ext cx="43180" cy="41275"/>
            </a:xfrm>
            <a:custGeom>
              <a:avLst/>
              <a:gdLst/>
              <a:ahLst/>
              <a:cxnLst/>
              <a:rect l="l" t="t" r="r" b="b"/>
              <a:pathLst>
                <a:path w="43179" h="41275">
                  <a:moveTo>
                    <a:pt x="42576" y="40706"/>
                  </a:moveTo>
                  <a:lnTo>
                    <a:pt x="0" y="23294"/>
                  </a:lnTo>
                  <a:lnTo>
                    <a:pt x="21153" y="0"/>
                  </a:lnTo>
                  <a:lnTo>
                    <a:pt x="42576" y="40706"/>
                  </a:lnTo>
                  <a:close/>
                </a:path>
              </a:pathLst>
            </a:custGeom>
            <a:solidFill>
              <a:srgbClr val="C82506"/>
            </a:solidFill>
          </p:spPr>
          <p:txBody>
            <a:bodyPr wrap="square" lIns="0" tIns="0" rIns="0" bIns="0" rtlCol="0"/>
            <a:lstStyle/>
            <a:p>
              <a:endParaRPr/>
            </a:p>
          </p:txBody>
        </p:sp>
        <p:sp>
          <p:nvSpPr>
            <p:cNvPr id="10" name="object 10"/>
            <p:cNvSpPr/>
            <p:nvPr/>
          </p:nvSpPr>
          <p:spPr>
            <a:xfrm>
              <a:off x="8846982" y="5436256"/>
              <a:ext cx="43180" cy="41275"/>
            </a:xfrm>
            <a:custGeom>
              <a:avLst/>
              <a:gdLst/>
              <a:ahLst/>
              <a:cxnLst/>
              <a:rect l="l" t="t" r="r" b="b"/>
              <a:pathLst>
                <a:path w="43179" h="41275">
                  <a:moveTo>
                    <a:pt x="0" y="23294"/>
                  </a:moveTo>
                  <a:lnTo>
                    <a:pt x="42576" y="40706"/>
                  </a:lnTo>
                  <a:lnTo>
                    <a:pt x="21153" y="0"/>
                  </a:lnTo>
                  <a:lnTo>
                    <a:pt x="0" y="23294"/>
                  </a:lnTo>
                  <a:close/>
                </a:path>
              </a:pathLst>
            </a:custGeom>
            <a:ln w="9524">
              <a:solidFill>
                <a:srgbClr val="C82506"/>
              </a:solidFill>
            </a:ln>
          </p:spPr>
          <p:txBody>
            <a:bodyPr wrap="square" lIns="0" tIns="0" rIns="0" bIns="0" rtlCol="0"/>
            <a:lstStyle/>
            <a:p>
              <a:endParaRPr/>
            </a:p>
          </p:txBody>
        </p:sp>
      </p:grpSp>
      <p:sp>
        <p:nvSpPr>
          <p:cNvPr id="11" name="object 11"/>
          <p:cNvSpPr txBox="1"/>
          <p:nvPr/>
        </p:nvSpPr>
        <p:spPr>
          <a:xfrm>
            <a:off x="3464061" y="7818136"/>
            <a:ext cx="1282065" cy="482600"/>
          </a:xfrm>
          <a:prstGeom prst="rect">
            <a:avLst/>
          </a:prstGeom>
        </p:spPr>
        <p:txBody>
          <a:bodyPr vert="horz" wrap="square" lIns="0" tIns="12700" rIns="0" bIns="0" rtlCol="0">
            <a:spAutoFit/>
          </a:bodyPr>
          <a:lstStyle/>
          <a:p>
            <a:pPr marL="12700">
              <a:lnSpc>
                <a:spcPct val="100000"/>
              </a:lnSpc>
              <a:spcBef>
                <a:spcPts val="100"/>
              </a:spcBef>
            </a:pPr>
            <a:r>
              <a:rPr sz="3000" spc="-10" dirty="0">
                <a:solidFill>
                  <a:srgbClr val="53585F"/>
                </a:solidFill>
                <a:latin typeface="Arial MT"/>
                <a:cs typeface="Arial MT"/>
              </a:rPr>
              <a:t>Local</a:t>
            </a:r>
            <a:r>
              <a:rPr sz="3000" spc="-165" dirty="0">
                <a:solidFill>
                  <a:srgbClr val="53585F"/>
                </a:solidFill>
                <a:latin typeface="Arial MT"/>
                <a:cs typeface="Arial MT"/>
              </a:rPr>
              <a:t> </a:t>
            </a:r>
            <a:r>
              <a:rPr sz="3000" spc="-50" dirty="0">
                <a:solidFill>
                  <a:srgbClr val="53585F"/>
                </a:solidFill>
                <a:latin typeface="Arial MT"/>
                <a:cs typeface="Arial MT"/>
              </a:rPr>
              <a:t>A</a:t>
            </a:r>
            <a:endParaRPr sz="3000">
              <a:latin typeface="Arial MT"/>
              <a:cs typeface="Arial MT"/>
            </a:endParaRPr>
          </a:p>
        </p:txBody>
      </p:sp>
      <p:sp>
        <p:nvSpPr>
          <p:cNvPr id="12" name="object 12"/>
          <p:cNvSpPr txBox="1"/>
          <p:nvPr/>
        </p:nvSpPr>
        <p:spPr>
          <a:xfrm>
            <a:off x="8269471" y="7818136"/>
            <a:ext cx="1261110" cy="482600"/>
          </a:xfrm>
          <a:prstGeom prst="rect">
            <a:avLst/>
          </a:prstGeom>
        </p:spPr>
        <p:txBody>
          <a:bodyPr vert="horz" wrap="square" lIns="0" tIns="12700" rIns="0" bIns="0" rtlCol="0">
            <a:spAutoFit/>
          </a:bodyPr>
          <a:lstStyle/>
          <a:p>
            <a:pPr marL="12700">
              <a:lnSpc>
                <a:spcPct val="100000"/>
              </a:lnSpc>
              <a:spcBef>
                <a:spcPts val="100"/>
              </a:spcBef>
            </a:pPr>
            <a:r>
              <a:rPr sz="3000" spc="-10" dirty="0">
                <a:solidFill>
                  <a:srgbClr val="53585F"/>
                </a:solidFill>
                <a:latin typeface="Arial MT"/>
                <a:cs typeface="Arial MT"/>
              </a:rPr>
              <a:t>Local</a:t>
            </a:r>
            <a:r>
              <a:rPr sz="3000" spc="-165" dirty="0">
                <a:solidFill>
                  <a:srgbClr val="53585F"/>
                </a:solidFill>
                <a:latin typeface="Arial MT"/>
                <a:cs typeface="Arial MT"/>
              </a:rPr>
              <a:t> </a:t>
            </a:r>
            <a:r>
              <a:rPr sz="3000" spc="-50" dirty="0">
                <a:solidFill>
                  <a:srgbClr val="53585F"/>
                </a:solidFill>
                <a:latin typeface="Arial MT"/>
                <a:cs typeface="Arial MT"/>
              </a:rPr>
              <a:t>B</a:t>
            </a:r>
            <a:endParaRPr sz="3000">
              <a:latin typeface="Arial MT"/>
              <a:cs typeface="Arial MT"/>
            </a:endParaRPr>
          </a:p>
        </p:txBody>
      </p:sp>
      <p:sp>
        <p:nvSpPr>
          <p:cNvPr id="13" name="object 13"/>
          <p:cNvSpPr txBox="1"/>
          <p:nvPr/>
        </p:nvSpPr>
        <p:spPr>
          <a:xfrm>
            <a:off x="5953633" y="4820018"/>
            <a:ext cx="1097915" cy="482600"/>
          </a:xfrm>
          <a:prstGeom prst="rect">
            <a:avLst/>
          </a:prstGeom>
        </p:spPr>
        <p:txBody>
          <a:bodyPr vert="horz" wrap="square" lIns="0" tIns="12700" rIns="0" bIns="0" rtlCol="0">
            <a:spAutoFit/>
          </a:bodyPr>
          <a:lstStyle/>
          <a:p>
            <a:pPr marL="12700">
              <a:lnSpc>
                <a:spcPct val="100000"/>
              </a:lnSpc>
              <a:spcBef>
                <a:spcPts val="100"/>
              </a:spcBef>
            </a:pPr>
            <a:r>
              <a:rPr sz="3000" spc="-55" dirty="0">
                <a:solidFill>
                  <a:srgbClr val="53585F"/>
                </a:solidFill>
                <a:latin typeface="Arial MT"/>
                <a:cs typeface="Arial MT"/>
              </a:rPr>
              <a:t>Server</a:t>
            </a:r>
            <a:endParaRPr sz="3000">
              <a:latin typeface="Arial MT"/>
              <a:cs typeface="Arial MT"/>
            </a:endParaRPr>
          </a:p>
        </p:txBody>
      </p:sp>
      <p:sp>
        <p:nvSpPr>
          <p:cNvPr id="14" name="object 14"/>
          <p:cNvSpPr txBox="1"/>
          <p:nvPr/>
        </p:nvSpPr>
        <p:spPr>
          <a:xfrm>
            <a:off x="3671866" y="5537199"/>
            <a:ext cx="866775" cy="406400"/>
          </a:xfrm>
          <a:prstGeom prst="rect">
            <a:avLst/>
          </a:prstGeom>
        </p:spPr>
        <p:txBody>
          <a:bodyPr vert="horz" wrap="square" lIns="0" tIns="12700" rIns="0" bIns="0" rtlCol="0">
            <a:spAutoFit/>
          </a:bodyPr>
          <a:lstStyle/>
          <a:p>
            <a:pPr marL="12700">
              <a:lnSpc>
                <a:spcPct val="100000"/>
              </a:lnSpc>
              <a:spcBef>
                <a:spcPts val="100"/>
              </a:spcBef>
            </a:pPr>
            <a:r>
              <a:rPr sz="2500" spc="-10" dirty="0">
                <a:solidFill>
                  <a:srgbClr val="C82506"/>
                </a:solidFill>
                <a:latin typeface="Arial MT"/>
                <a:cs typeface="Arial MT"/>
              </a:rPr>
              <a:t>Clone</a:t>
            </a:r>
            <a:endParaRPr sz="2500">
              <a:latin typeface="Arial MT"/>
              <a:cs typeface="Arial MT"/>
            </a:endParaRPr>
          </a:p>
        </p:txBody>
      </p:sp>
      <p:sp>
        <p:nvSpPr>
          <p:cNvPr id="15" name="object 15"/>
          <p:cNvSpPr txBox="1"/>
          <p:nvPr/>
        </p:nvSpPr>
        <p:spPr>
          <a:xfrm>
            <a:off x="8466609" y="5537199"/>
            <a:ext cx="866775" cy="406400"/>
          </a:xfrm>
          <a:prstGeom prst="rect">
            <a:avLst/>
          </a:prstGeom>
        </p:spPr>
        <p:txBody>
          <a:bodyPr vert="horz" wrap="square" lIns="0" tIns="12700" rIns="0" bIns="0" rtlCol="0">
            <a:spAutoFit/>
          </a:bodyPr>
          <a:lstStyle/>
          <a:p>
            <a:pPr marL="12700">
              <a:lnSpc>
                <a:spcPct val="100000"/>
              </a:lnSpc>
              <a:spcBef>
                <a:spcPts val="100"/>
              </a:spcBef>
            </a:pPr>
            <a:r>
              <a:rPr sz="2500" spc="-10" dirty="0">
                <a:solidFill>
                  <a:srgbClr val="C82506"/>
                </a:solidFill>
                <a:latin typeface="Arial MT"/>
                <a:cs typeface="Arial MT"/>
              </a:rPr>
              <a:t>Clone</a:t>
            </a:r>
            <a:endParaRPr sz="2500">
              <a:latin typeface="Arial MT"/>
              <a:cs typeface="Arial MT"/>
            </a:endParaRPr>
          </a:p>
        </p:txBody>
      </p:sp>
      <p:pic>
        <p:nvPicPr>
          <p:cNvPr id="16" name="object 16"/>
          <p:cNvPicPr/>
          <p:nvPr/>
        </p:nvPicPr>
        <p:blipFill>
          <a:blip r:embed="rId2" cstate="print"/>
          <a:stretch>
            <a:fillRect/>
          </a:stretch>
        </p:blipFill>
        <p:spPr>
          <a:xfrm>
            <a:off x="8251904" y="6124164"/>
            <a:ext cx="1295733" cy="1572048"/>
          </a:xfrm>
          <a:prstGeom prst="rect">
            <a:avLst/>
          </a:prstGeom>
        </p:spPr>
      </p:pic>
      <p:pic>
        <p:nvPicPr>
          <p:cNvPr id="17" name="object 17"/>
          <p:cNvPicPr/>
          <p:nvPr/>
        </p:nvPicPr>
        <p:blipFill>
          <a:blip r:embed="rId2" cstate="print"/>
          <a:stretch>
            <a:fillRect/>
          </a:stretch>
        </p:blipFill>
        <p:spPr>
          <a:xfrm>
            <a:off x="3457161" y="6124164"/>
            <a:ext cx="1295733" cy="1572048"/>
          </a:xfrm>
          <a:prstGeom prst="rect">
            <a:avLst/>
          </a:prstGeom>
        </p:spPr>
      </p:pic>
      <p:sp>
        <p:nvSpPr>
          <p:cNvPr id="18" name="object 18"/>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53</a:t>
            </a:fld>
            <a:endParaRPr spc="-25"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854534" y="3111500"/>
            <a:ext cx="1295733" cy="1572046"/>
          </a:xfrm>
          <a:prstGeom prst="rect">
            <a:avLst/>
          </a:prstGeom>
        </p:spPr>
      </p:pic>
      <p:grpSp>
        <p:nvGrpSpPr>
          <p:cNvPr id="3" name="object 3"/>
          <p:cNvGrpSpPr/>
          <p:nvPr/>
        </p:nvGrpSpPr>
        <p:grpSpPr>
          <a:xfrm>
            <a:off x="3457161" y="6124164"/>
            <a:ext cx="1296035" cy="1572260"/>
            <a:chOff x="3457161" y="6124164"/>
            <a:chExt cx="1296035" cy="1572260"/>
          </a:xfrm>
        </p:grpSpPr>
        <p:pic>
          <p:nvPicPr>
            <p:cNvPr id="4" name="object 4"/>
            <p:cNvPicPr/>
            <p:nvPr/>
          </p:nvPicPr>
          <p:blipFill>
            <a:blip r:embed="rId2" cstate="print"/>
            <a:stretch>
              <a:fillRect/>
            </a:stretch>
          </p:blipFill>
          <p:spPr>
            <a:xfrm>
              <a:off x="3457161" y="6124164"/>
              <a:ext cx="1295733" cy="1572048"/>
            </a:xfrm>
            <a:prstGeom prst="rect">
              <a:avLst/>
            </a:prstGeom>
          </p:spPr>
        </p:pic>
        <p:pic>
          <p:nvPicPr>
            <p:cNvPr id="5" name="object 5"/>
            <p:cNvPicPr/>
            <p:nvPr/>
          </p:nvPicPr>
          <p:blipFill>
            <a:blip r:embed="rId3" cstate="print"/>
            <a:stretch>
              <a:fillRect/>
            </a:stretch>
          </p:blipFill>
          <p:spPr>
            <a:xfrm>
              <a:off x="3684538" y="6515098"/>
              <a:ext cx="840983" cy="840984"/>
            </a:xfrm>
            <a:prstGeom prst="rect">
              <a:avLst/>
            </a:prstGeom>
          </p:spPr>
        </p:pic>
        <p:pic>
          <p:nvPicPr>
            <p:cNvPr id="6" name="object 6"/>
            <p:cNvPicPr/>
            <p:nvPr/>
          </p:nvPicPr>
          <p:blipFill>
            <a:blip r:embed="rId4" cstate="print"/>
            <a:stretch>
              <a:fillRect/>
            </a:stretch>
          </p:blipFill>
          <p:spPr>
            <a:xfrm>
              <a:off x="3722638" y="6527798"/>
              <a:ext cx="764783" cy="764784"/>
            </a:xfrm>
            <a:prstGeom prst="rect">
              <a:avLst/>
            </a:prstGeom>
          </p:spPr>
        </p:pic>
      </p:grpSp>
      <p:sp>
        <p:nvSpPr>
          <p:cNvPr id="7" name="object 7"/>
          <p:cNvSpPr txBox="1">
            <a:spLocks noGrp="1"/>
          </p:cNvSpPr>
          <p:nvPr>
            <p:ph type="title"/>
          </p:nvPr>
        </p:nvSpPr>
        <p:spPr>
          <a:prstGeom prst="rect">
            <a:avLst/>
          </a:prstGeom>
        </p:spPr>
        <p:txBody>
          <a:bodyPr vert="horz" wrap="square" lIns="0" tIns="626486" rIns="0" bIns="0" rtlCol="0">
            <a:spAutoFit/>
          </a:bodyPr>
          <a:lstStyle/>
          <a:p>
            <a:pPr marL="769620">
              <a:lnSpc>
                <a:spcPct val="100000"/>
              </a:lnSpc>
              <a:spcBef>
                <a:spcPts val="100"/>
              </a:spcBef>
            </a:pPr>
            <a:r>
              <a:rPr sz="6400" spc="70" dirty="0"/>
              <a:t>Collaboration</a:t>
            </a:r>
            <a:r>
              <a:rPr sz="6400" spc="-210" dirty="0"/>
              <a:t> </a:t>
            </a:r>
            <a:r>
              <a:rPr sz="6400" spc="55" dirty="0"/>
              <a:t>Workflows</a:t>
            </a:r>
            <a:r>
              <a:rPr sz="6400" spc="-204" dirty="0"/>
              <a:t> </a:t>
            </a:r>
            <a:r>
              <a:rPr sz="6400" spc="-395" dirty="0"/>
              <a:t>(2/2)</a:t>
            </a:r>
            <a:endParaRPr sz="6400"/>
          </a:p>
        </p:txBody>
      </p:sp>
      <p:sp>
        <p:nvSpPr>
          <p:cNvPr id="8" name="object 8"/>
          <p:cNvSpPr txBox="1"/>
          <p:nvPr/>
        </p:nvSpPr>
        <p:spPr>
          <a:xfrm>
            <a:off x="3464061" y="7818136"/>
            <a:ext cx="1282065" cy="482600"/>
          </a:xfrm>
          <a:prstGeom prst="rect">
            <a:avLst/>
          </a:prstGeom>
        </p:spPr>
        <p:txBody>
          <a:bodyPr vert="horz" wrap="square" lIns="0" tIns="12700" rIns="0" bIns="0" rtlCol="0">
            <a:spAutoFit/>
          </a:bodyPr>
          <a:lstStyle/>
          <a:p>
            <a:pPr marL="12700">
              <a:lnSpc>
                <a:spcPct val="100000"/>
              </a:lnSpc>
              <a:spcBef>
                <a:spcPts val="100"/>
              </a:spcBef>
            </a:pPr>
            <a:r>
              <a:rPr sz="3000" spc="-10" dirty="0">
                <a:solidFill>
                  <a:srgbClr val="53585F"/>
                </a:solidFill>
                <a:latin typeface="Arial MT"/>
                <a:cs typeface="Arial MT"/>
              </a:rPr>
              <a:t>Local</a:t>
            </a:r>
            <a:r>
              <a:rPr sz="3000" spc="-165" dirty="0">
                <a:solidFill>
                  <a:srgbClr val="53585F"/>
                </a:solidFill>
                <a:latin typeface="Arial MT"/>
                <a:cs typeface="Arial MT"/>
              </a:rPr>
              <a:t> </a:t>
            </a:r>
            <a:r>
              <a:rPr sz="3000" spc="-50" dirty="0">
                <a:solidFill>
                  <a:srgbClr val="53585F"/>
                </a:solidFill>
                <a:latin typeface="Arial MT"/>
                <a:cs typeface="Arial MT"/>
              </a:rPr>
              <a:t>A</a:t>
            </a:r>
            <a:endParaRPr sz="3000">
              <a:latin typeface="Arial MT"/>
              <a:cs typeface="Arial MT"/>
            </a:endParaRPr>
          </a:p>
        </p:txBody>
      </p:sp>
      <p:sp>
        <p:nvSpPr>
          <p:cNvPr id="9" name="object 9"/>
          <p:cNvSpPr txBox="1"/>
          <p:nvPr/>
        </p:nvSpPr>
        <p:spPr>
          <a:xfrm>
            <a:off x="8269471" y="7818136"/>
            <a:ext cx="1261110" cy="482600"/>
          </a:xfrm>
          <a:prstGeom prst="rect">
            <a:avLst/>
          </a:prstGeom>
        </p:spPr>
        <p:txBody>
          <a:bodyPr vert="horz" wrap="square" lIns="0" tIns="12700" rIns="0" bIns="0" rtlCol="0">
            <a:spAutoFit/>
          </a:bodyPr>
          <a:lstStyle/>
          <a:p>
            <a:pPr marL="12700">
              <a:lnSpc>
                <a:spcPct val="100000"/>
              </a:lnSpc>
              <a:spcBef>
                <a:spcPts val="100"/>
              </a:spcBef>
            </a:pPr>
            <a:r>
              <a:rPr sz="3000" spc="-10" dirty="0">
                <a:solidFill>
                  <a:srgbClr val="53585F"/>
                </a:solidFill>
                <a:latin typeface="Arial MT"/>
                <a:cs typeface="Arial MT"/>
              </a:rPr>
              <a:t>Local</a:t>
            </a:r>
            <a:r>
              <a:rPr sz="3000" spc="-165" dirty="0">
                <a:solidFill>
                  <a:srgbClr val="53585F"/>
                </a:solidFill>
                <a:latin typeface="Arial MT"/>
                <a:cs typeface="Arial MT"/>
              </a:rPr>
              <a:t> </a:t>
            </a:r>
            <a:r>
              <a:rPr sz="3000" spc="-50" dirty="0">
                <a:solidFill>
                  <a:srgbClr val="53585F"/>
                </a:solidFill>
                <a:latin typeface="Arial MT"/>
                <a:cs typeface="Arial MT"/>
              </a:rPr>
              <a:t>B</a:t>
            </a:r>
            <a:endParaRPr sz="3000">
              <a:latin typeface="Arial MT"/>
              <a:cs typeface="Arial MT"/>
            </a:endParaRPr>
          </a:p>
        </p:txBody>
      </p:sp>
      <p:sp>
        <p:nvSpPr>
          <p:cNvPr id="10" name="object 10"/>
          <p:cNvSpPr txBox="1"/>
          <p:nvPr/>
        </p:nvSpPr>
        <p:spPr>
          <a:xfrm>
            <a:off x="3525203" y="4820018"/>
            <a:ext cx="3526154" cy="1123950"/>
          </a:xfrm>
          <a:prstGeom prst="rect">
            <a:avLst/>
          </a:prstGeom>
        </p:spPr>
        <p:txBody>
          <a:bodyPr vert="horz" wrap="square" lIns="0" tIns="12700" rIns="0" bIns="0" rtlCol="0">
            <a:spAutoFit/>
          </a:bodyPr>
          <a:lstStyle/>
          <a:p>
            <a:pPr marR="5080" algn="r">
              <a:lnSpc>
                <a:spcPct val="100000"/>
              </a:lnSpc>
              <a:spcBef>
                <a:spcPts val="100"/>
              </a:spcBef>
            </a:pPr>
            <a:r>
              <a:rPr sz="3000" spc="-10" dirty="0">
                <a:solidFill>
                  <a:srgbClr val="53585F"/>
                </a:solidFill>
                <a:latin typeface="Arial MT"/>
                <a:cs typeface="Arial MT"/>
              </a:rPr>
              <a:t>Server</a:t>
            </a:r>
            <a:endParaRPr sz="3000">
              <a:latin typeface="Arial MT"/>
              <a:cs typeface="Arial MT"/>
            </a:endParaRPr>
          </a:p>
          <a:p>
            <a:pPr marL="12700">
              <a:lnSpc>
                <a:spcPct val="100000"/>
              </a:lnSpc>
              <a:spcBef>
                <a:spcPts val="2045"/>
              </a:spcBef>
            </a:pPr>
            <a:r>
              <a:rPr sz="2500" spc="-10" dirty="0">
                <a:solidFill>
                  <a:srgbClr val="C82506"/>
                </a:solidFill>
                <a:latin typeface="Arial MT"/>
                <a:cs typeface="Arial MT"/>
              </a:rPr>
              <a:t>Commit</a:t>
            </a:r>
            <a:endParaRPr sz="2500">
              <a:latin typeface="Arial MT"/>
              <a:cs typeface="Arial MT"/>
            </a:endParaRPr>
          </a:p>
        </p:txBody>
      </p:sp>
      <p:pic>
        <p:nvPicPr>
          <p:cNvPr id="11" name="object 11"/>
          <p:cNvPicPr/>
          <p:nvPr/>
        </p:nvPicPr>
        <p:blipFill>
          <a:blip r:embed="rId2" cstate="print"/>
          <a:stretch>
            <a:fillRect/>
          </a:stretch>
        </p:blipFill>
        <p:spPr>
          <a:xfrm>
            <a:off x="8251904" y="6124164"/>
            <a:ext cx="1295733" cy="1572048"/>
          </a:xfrm>
          <a:prstGeom prst="rect">
            <a:avLst/>
          </a:prstGeom>
        </p:spPr>
      </p:pic>
      <p:sp>
        <p:nvSpPr>
          <p:cNvPr id="12" name="object 12"/>
          <p:cNvSpPr txBox="1"/>
          <p:nvPr/>
        </p:nvSpPr>
        <p:spPr>
          <a:xfrm>
            <a:off x="3985039" y="6702417"/>
            <a:ext cx="240029" cy="391160"/>
          </a:xfrm>
          <a:prstGeom prst="rect">
            <a:avLst/>
          </a:prstGeom>
        </p:spPr>
        <p:txBody>
          <a:bodyPr vert="horz" wrap="square" lIns="0" tIns="12700" rIns="0" bIns="0" rtlCol="0">
            <a:spAutoFit/>
          </a:bodyPr>
          <a:lstStyle/>
          <a:p>
            <a:pPr marL="12700">
              <a:lnSpc>
                <a:spcPct val="100000"/>
              </a:lnSpc>
              <a:spcBef>
                <a:spcPts val="100"/>
              </a:spcBef>
            </a:pPr>
            <a:r>
              <a:rPr sz="2400" b="1" spc="-50" dirty="0">
                <a:solidFill>
                  <a:srgbClr val="FFFFFF"/>
                </a:solidFill>
                <a:latin typeface="Gadugi"/>
                <a:cs typeface="Gadugi"/>
              </a:rPr>
              <a:t>A</a:t>
            </a:r>
            <a:endParaRPr sz="2400">
              <a:latin typeface="Gadugi"/>
              <a:cs typeface="Gadugi"/>
            </a:endParaRPr>
          </a:p>
        </p:txBody>
      </p:sp>
      <p:sp>
        <p:nvSpPr>
          <p:cNvPr id="14" name="object 1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54</a:t>
            </a:fld>
            <a:endParaRPr spc="-25" dirty="0"/>
          </a:p>
        </p:txBody>
      </p:sp>
      <p:sp>
        <p:nvSpPr>
          <p:cNvPr id="13" name="object 13"/>
          <p:cNvSpPr txBox="1"/>
          <p:nvPr/>
        </p:nvSpPr>
        <p:spPr>
          <a:xfrm>
            <a:off x="1425831" y="6737674"/>
            <a:ext cx="1366520" cy="406400"/>
          </a:xfrm>
          <a:prstGeom prst="rect">
            <a:avLst/>
          </a:prstGeom>
        </p:spPr>
        <p:txBody>
          <a:bodyPr vert="horz" wrap="square" lIns="0" tIns="12700" rIns="0" bIns="0" rtlCol="0">
            <a:spAutoFit/>
          </a:bodyPr>
          <a:lstStyle/>
          <a:p>
            <a:pPr marL="12700">
              <a:lnSpc>
                <a:spcPct val="100000"/>
              </a:lnSpc>
              <a:spcBef>
                <a:spcPts val="100"/>
              </a:spcBef>
            </a:pPr>
            <a:r>
              <a:rPr sz="2500" spc="-30" dirty="0">
                <a:solidFill>
                  <a:srgbClr val="C82506"/>
                </a:solidFill>
                <a:latin typeface="Arial MT"/>
                <a:cs typeface="Arial MT"/>
              </a:rPr>
              <a:t>Version</a:t>
            </a:r>
            <a:r>
              <a:rPr sz="2500" spc="-130" dirty="0">
                <a:solidFill>
                  <a:srgbClr val="C82506"/>
                </a:solidFill>
                <a:latin typeface="Arial MT"/>
                <a:cs typeface="Arial MT"/>
              </a:rPr>
              <a:t> </a:t>
            </a:r>
            <a:r>
              <a:rPr sz="2500" spc="-50" dirty="0">
                <a:solidFill>
                  <a:srgbClr val="C82506"/>
                </a:solidFill>
                <a:latin typeface="Arial MT"/>
                <a:cs typeface="Arial MT"/>
              </a:rPr>
              <a:t>A</a:t>
            </a:r>
            <a:endParaRPr sz="2500">
              <a:latin typeface="Arial MT"/>
              <a:cs typeface="Arial MT"/>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854534" y="3111500"/>
            <a:ext cx="1295733" cy="1572046"/>
          </a:xfrm>
          <a:prstGeom prst="rect">
            <a:avLst/>
          </a:prstGeom>
        </p:spPr>
      </p:pic>
      <p:grpSp>
        <p:nvGrpSpPr>
          <p:cNvPr id="3" name="object 3"/>
          <p:cNvGrpSpPr/>
          <p:nvPr/>
        </p:nvGrpSpPr>
        <p:grpSpPr>
          <a:xfrm>
            <a:off x="3457161" y="6121398"/>
            <a:ext cx="1296035" cy="1572260"/>
            <a:chOff x="3457161" y="6121398"/>
            <a:chExt cx="1296035" cy="1572260"/>
          </a:xfrm>
        </p:grpSpPr>
        <p:pic>
          <p:nvPicPr>
            <p:cNvPr id="4" name="object 4"/>
            <p:cNvPicPr/>
            <p:nvPr/>
          </p:nvPicPr>
          <p:blipFill>
            <a:blip r:embed="rId2" cstate="print"/>
            <a:stretch>
              <a:fillRect/>
            </a:stretch>
          </p:blipFill>
          <p:spPr>
            <a:xfrm>
              <a:off x="3457161" y="6121398"/>
              <a:ext cx="1295736" cy="1572051"/>
            </a:xfrm>
            <a:prstGeom prst="rect">
              <a:avLst/>
            </a:prstGeom>
          </p:spPr>
        </p:pic>
        <p:pic>
          <p:nvPicPr>
            <p:cNvPr id="5" name="object 5"/>
            <p:cNvPicPr/>
            <p:nvPr/>
          </p:nvPicPr>
          <p:blipFill>
            <a:blip r:embed="rId3" cstate="print"/>
            <a:stretch>
              <a:fillRect/>
            </a:stretch>
          </p:blipFill>
          <p:spPr>
            <a:xfrm>
              <a:off x="3684537" y="6512332"/>
              <a:ext cx="840984" cy="840984"/>
            </a:xfrm>
            <a:prstGeom prst="rect">
              <a:avLst/>
            </a:prstGeom>
          </p:spPr>
        </p:pic>
        <p:pic>
          <p:nvPicPr>
            <p:cNvPr id="6" name="object 6"/>
            <p:cNvPicPr/>
            <p:nvPr/>
          </p:nvPicPr>
          <p:blipFill>
            <a:blip r:embed="rId4" cstate="print"/>
            <a:stretch>
              <a:fillRect/>
            </a:stretch>
          </p:blipFill>
          <p:spPr>
            <a:xfrm>
              <a:off x="3722637" y="6525032"/>
              <a:ext cx="764784" cy="764784"/>
            </a:xfrm>
            <a:prstGeom prst="rect">
              <a:avLst/>
            </a:prstGeom>
          </p:spPr>
        </p:pic>
      </p:grpSp>
      <p:sp>
        <p:nvSpPr>
          <p:cNvPr id="7" name="object 7"/>
          <p:cNvSpPr txBox="1"/>
          <p:nvPr/>
        </p:nvSpPr>
        <p:spPr>
          <a:xfrm>
            <a:off x="3997739" y="6786722"/>
            <a:ext cx="214629" cy="304800"/>
          </a:xfrm>
          <a:prstGeom prst="rect">
            <a:avLst/>
          </a:prstGeom>
        </p:spPr>
        <p:txBody>
          <a:bodyPr vert="horz" wrap="square" lIns="0" tIns="0" rIns="0" bIns="0" rtlCol="0">
            <a:spAutoFit/>
          </a:bodyPr>
          <a:lstStyle/>
          <a:p>
            <a:pPr>
              <a:lnSpc>
                <a:spcPts val="2295"/>
              </a:lnSpc>
            </a:pPr>
            <a:r>
              <a:rPr sz="2400" b="1" spc="-50" dirty="0">
                <a:solidFill>
                  <a:srgbClr val="FFFFFF"/>
                </a:solidFill>
                <a:latin typeface="Gadugi"/>
                <a:cs typeface="Gadugi"/>
              </a:rPr>
              <a:t>A</a:t>
            </a:r>
            <a:endParaRPr sz="2400">
              <a:latin typeface="Gadugi"/>
              <a:cs typeface="Gadugi"/>
            </a:endParaRPr>
          </a:p>
        </p:txBody>
      </p:sp>
      <p:grpSp>
        <p:nvGrpSpPr>
          <p:cNvPr id="8" name="object 8"/>
          <p:cNvGrpSpPr/>
          <p:nvPr/>
        </p:nvGrpSpPr>
        <p:grpSpPr>
          <a:xfrm>
            <a:off x="3457161" y="6121398"/>
            <a:ext cx="1296035" cy="1572260"/>
            <a:chOff x="3457161" y="6121398"/>
            <a:chExt cx="1296035" cy="1572260"/>
          </a:xfrm>
        </p:grpSpPr>
        <p:pic>
          <p:nvPicPr>
            <p:cNvPr id="9" name="object 9"/>
            <p:cNvPicPr/>
            <p:nvPr/>
          </p:nvPicPr>
          <p:blipFill>
            <a:blip r:embed="rId2" cstate="print"/>
            <a:stretch>
              <a:fillRect/>
            </a:stretch>
          </p:blipFill>
          <p:spPr>
            <a:xfrm>
              <a:off x="3457161" y="6121398"/>
              <a:ext cx="1295736" cy="1572051"/>
            </a:xfrm>
            <a:prstGeom prst="rect">
              <a:avLst/>
            </a:prstGeom>
          </p:spPr>
        </p:pic>
        <p:pic>
          <p:nvPicPr>
            <p:cNvPr id="10" name="object 10"/>
            <p:cNvPicPr/>
            <p:nvPr/>
          </p:nvPicPr>
          <p:blipFill>
            <a:blip r:embed="rId3" cstate="print"/>
            <a:stretch>
              <a:fillRect/>
            </a:stretch>
          </p:blipFill>
          <p:spPr>
            <a:xfrm>
              <a:off x="3684537" y="6512332"/>
              <a:ext cx="840984" cy="840984"/>
            </a:xfrm>
            <a:prstGeom prst="rect">
              <a:avLst/>
            </a:prstGeom>
          </p:spPr>
        </p:pic>
        <p:pic>
          <p:nvPicPr>
            <p:cNvPr id="11" name="object 11"/>
            <p:cNvPicPr/>
            <p:nvPr/>
          </p:nvPicPr>
          <p:blipFill>
            <a:blip r:embed="rId4" cstate="print"/>
            <a:stretch>
              <a:fillRect/>
            </a:stretch>
          </p:blipFill>
          <p:spPr>
            <a:xfrm>
              <a:off x="3722637" y="6525032"/>
              <a:ext cx="764784" cy="764784"/>
            </a:xfrm>
            <a:prstGeom prst="rect">
              <a:avLst/>
            </a:prstGeom>
          </p:spPr>
        </p:pic>
      </p:grpSp>
      <p:sp>
        <p:nvSpPr>
          <p:cNvPr id="12" name="object 12"/>
          <p:cNvSpPr txBox="1"/>
          <p:nvPr/>
        </p:nvSpPr>
        <p:spPr>
          <a:xfrm>
            <a:off x="3985039" y="6699652"/>
            <a:ext cx="240029" cy="391160"/>
          </a:xfrm>
          <a:prstGeom prst="rect">
            <a:avLst/>
          </a:prstGeom>
        </p:spPr>
        <p:txBody>
          <a:bodyPr vert="horz" wrap="square" lIns="0" tIns="12700" rIns="0" bIns="0" rtlCol="0">
            <a:spAutoFit/>
          </a:bodyPr>
          <a:lstStyle/>
          <a:p>
            <a:pPr marL="12700">
              <a:lnSpc>
                <a:spcPct val="100000"/>
              </a:lnSpc>
              <a:spcBef>
                <a:spcPts val="100"/>
              </a:spcBef>
            </a:pPr>
            <a:r>
              <a:rPr sz="2400" b="1" spc="-50" dirty="0">
                <a:solidFill>
                  <a:srgbClr val="FFFFFF"/>
                </a:solidFill>
                <a:latin typeface="Gadugi"/>
                <a:cs typeface="Gadugi"/>
              </a:rPr>
              <a:t>A</a:t>
            </a:r>
            <a:endParaRPr sz="2400">
              <a:latin typeface="Gadugi"/>
              <a:cs typeface="Gadugi"/>
            </a:endParaRPr>
          </a:p>
        </p:txBody>
      </p:sp>
      <p:sp>
        <p:nvSpPr>
          <p:cNvPr id="13" name="object 13"/>
          <p:cNvSpPr txBox="1">
            <a:spLocks noGrp="1"/>
          </p:cNvSpPr>
          <p:nvPr>
            <p:ph type="title"/>
          </p:nvPr>
        </p:nvSpPr>
        <p:spPr>
          <a:prstGeom prst="rect">
            <a:avLst/>
          </a:prstGeom>
        </p:spPr>
        <p:txBody>
          <a:bodyPr vert="horz" wrap="square" lIns="0" tIns="626486" rIns="0" bIns="0" rtlCol="0">
            <a:spAutoFit/>
          </a:bodyPr>
          <a:lstStyle/>
          <a:p>
            <a:pPr marL="769620">
              <a:lnSpc>
                <a:spcPct val="100000"/>
              </a:lnSpc>
              <a:spcBef>
                <a:spcPts val="100"/>
              </a:spcBef>
            </a:pPr>
            <a:r>
              <a:rPr sz="6400" spc="70" dirty="0"/>
              <a:t>Collaboration</a:t>
            </a:r>
            <a:r>
              <a:rPr sz="6400" spc="-210" dirty="0"/>
              <a:t> </a:t>
            </a:r>
            <a:r>
              <a:rPr sz="6400" spc="55" dirty="0"/>
              <a:t>Workflows</a:t>
            </a:r>
            <a:r>
              <a:rPr sz="6400" spc="-204" dirty="0"/>
              <a:t> </a:t>
            </a:r>
            <a:r>
              <a:rPr sz="6400" spc="-395" dirty="0"/>
              <a:t>(2/2)</a:t>
            </a:r>
            <a:endParaRPr sz="6400"/>
          </a:p>
        </p:txBody>
      </p:sp>
      <p:sp>
        <p:nvSpPr>
          <p:cNvPr id="14" name="object 14"/>
          <p:cNvSpPr txBox="1"/>
          <p:nvPr/>
        </p:nvSpPr>
        <p:spPr>
          <a:xfrm>
            <a:off x="3464061" y="7818136"/>
            <a:ext cx="1282065" cy="482600"/>
          </a:xfrm>
          <a:prstGeom prst="rect">
            <a:avLst/>
          </a:prstGeom>
        </p:spPr>
        <p:txBody>
          <a:bodyPr vert="horz" wrap="square" lIns="0" tIns="12700" rIns="0" bIns="0" rtlCol="0">
            <a:spAutoFit/>
          </a:bodyPr>
          <a:lstStyle/>
          <a:p>
            <a:pPr marL="12700">
              <a:lnSpc>
                <a:spcPct val="100000"/>
              </a:lnSpc>
              <a:spcBef>
                <a:spcPts val="100"/>
              </a:spcBef>
            </a:pPr>
            <a:r>
              <a:rPr sz="3000" spc="-10" dirty="0">
                <a:solidFill>
                  <a:srgbClr val="53585F"/>
                </a:solidFill>
                <a:latin typeface="Arial MT"/>
                <a:cs typeface="Arial MT"/>
              </a:rPr>
              <a:t>Local</a:t>
            </a:r>
            <a:r>
              <a:rPr sz="3000" spc="-165" dirty="0">
                <a:solidFill>
                  <a:srgbClr val="53585F"/>
                </a:solidFill>
                <a:latin typeface="Arial MT"/>
                <a:cs typeface="Arial MT"/>
              </a:rPr>
              <a:t> </a:t>
            </a:r>
            <a:r>
              <a:rPr sz="3000" spc="-50" dirty="0">
                <a:solidFill>
                  <a:srgbClr val="53585F"/>
                </a:solidFill>
                <a:latin typeface="Arial MT"/>
                <a:cs typeface="Arial MT"/>
              </a:rPr>
              <a:t>A</a:t>
            </a:r>
            <a:endParaRPr sz="3000">
              <a:latin typeface="Arial MT"/>
              <a:cs typeface="Arial MT"/>
            </a:endParaRPr>
          </a:p>
        </p:txBody>
      </p:sp>
      <p:sp>
        <p:nvSpPr>
          <p:cNvPr id="15" name="object 15"/>
          <p:cNvSpPr txBox="1"/>
          <p:nvPr/>
        </p:nvSpPr>
        <p:spPr>
          <a:xfrm>
            <a:off x="8269471" y="7818136"/>
            <a:ext cx="1261110" cy="482600"/>
          </a:xfrm>
          <a:prstGeom prst="rect">
            <a:avLst/>
          </a:prstGeom>
        </p:spPr>
        <p:txBody>
          <a:bodyPr vert="horz" wrap="square" lIns="0" tIns="12700" rIns="0" bIns="0" rtlCol="0">
            <a:spAutoFit/>
          </a:bodyPr>
          <a:lstStyle/>
          <a:p>
            <a:pPr marL="12700">
              <a:lnSpc>
                <a:spcPct val="100000"/>
              </a:lnSpc>
              <a:spcBef>
                <a:spcPts val="100"/>
              </a:spcBef>
            </a:pPr>
            <a:r>
              <a:rPr sz="3000" spc="-10" dirty="0">
                <a:solidFill>
                  <a:srgbClr val="53585F"/>
                </a:solidFill>
                <a:latin typeface="Arial MT"/>
                <a:cs typeface="Arial MT"/>
              </a:rPr>
              <a:t>Local</a:t>
            </a:r>
            <a:r>
              <a:rPr sz="3000" spc="-165" dirty="0">
                <a:solidFill>
                  <a:srgbClr val="53585F"/>
                </a:solidFill>
                <a:latin typeface="Arial MT"/>
                <a:cs typeface="Arial MT"/>
              </a:rPr>
              <a:t> </a:t>
            </a:r>
            <a:r>
              <a:rPr sz="3000" spc="-50" dirty="0">
                <a:solidFill>
                  <a:srgbClr val="53585F"/>
                </a:solidFill>
                <a:latin typeface="Arial MT"/>
                <a:cs typeface="Arial MT"/>
              </a:rPr>
              <a:t>B</a:t>
            </a:r>
            <a:endParaRPr sz="3000">
              <a:latin typeface="Arial MT"/>
              <a:cs typeface="Arial MT"/>
            </a:endParaRPr>
          </a:p>
        </p:txBody>
      </p:sp>
      <p:sp>
        <p:nvSpPr>
          <p:cNvPr id="16" name="object 16"/>
          <p:cNvSpPr txBox="1"/>
          <p:nvPr/>
        </p:nvSpPr>
        <p:spPr>
          <a:xfrm>
            <a:off x="3757100" y="4820018"/>
            <a:ext cx="3294379" cy="1123950"/>
          </a:xfrm>
          <a:prstGeom prst="rect">
            <a:avLst/>
          </a:prstGeom>
        </p:spPr>
        <p:txBody>
          <a:bodyPr vert="horz" wrap="square" lIns="0" tIns="12700" rIns="0" bIns="0" rtlCol="0">
            <a:spAutoFit/>
          </a:bodyPr>
          <a:lstStyle/>
          <a:p>
            <a:pPr marR="5080" algn="r">
              <a:lnSpc>
                <a:spcPct val="100000"/>
              </a:lnSpc>
              <a:spcBef>
                <a:spcPts val="100"/>
              </a:spcBef>
            </a:pPr>
            <a:r>
              <a:rPr sz="3000" spc="-10" dirty="0">
                <a:solidFill>
                  <a:srgbClr val="53585F"/>
                </a:solidFill>
                <a:latin typeface="Arial MT"/>
                <a:cs typeface="Arial MT"/>
              </a:rPr>
              <a:t>Server</a:t>
            </a:r>
            <a:endParaRPr sz="3000">
              <a:latin typeface="Arial MT"/>
              <a:cs typeface="Arial MT"/>
            </a:endParaRPr>
          </a:p>
          <a:p>
            <a:pPr marL="12700">
              <a:lnSpc>
                <a:spcPct val="100000"/>
              </a:lnSpc>
              <a:spcBef>
                <a:spcPts val="2045"/>
              </a:spcBef>
            </a:pPr>
            <a:r>
              <a:rPr sz="2500" spc="-20" dirty="0">
                <a:solidFill>
                  <a:srgbClr val="C82506"/>
                </a:solidFill>
                <a:latin typeface="Arial MT"/>
                <a:cs typeface="Arial MT"/>
              </a:rPr>
              <a:t>Push</a:t>
            </a:r>
            <a:endParaRPr sz="2500">
              <a:latin typeface="Arial MT"/>
              <a:cs typeface="Arial MT"/>
            </a:endParaRPr>
          </a:p>
        </p:txBody>
      </p:sp>
      <p:pic>
        <p:nvPicPr>
          <p:cNvPr id="17" name="object 17"/>
          <p:cNvPicPr/>
          <p:nvPr/>
        </p:nvPicPr>
        <p:blipFill>
          <a:blip r:embed="rId2" cstate="print"/>
          <a:stretch>
            <a:fillRect/>
          </a:stretch>
        </p:blipFill>
        <p:spPr>
          <a:xfrm>
            <a:off x="8251904" y="6121400"/>
            <a:ext cx="1295734" cy="1572046"/>
          </a:xfrm>
          <a:prstGeom prst="rect">
            <a:avLst/>
          </a:prstGeom>
        </p:spPr>
      </p:pic>
      <p:sp>
        <p:nvSpPr>
          <p:cNvPr id="18" name="object 18"/>
          <p:cNvSpPr txBox="1"/>
          <p:nvPr/>
        </p:nvSpPr>
        <p:spPr>
          <a:xfrm>
            <a:off x="1425831" y="6737674"/>
            <a:ext cx="1366520" cy="406400"/>
          </a:xfrm>
          <a:prstGeom prst="rect">
            <a:avLst/>
          </a:prstGeom>
        </p:spPr>
        <p:txBody>
          <a:bodyPr vert="horz" wrap="square" lIns="0" tIns="12700" rIns="0" bIns="0" rtlCol="0">
            <a:spAutoFit/>
          </a:bodyPr>
          <a:lstStyle/>
          <a:p>
            <a:pPr marL="12700">
              <a:lnSpc>
                <a:spcPct val="100000"/>
              </a:lnSpc>
              <a:spcBef>
                <a:spcPts val="100"/>
              </a:spcBef>
            </a:pPr>
            <a:r>
              <a:rPr sz="2500" spc="-30" dirty="0">
                <a:solidFill>
                  <a:srgbClr val="C82506"/>
                </a:solidFill>
                <a:latin typeface="Arial MT"/>
                <a:cs typeface="Arial MT"/>
              </a:rPr>
              <a:t>Version</a:t>
            </a:r>
            <a:r>
              <a:rPr sz="2500" spc="-130" dirty="0">
                <a:solidFill>
                  <a:srgbClr val="C82506"/>
                </a:solidFill>
                <a:latin typeface="Arial MT"/>
                <a:cs typeface="Arial MT"/>
              </a:rPr>
              <a:t> </a:t>
            </a:r>
            <a:r>
              <a:rPr sz="2500" spc="-50" dirty="0">
                <a:solidFill>
                  <a:srgbClr val="C82506"/>
                </a:solidFill>
                <a:latin typeface="Arial MT"/>
                <a:cs typeface="Arial MT"/>
              </a:rPr>
              <a:t>A</a:t>
            </a:r>
            <a:endParaRPr sz="2500">
              <a:latin typeface="Arial MT"/>
              <a:cs typeface="Arial MT"/>
            </a:endParaRPr>
          </a:p>
        </p:txBody>
      </p:sp>
      <p:grpSp>
        <p:nvGrpSpPr>
          <p:cNvPr id="19" name="object 19"/>
          <p:cNvGrpSpPr/>
          <p:nvPr/>
        </p:nvGrpSpPr>
        <p:grpSpPr>
          <a:xfrm>
            <a:off x="4100171" y="3902122"/>
            <a:ext cx="1749425" cy="1589405"/>
            <a:chOff x="4100171" y="3902122"/>
            <a:chExt cx="1749425" cy="1589405"/>
          </a:xfrm>
        </p:grpSpPr>
        <p:sp>
          <p:nvSpPr>
            <p:cNvPr id="20" name="object 20"/>
            <p:cNvSpPr/>
            <p:nvPr/>
          </p:nvSpPr>
          <p:spPr>
            <a:xfrm>
              <a:off x="4104933" y="3935944"/>
              <a:ext cx="1707514" cy="1550670"/>
            </a:xfrm>
            <a:custGeom>
              <a:avLst/>
              <a:gdLst/>
              <a:ahLst/>
              <a:cxnLst/>
              <a:rect l="l" t="t" r="r" b="b"/>
              <a:pathLst>
                <a:path w="1707514" h="1550670">
                  <a:moveTo>
                    <a:pt x="1707291" y="0"/>
                  </a:moveTo>
                  <a:lnTo>
                    <a:pt x="0" y="1550379"/>
                  </a:lnTo>
                </a:path>
              </a:pathLst>
            </a:custGeom>
            <a:ln w="9524">
              <a:solidFill>
                <a:srgbClr val="C82506"/>
              </a:solidFill>
            </a:ln>
          </p:spPr>
          <p:txBody>
            <a:bodyPr wrap="square" lIns="0" tIns="0" rIns="0" bIns="0" rtlCol="0"/>
            <a:lstStyle/>
            <a:p>
              <a:endParaRPr/>
            </a:p>
          </p:txBody>
        </p:sp>
        <p:sp>
          <p:nvSpPr>
            <p:cNvPr id="21" name="object 21"/>
            <p:cNvSpPr/>
            <p:nvPr/>
          </p:nvSpPr>
          <p:spPr>
            <a:xfrm>
              <a:off x="5801648" y="3906884"/>
              <a:ext cx="43180" cy="41275"/>
            </a:xfrm>
            <a:custGeom>
              <a:avLst/>
              <a:gdLst/>
              <a:ahLst/>
              <a:cxnLst/>
              <a:rect l="l" t="t" r="r" b="b"/>
              <a:pathLst>
                <a:path w="43179" h="41275">
                  <a:moveTo>
                    <a:pt x="21153" y="40706"/>
                  </a:moveTo>
                  <a:lnTo>
                    <a:pt x="0" y="17412"/>
                  </a:lnTo>
                  <a:lnTo>
                    <a:pt x="42576" y="0"/>
                  </a:lnTo>
                  <a:lnTo>
                    <a:pt x="21153" y="40706"/>
                  </a:lnTo>
                  <a:close/>
                </a:path>
              </a:pathLst>
            </a:custGeom>
            <a:solidFill>
              <a:srgbClr val="C82506"/>
            </a:solidFill>
          </p:spPr>
          <p:txBody>
            <a:bodyPr wrap="square" lIns="0" tIns="0" rIns="0" bIns="0" rtlCol="0"/>
            <a:lstStyle/>
            <a:p>
              <a:endParaRPr/>
            </a:p>
          </p:txBody>
        </p:sp>
        <p:sp>
          <p:nvSpPr>
            <p:cNvPr id="22" name="object 22"/>
            <p:cNvSpPr/>
            <p:nvPr/>
          </p:nvSpPr>
          <p:spPr>
            <a:xfrm>
              <a:off x="5801648" y="3906884"/>
              <a:ext cx="43180" cy="41275"/>
            </a:xfrm>
            <a:custGeom>
              <a:avLst/>
              <a:gdLst/>
              <a:ahLst/>
              <a:cxnLst/>
              <a:rect l="l" t="t" r="r" b="b"/>
              <a:pathLst>
                <a:path w="43179" h="41275">
                  <a:moveTo>
                    <a:pt x="21153" y="40706"/>
                  </a:moveTo>
                  <a:lnTo>
                    <a:pt x="42576" y="0"/>
                  </a:lnTo>
                  <a:lnTo>
                    <a:pt x="0" y="17412"/>
                  </a:lnTo>
                  <a:lnTo>
                    <a:pt x="21153" y="40706"/>
                  </a:lnTo>
                  <a:close/>
                </a:path>
              </a:pathLst>
            </a:custGeom>
            <a:ln w="9524">
              <a:solidFill>
                <a:srgbClr val="C82506"/>
              </a:solidFill>
            </a:ln>
          </p:spPr>
          <p:txBody>
            <a:bodyPr wrap="square" lIns="0" tIns="0" rIns="0" bIns="0" rtlCol="0"/>
            <a:lstStyle/>
            <a:p>
              <a:endParaRPr/>
            </a:p>
          </p:txBody>
        </p:sp>
      </p:grpSp>
      <p:sp>
        <p:nvSpPr>
          <p:cNvPr id="23" name="object 23"/>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55</a:t>
            </a:fld>
            <a:endParaRPr spc="-25"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854532" y="3111498"/>
            <a:ext cx="1296035" cy="1572260"/>
            <a:chOff x="5854532" y="3111498"/>
            <a:chExt cx="1296035" cy="1572260"/>
          </a:xfrm>
        </p:grpSpPr>
        <p:pic>
          <p:nvPicPr>
            <p:cNvPr id="3" name="object 3"/>
            <p:cNvPicPr/>
            <p:nvPr/>
          </p:nvPicPr>
          <p:blipFill>
            <a:blip r:embed="rId2" cstate="print"/>
            <a:stretch>
              <a:fillRect/>
            </a:stretch>
          </p:blipFill>
          <p:spPr>
            <a:xfrm>
              <a:off x="5854532" y="3111498"/>
              <a:ext cx="1295736" cy="1572051"/>
            </a:xfrm>
            <a:prstGeom prst="rect">
              <a:avLst/>
            </a:prstGeom>
          </p:spPr>
        </p:pic>
        <p:pic>
          <p:nvPicPr>
            <p:cNvPr id="4" name="object 4"/>
            <p:cNvPicPr/>
            <p:nvPr/>
          </p:nvPicPr>
          <p:blipFill>
            <a:blip r:embed="rId3" cstate="print"/>
            <a:stretch>
              <a:fillRect/>
            </a:stretch>
          </p:blipFill>
          <p:spPr>
            <a:xfrm>
              <a:off x="6081908" y="3502432"/>
              <a:ext cx="840984" cy="840984"/>
            </a:xfrm>
            <a:prstGeom prst="rect">
              <a:avLst/>
            </a:prstGeom>
          </p:spPr>
        </p:pic>
        <p:pic>
          <p:nvPicPr>
            <p:cNvPr id="5" name="object 5"/>
            <p:cNvPicPr/>
            <p:nvPr/>
          </p:nvPicPr>
          <p:blipFill>
            <a:blip r:embed="rId4" cstate="print"/>
            <a:stretch>
              <a:fillRect/>
            </a:stretch>
          </p:blipFill>
          <p:spPr>
            <a:xfrm>
              <a:off x="6120008" y="3515132"/>
              <a:ext cx="764784" cy="764784"/>
            </a:xfrm>
            <a:prstGeom prst="rect">
              <a:avLst/>
            </a:prstGeom>
          </p:spPr>
        </p:pic>
      </p:grpSp>
      <p:sp>
        <p:nvSpPr>
          <p:cNvPr id="6" name="object 6"/>
          <p:cNvSpPr txBox="1"/>
          <p:nvPr/>
        </p:nvSpPr>
        <p:spPr>
          <a:xfrm>
            <a:off x="6395110" y="3776823"/>
            <a:ext cx="214629" cy="304800"/>
          </a:xfrm>
          <a:prstGeom prst="rect">
            <a:avLst/>
          </a:prstGeom>
        </p:spPr>
        <p:txBody>
          <a:bodyPr vert="horz" wrap="square" lIns="0" tIns="0" rIns="0" bIns="0" rtlCol="0">
            <a:spAutoFit/>
          </a:bodyPr>
          <a:lstStyle/>
          <a:p>
            <a:pPr>
              <a:lnSpc>
                <a:spcPts val="2295"/>
              </a:lnSpc>
            </a:pPr>
            <a:r>
              <a:rPr sz="2400" b="1" spc="-50" dirty="0">
                <a:solidFill>
                  <a:srgbClr val="FFFFFF"/>
                </a:solidFill>
                <a:latin typeface="Gadugi"/>
                <a:cs typeface="Gadugi"/>
              </a:rPr>
              <a:t>A</a:t>
            </a:r>
            <a:endParaRPr sz="2400">
              <a:latin typeface="Gadugi"/>
              <a:cs typeface="Gadugi"/>
            </a:endParaRPr>
          </a:p>
        </p:txBody>
      </p:sp>
      <p:sp>
        <p:nvSpPr>
          <p:cNvPr id="7" name="object 7"/>
          <p:cNvSpPr txBox="1">
            <a:spLocks noGrp="1"/>
          </p:cNvSpPr>
          <p:nvPr>
            <p:ph type="title"/>
          </p:nvPr>
        </p:nvSpPr>
        <p:spPr>
          <a:xfrm>
            <a:off x="1143724" y="991107"/>
            <a:ext cx="10713720" cy="1000760"/>
          </a:xfrm>
          <a:prstGeom prst="rect">
            <a:avLst/>
          </a:prstGeom>
        </p:spPr>
        <p:txBody>
          <a:bodyPr vert="horz" wrap="square" lIns="0" tIns="12700" rIns="0" bIns="0" rtlCol="0">
            <a:spAutoFit/>
          </a:bodyPr>
          <a:lstStyle/>
          <a:p>
            <a:pPr marL="12700">
              <a:lnSpc>
                <a:spcPct val="100000"/>
              </a:lnSpc>
              <a:spcBef>
                <a:spcPts val="100"/>
              </a:spcBef>
            </a:pPr>
            <a:r>
              <a:rPr sz="6400" spc="70" dirty="0"/>
              <a:t>Collaboration</a:t>
            </a:r>
            <a:r>
              <a:rPr sz="6400" spc="-210" dirty="0"/>
              <a:t> </a:t>
            </a:r>
            <a:r>
              <a:rPr sz="6400" spc="55" dirty="0"/>
              <a:t>Workflows</a:t>
            </a:r>
            <a:r>
              <a:rPr sz="6400" spc="-204" dirty="0"/>
              <a:t> </a:t>
            </a:r>
            <a:r>
              <a:rPr sz="6400" spc="-395" dirty="0"/>
              <a:t>(2/2)</a:t>
            </a:r>
            <a:endParaRPr sz="6400"/>
          </a:p>
        </p:txBody>
      </p:sp>
      <p:sp>
        <p:nvSpPr>
          <p:cNvPr id="8" name="object 8"/>
          <p:cNvSpPr txBox="1"/>
          <p:nvPr/>
        </p:nvSpPr>
        <p:spPr>
          <a:xfrm>
            <a:off x="3464061" y="7818136"/>
            <a:ext cx="1282065" cy="482600"/>
          </a:xfrm>
          <a:prstGeom prst="rect">
            <a:avLst/>
          </a:prstGeom>
        </p:spPr>
        <p:txBody>
          <a:bodyPr vert="horz" wrap="square" lIns="0" tIns="12700" rIns="0" bIns="0" rtlCol="0">
            <a:spAutoFit/>
          </a:bodyPr>
          <a:lstStyle/>
          <a:p>
            <a:pPr marL="12700">
              <a:lnSpc>
                <a:spcPct val="100000"/>
              </a:lnSpc>
              <a:spcBef>
                <a:spcPts val="100"/>
              </a:spcBef>
            </a:pPr>
            <a:r>
              <a:rPr sz="3000" spc="-10" dirty="0">
                <a:solidFill>
                  <a:srgbClr val="53585F"/>
                </a:solidFill>
                <a:latin typeface="Arial MT"/>
                <a:cs typeface="Arial MT"/>
              </a:rPr>
              <a:t>Local</a:t>
            </a:r>
            <a:r>
              <a:rPr sz="3000" spc="-165" dirty="0">
                <a:solidFill>
                  <a:srgbClr val="53585F"/>
                </a:solidFill>
                <a:latin typeface="Arial MT"/>
                <a:cs typeface="Arial MT"/>
              </a:rPr>
              <a:t> </a:t>
            </a:r>
            <a:r>
              <a:rPr sz="3000" spc="-50" dirty="0">
                <a:solidFill>
                  <a:srgbClr val="53585F"/>
                </a:solidFill>
                <a:latin typeface="Arial MT"/>
                <a:cs typeface="Arial MT"/>
              </a:rPr>
              <a:t>A</a:t>
            </a:r>
            <a:endParaRPr sz="3000">
              <a:latin typeface="Arial MT"/>
              <a:cs typeface="Arial MT"/>
            </a:endParaRPr>
          </a:p>
        </p:txBody>
      </p:sp>
      <p:sp>
        <p:nvSpPr>
          <p:cNvPr id="9" name="object 9"/>
          <p:cNvSpPr txBox="1"/>
          <p:nvPr/>
        </p:nvSpPr>
        <p:spPr>
          <a:xfrm>
            <a:off x="8269471" y="7818136"/>
            <a:ext cx="1261110" cy="482600"/>
          </a:xfrm>
          <a:prstGeom prst="rect">
            <a:avLst/>
          </a:prstGeom>
        </p:spPr>
        <p:txBody>
          <a:bodyPr vert="horz" wrap="square" lIns="0" tIns="12700" rIns="0" bIns="0" rtlCol="0">
            <a:spAutoFit/>
          </a:bodyPr>
          <a:lstStyle/>
          <a:p>
            <a:pPr marL="12700">
              <a:lnSpc>
                <a:spcPct val="100000"/>
              </a:lnSpc>
              <a:spcBef>
                <a:spcPts val="100"/>
              </a:spcBef>
            </a:pPr>
            <a:r>
              <a:rPr sz="3000" spc="-10" dirty="0">
                <a:solidFill>
                  <a:srgbClr val="53585F"/>
                </a:solidFill>
                <a:latin typeface="Arial MT"/>
                <a:cs typeface="Arial MT"/>
              </a:rPr>
              <a:t>Local</a:t>
            </a:r>
            <a:r>
              <a:rPr sz="3000" spc="-165" dirty="0">
                <a:solidFill>
                  <a:srgbClr val="53585F"/>
                </a:solidFill>
                <a:latin typeface="Arial MT"/>
                <a:cs typeface="Arial MT"/>
              </a:rPr>
              <a:t> </a:t>
            </a:r>
            <a:r>
              <a:rPr sz="3000" spc="-50" dirty="0">
                <a:solidFill>
                  <a:srgbClr val="53585F"/>
                </a:solidFill>
                <a:latin typeface="Arial MT"/>
                <a:cs typeface="Arial MT"/>
              </a:rPr>
              <a:t>B</a:t>
            </a:r>
            <a:endParaRPr sz="3000">
              <a:latin typeface="Arial MT"/>
              <a:cs typeface="Arial MT"/>
            </a:endParaRPr>
          </a:p>
        </p:txBody>
      </p:sp>
      <p:pic>
        <p:nvPicPr>
          <p:cNvPr id="10" name="object 10"/>
          <p:cNvPicPr/>
          <p:nvPr/>
        </p:nvPicPr>
        <p:blipFill>
          <a:blip r:embed="rId2" cstate="print"/>
          <a:stretch>
            <a:fillRect/>
          </a:stretch>
        </p:blipFill>
        <p:spPr>
          <a:xfrm>
            <a:off x="8251904" y="6121400"/>
            <a:ext cx="1295734" cy="1572046"/>
          </a:xfrm>
          <a:prstGeom prst="rect">
            <a:avLst/>
          </a:prstGeom>
        </p:spPr>
      </p:pic>
      <p:grpSp>
        <p:nvGrpSpPr>
          <p:cNvPr id="11" name="object 11"/>
          <p:cNvGrpSpPr/>
          <p:nvPr/>
        </p:nvGrpSpPr>
        <p:grpSpPr>
          <a:xfrm>
            <a:off x="3457161" y="6121398"/>
            <a:ext cx="1296035" cy="1572260"/>
            <a:chOff x="3457161" y="6121398"/>
            <a:chExt cx="1296035" cy="1572260"/>
          </a:xfrm>
        </p:grpSpPr>
        <p:pic>
          <p:nvPicPr>
            <p:cNvPr id="12" name="object 12"/>
            <p:cNvPicPr/>
            <p:nvPr/>
          </p:nvPicPr>
          <p:blipFill>
            <a:blip r:embed="rId2" cstate="print"/>
            <a:stretch>
              <a:fillRect/>
            </a:stretch>
          </p:blipFill>
          <p:spPr>
            <a:xfrm>
              <a:off x="3457161" y="6121398"/>
              <a:ext cx="1295736" cy="1572051"/>
            </a:xfrm>
            <a:prstGeom prst="rect">
              <a:avLst/>
            </a:prstGeom>
          </p:spPr>
        </p:pic>
        <p:pic>
          <p:nvPicPr>
            <p:cNvPr id="13" name="object 13"/>
            <p:cNvPicPr/>
            <p:nvPr/>
          </p:nvPicPr>
          <p:blipFill>
            <a:blip r:embed="rId3" cstate="print"/>
            <a:stretch>
              <a:fillRect/>
            </a:stretch>
          </p:blipFill>
          <p:spPr>
            <a:xfrm>
              <a:off x="3684537" y="6512332"/>
              <a:ext cx="840984" cy="840984"/>
            </a:xfrm>
            <a:prstGeom prst="rect">
              <a:avLst/>
            </a:prstGeom>
          </p:spPr>
        </p:pic>
        <p:pic>
          <p:nvPicPr>
            <p:cNvPr id="14" name="object 14"/>
            <p:cNvPicPr/>
            <p:nvPr/>
          </p:nvPicPr>
          <p:blipFill>
            <a:blip r:embed="rId5" cstate="print"/>
            <a:stretch>
              <a:fillRect/>
            </a:stretch>
          </p:blipFill>
          <p:spPr>
            <a:xfrm>
              <a:off x="3722637" y="6525032"/>
              <a:ext cx="764784" cy="764784"/>
            </a:xfrm>
            <a:prstGeom prst="rect">
              <a:avLst/>
            </a:prstGeom>
          </p:spPr>
        </p:pic>
      </p:grpSp>
      <p:sp>
        <p:nvSpPr>
          <p:cNvPr id="15" name="object 15"/>
          <p:cNvSpPr txBox="1"/>
          <p:nvPr/>
        </p:nvSpPr>
        <p:spPr>
          <a:xfrm>
            <a:off x="3985039" y="6699652"/>
            <a:ext cx="240029" cy="391160"/>
          </a:xfrm>
          <a:prstGeom prst="rect">
            <a:avLst/>
          </a:prstGeom>
        </p:spPr>
        <p:txBody>
          <a:bodyPr vert="horz" wrap="square" lIns="0" tIns="12700" rIns="0" bIns="0" rtlCol="0">
            <a:spAutoFit/>
          </a:bodyPr>
          <a:lstStyle/>
          <a:p>
            <a:pPr marL="12700">
              <a:lnSpc>
                <a:spcPct val="100000"/>
              </a:lnSpc>
              <a:spcBef>
                <a:spcPts val="100"/>
              </a:spcBef>
            </a:pPr>
            <a:r>
              <a:rPr sz="2400" b="1" spc="-50" dirty="0">
                <a:solidFill>
                  <a:srgbClr val="FFFFFF"/>
                </a:solidFill>
                <a:latin typeface="Gadugi"/>
                <a:cs typeface="Gadugi"/>
              </a:rPr>
              <a:t>A</a:t>
            </a:r>
            <a:endParaRPr sz="2400">
              <a:latin typeface="Gadugi"/>
              <a:cs typeface="Gadugi"/>
            </a:endParaRPr>
          </a:p>
        </p:txBody>
      </p:sp>
      <p:grpSp>
        <p:nvGrpSpPr>
          <p:cNvPr id="16" name="object 16"/>
          <p:cNvGrpSpPr/>
          <p:nvPr/>
        </p:nvGrpSpPr>
        <p:grpSpPr>
          <a:xfrm>
            <a:off x="5854532" y="3111498"/>
            <a:ext cx="1296035" cy="1572260"/>
            <a:chOff x="5854532" y="3111498"/>
            <a:chExt cx="1296035" cy="1572260"/>
          </a:xfrm>
        </p:grpSpPr>
        <p:pic>
          <p:nvPicPr>
            <p:cNvPr id="17" name="object 17"/>
            <p:cNvPicPr/>
            <p:nvPr/>
          </p:nvPicPr>
          <p:blipFill>
            <a:blip r:embed="rId2" cstate="print"/>
            <a:stretch>
              <a:fillRect/>
            </a:stretch>
          </p:blipFill>
          <p:spPr>
            <a:xfrm>
              <a:off x="5854532" y="3111498"/>
              <a:ext cx="1295736" cy="1572051"/>
            </a:xfrm>
            <a:prstGeom prst="rect">
              <a:avLst/>
            </a:prstGeom>
          </p:spPr>
        </p:pic>
        <p:pic>
          <p:nvPicPr>
            <p:cNvPr id="18" name="object 18"/>
            <p:cNvPicPr/>
            <p:nvPr/>
          </p:nvPicPr>
          <p:blipFill>
            <a:blip r:embed="rId3" cstate="print"/>
            <a:stretch>
              <a:fillRect/>
            </a:stretch>
          </p:blipFill>
          <p:spPr>
            <a:xfrm>
              <a:off x="6081908" y="3502432"/>
              <a:ext cx="840984" cy="840984"/>
            </a:xfrm>
            <a:prstGeom prst="rect">
              <a:avLst/>
            </a:prstGeom>
          </p:spPr>
        </p:pic>
        <p:pic>
          <p:nvPicPr>
            <p:cNvPr id="19" name="object 19"/>
            <p:cNvPicPr/>
            <p:nvPr/>
          </p:nvPicPr>
          <p:blipFill>
            <a:blip r:embed="rId4" cstate="print"/>
            <a:stretch>
              <a:fillRect/>
            </a:stretch>
          </p:blipFill>
          <p:spPr>
            <a:xfrm>
              <a:off x="6120008" y="3515132"/>
              <a:ext cx="764784" cy="764784"/>
            </a:xfrm>
            <a:prstGeom prst="rect">
              <a:avLst/>
            </a:prstGeom>
          </p:spPr>
        </p:pic>
      </p:grpSp>
      <p:sp>
        <p:nvSpPr>
          <p:cNvPr id="20" name="object 20"/>
          <p:cNvSpPr txBox="1"/>
          <p:nvPr/>
        </p:nvSpPr>
        <p:spPr>
          <a:xfrm>
            <a:off x="5953633" y="3689751"/>
            <a:ext cx="3215005" cy="2254250"/>
          </a:xfrm>
          <a:prstGeom prst="rect">
            <a:avLst/>
          </a:prstGeom>
        </p:spPr>
        <p:txBody>
          <a:bodyPr vert="horz" wrap="square" lIns="0" tIns="12700" rIns="0" bIns="0" rtlCol="0">
            <a:spAutoFit/>
          </a:bodyPr>
          <a:lstStyle/>
          <a:p>
            <a:pPr marR="2109470" algn="ctr">
              <a:lnSpc>
                <a:spcPct val="100000"/>
              </a:lnSpc>
              <a:spcBef>
                <a:spcPts val="100"/>
              </a:spcBef>
            </a:pPr>
            <a:r>
              <a:rPr sz="2400" b="1" spc="-50" dirty="0">
                <a:solidFill>
                  <a:srgbClr val="FFFFFF"/>
                </a:solidFill>
                <a:latin typeface="Gadugi"/>
                <a:cs typeface="Gadugi"/>
              </a:rPr>
              <a:t>A</a:t>
            </a:r>
            <a:endParaRPr sz="2400">
              <a:latin typeface="Gadugi"/>
              <a:cs typeface="Gadugi"/>
            </a:endParaRPr>
          </a:p>
          <a:p>
            <a:pPr>
              <a:lnSpc>
                <a:spcPct val="100000"/>
              </a:lnSpc>
              <a:spcBef>
                <a:spcPts val="2825"/>
              </a:spcBef>
            </a:pPr>
            <a:endParaRPr sz="2400">
              <a:latin typeface="Gadugi"/>
              <a:cs typeface="Gadugi"/>
            </a:endParaRPr>
          </a:p>
          <a:p>
            <a:pPr marR="2109470" algn="ctr">
              <a:lnSpc>
                <a:spcPct val="100000"/>
              </a:lnSpc>
            </a:pPr>
            <a:r>
              <a:rPr sz="3000" spc="-45" dirty="0">
                <a:solidFill>
                  <a:srgbClr val="53585F"/>
                </a:solidFill>
                <a:latin typeface="Arial MT"/>
                <a:cs typeface="Arial MT"/>
              </a:rPr>
              <a:t>Server</a:t>
            </a:r>
            <a:endParaRPr sz="3000">
              <a:latin typeface="Arial MT"/>
              <a:cs typeface="Arial MT"/>
            </a:endParaRPr>
          </a:p>
          <a:p>
            <a:pPr marR="5080" algn="r">
              <a:lnSpc>
                <a:spcPct val="100000"/>
              </a:lnSpc>
              <a:spcBef>
                <a:spcPts val="2050"/>
              </a:spcBef>
            </a:pPr>
            <a:r>
              <a:rPr sz="2500" spc="-20" dirty="0">
                <a:solidFill>
                  <a:srgbClr val="C82506"/>
                </a:solidFill>
                <a:latin typeface="Arial MT"/>
                <a:cs typeface="Arial MT"/>
              </a:rPr>
              <a:t>Pull</a:t>
            </a:r>
            <a:endParaRPr sz="2500">
              <a:latin typeface="Arial MT"/>
              <a:cs typeface="Arial MT"/>
            </a:endParaRPr>
          </a:p>
        </p:txBody>
      </p:sp>
      <p:sp>
        <p:nvSpPr>
          <p:cNvPr id="21" name="object 21"/>
          <p:cNvSpPr txBox="1"/>
          <p:nvPr/>
        </p:nvSpPr>
        <p:spPr>
          <a:xfrm>
            <a:off x="1425831" y="6737674"/>
            <a:ext cx="1366520" cy="406400"/>
          </a:xfrm>
          <a:prstGeom prst="rect">
            <a:avLst/>
          </a:prstGeom>
        </p:spPr>
        <p:txBody>
          <a:bodyPr vert="horz" wrap="square" lIns="0" tIns="12700" rIns="0" bIns="0" rtlCol="0">
            <a:spAutoFit/>
          </a:bodyPr>
          <a:lstStyle/>
          <a:p>
            <a:pPr marL="12700">
              <a:lnSpc>
                <a:spcPct val="100000"/>
              </a:lnSpc>
              <a:spcBef>
                <a:spcPts val="100"/>
              </a:spcBef>
            </a:pPr>
            <a:r>
              <a:rPr sz="2500" spc="-30" dirty="0">
                <a:solidFill>
                  <a:srgbClr val="C82506"/>
                </a:solidFill>
                <a:latin typeface="Arial MT"/>
                <a:cs typeface="Arial MT"/>
              </a:rPr>
              <a:t>Version</a:t>
            </a:r>
            <a:r>
              <a:rPr sz="2500" spc="-130" dirty="0">
                <a:solidFill>
                  <a:srgbClr val="C82506"/>
                </a:solidFill>
                <a:latin typeface="Arial MT"/>
                <a:cs typeface="Arial MT"/>
              </a:rPr>
              <a:t> </a:t>
            </a:r>
            <a:r>
              <a:rPr sz="2500" spc="-50" dirty="0">
                <a:solidFill>
                  <a:srgbClr val="C82506"/>
                </a:solidFill>
                <a:latin typeface="Arial MT"/>
                <a:cs typeface="Arial MT"/>
              </a:rPr>
              <a:t>A</a:t>
            </a:r>
            <a:endParaRPr sz="2500">
              <a:latin typeface="Arial MT"/>
              <a:cs typeface="Arial MT"/>
            </a:endParaRPr>
          </a:p>
        </p:txBody>
      </p:sp>
      <p:sp>
        <p:nvSpPr>
          <p:cNvPr id="22" name="object 22"/>
          <p:cNvSpPr txBox="1"/>
          <p:nvPr/>
        </p:nvSpPr>
        <p:spPr>
          <a:xfrm>
            <a:off x="5813056" y="2432374"/>
            <a:ext cx="1366520" cy="406400"/>
          </a:xfrm>
          <a:prstGeom prst="rect">
            <a:avLst/>
          </a:prstGeom>
        </p:spPr>
        <p:txBody>
          <a:bodyPr vert="horz" wrap="square" lIns="0" tIns="12700" rIns="0" bIns="0" rtlCol="0">
            <a:spAutoFit/>
          </a:bodyPr>
          <a:lstStyle/>
          <a:p>
            <a:pPr marL="12700">
              <a:lnSpc>
                <a:spcPct val="100000"/>
              </a:lnSpc>
              <a:spcBef>
                <a:spcPts val="100"/>
              </a:spcBef>
            </a:pPr>
            <a:r>
              <a:rPr sz="2500" spc="-30" dirty="0">
                <a:solidFill>
                  <a:srgbClr val="C82506"/>
                </a:solidFill>
                <a:latin typeface="Arial MT"/>
                <a:cs typeface="Arial MT"/>
              </a:rPr>
              <a:t>Version</a:t>
            </a:r>
            <a:r>
              <a:rPr sz="2500" spc="-130" dirty="0">
                <a:solidFill>
                  <a:srgbClr val="C82506"/>
                </a:solidFill>
                <a:latin typeface="Arial MT"/>
                <a:cs typeface="Arial MT"/>
              </a:rPr>
              <a:t> </a:t>
            </a:r>
            <a:r>
              <a:rPr sz="2500" spc="-50" dirty="0">
                <a:solidFill>
                  <a:srgbClr val="C82506"/>
                </a:solidFill>
                <a:latin typeface="Arial MT"/>
                <a:cs typeface="Arial MT"/>
              </a:rPr>
              <a:t>A</a:t>
            </a:r>
            <a:endParaRPr sz="2500">
              <a:latin typeface="Arial MT"/>
              <a:cs typeface="Arial MT"/>
            </a:endParaRPr>
          </a:p>
        </p:txBody>
      </p:sp>
      <p:grpSp>
        <p:nvGrpSpPr>
          <p:cNvPr id="23" name="object 23"/>
          <p:cNvGrpSpPr/>
          <p:nvPr/>
        </p:nvGrpSpPr>
        <p:grpSpPr>
          <a:xfrm>
            <a:off x="7145505" y="3892761"/>
            <a:ext cx="1749425" cy="1589405"/>
            <a:chOff x="7145505" y="3892761"/>
            <a:chExt cx="1749425" cy="1589405"/>
          </a:xfrm>
        </p:grpSpPr>
        <p:sp>
          <p:nvSpPr>
            <p:cNvPr id="24" name="object 24"/>
            <p:cNvSpPr/>
            <p:nvPr/>
          </p:nvSpPr>
          <p:spPr>
            <a:xfrm>
              <a:off x="7150268" y="3897523"/>
              <a:ext cx="1707514" cy="1550670"/>
            </a:xfrm>
            <a:custGeom>
              <a:avLst/>
              <a:gdLst/>
              <a:ahLst/>
              <a:cxnLst/>
              <a:rect l="l" t="t" r="r" b="b"/>
              <a:pathLst>
                <a:path w="1707515" h="1550670">
                  <a:moveTo>
                    <a:pt x="0" y="0"/>
                  </a:moveTo>
                  <a:lnTo>
                    <a:pt x="1707291" y="1550379"/>
                  </a:lnTo>
                </a:path>
              </a:pathLst>
            </a:custGeom>
            <a:ln w="9524">
              <a:solidFill>
                <a:srgbClr val="C82506"/>
              </a:solidFill>
            </a:ln>
          </p:spPr>
          <p:txBody>
            <a:bodyPr wrap="square" lIns="0" tIns="0" rIns="0" bIns="0" rtlCol="0"/>
            <a:lstStyle/>
            <a:p>
              <a:endParaRPr/>
            </a:p>
          </p:txBody>
        </p:sp>
        <p:sp>
          <p:nvSpPr>
            <p:cNvPr id="25" name="object 25"/>
            <p:cNvSpPr/>
            <p:nvPr/>
          </p:nvSpPr>
          <p:spPr>
            <a:xfrm>
              <a:off x="8846982" y="5436256"/>
              <a:ext cx="43180" cy="41275"/>
            </a:xfrm>
            <a:custGeom>
              <a:avLst/>
              <a:gdLst/>
              <a:ahLst/>
              <a:cxnLst/>
              <a:rect l="l" t="t" r="r" b="b"/>
              <a:pathLst>
                <a:path w="43179" h="41275">
                  <a:moveTo>
                    <a:pt x="42576" y="40706"/>
                  </a:moveTo>
                  <a:lnTo>
                    <a:pt x="0" y="23293"/>
                  </a:lnTo>
                  <a:lnTo>
                    <a:pt x="21153" y="0"/>
                  </a:lnTo>
                  <a:lnTo>
                    <a:pt x="42576" y="40706"/>
                  </a:lnTo>
                  <a:close/>
                </a:path>
              </a:pathLst>
            </a:custGeom>
            <a:solidFill>
              <a:srgbClr val="C82506"/>
            </a:solidFill>
          </p:spPr>
          <p:txBody>
            <a:bodyPr wrap="square" lIns="0" tIns="0" rIns="0" bIns="0" rtlCol="0"/>
            <a:lstStyle/>
            <a:p>
              <a:endParaRPr/>
            </a:p>
          </p:txBody>
        </p:sp>
        <p:sp>
          <p:nvSpPr>
            <p:cNvPr id="26" name="object 26"/>
            <p:cNvSpPr/>
            <p:nvPr/>
          </p:nvSpPr>
          <p:spPr>
            <a:xfrm>
              <a:off x="8846982" y="5436256"/>
              <a:ext cx="43180" cy="41275"/>
            </a:xfrm>
            <a:custGeom>
              <a:avLst/>
              <a:gdLst/>
              <a:ahLst/>
              <a:cxnLst/>
              <a:rect l="l" t="t" r="r" b="b"/>
              <a:pathLst>
                <a:path w="43179" h="41275">
                  <a:moveTo>
                    <a:pt x="0" y="23293"/>
                  </a:moveTo>
                  <a:lnTo>
                    <a:pt x="42576" y="40706"/>
                  </a:lnTo>
                  <a:lnTo>
                    <a:pt x="21153" y="0"/>
                  </a:lnTo>
                  <a:lnTo>
                    <a:pt x="0" y="23293"/>
                  </a:lnTo>
                  <a:close/>
                </a:path>
              </a:pathLst>
            </a:custGeom>
            <a:ln w="9524">
              <a:solidFill>
                <a:srgbClr val="C82506"/>
              </a:solidFill>
            </a:ln>
          </p:spPr>
          <p:txBody>
            <a:bodyPr wrap="square" lIns="0" tIns="0" rIns="0" bIns="0" rtlCol="0"/>
            <a:lstStyle/>
            <a:p>
              <a:endParaRPr/>
            </a:p>
          </p:txBody>
        </p:sp>
      </p:grpSp>
      <p:sp>
        <p:nvSpPr>
          <p:cNvPr id="27" name="object 27"/>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56</a:t>
            </a:fld>
            <a:endParaRPr spc="-25"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854532" y="3111498"/>
            <a:ext cx="1296035" cy="1572260"/>
            <a:chOff x="5854532" y="3111498"/>
            <a:chExt cx="1296035" cy="1572260"/>
          </a:xfrm>
        </p:grpSpPr>
        <p:pic>
          <p:nvPicPr>
            <p:cNvPr id="3" name="object 3"/>
            <p:cNvPicPr/>
            <p:nvPr/>
          </p:nvPicPr>
          <p:blipFill>
            <a:blip r:embed="rId2" cstate="print"/>
            <a:stretch>
              <a:fillRect/>
            </a:stretch>
          </p:blipFill>
          <p:spPr>
            <a:xfrm>
              <a:off x="5854532" y="3111498"/>
              <a:ext cx="1295736" cy="1572051"/>
            </a:xfrm>
            <a:prstGeom prst="rect">
              <a:avLst/>
            </a:prstGeom>
          </p:spPr>
        </p:pic>
        <p:pic>
          <p:nvPicPr>
            <p:cNvPr id="4" name="object 4"/>
            <p:cNvPicPr/>
            <p:nvPr/>
          </p:nvPicPr>
          <p:blipFill>
            <a:blip r:embed="rId3" cstate="print"/>
            <a:stretch>
              <a:fillRect/>
            </a:stretch>
          </p:blipFill>
          <p:spPr>
            <a:xfrm>
              <a:off x="6081908" y="3502432"/>
              <a:ext cx="840984" cy="840984"/>
            </a:xfrm>
            <a:prstGeom prst="rect">
              <a:avLst/>
            </a:prstGeom>
          </p:spPr>
        </p:pic>
        <p:pic>
          <p:nvPicPr>
            <p:cNvPr id="5" name="object 5"/>
            <p:cNvPicPr/>
            <p:nvPr/>
          </p:nvPicPr>
          <p:blipFill>
            <a:blip r:embed="rId4" cstate="print"/>
            <a:stretch>
              <a:fillRect/>
            </a:stretch>
          </p:blipFill>
          <p:spPr>
            <a:xfrm>
              <a:off x="6120008" y="3515132"/>
              <a:ext cx="764784" cy="764784"/>
            </a:xfrm>
            <a:prstGeom prst="rect">
              <a:avLst/>
            </a:prstGeom>
          </p:spPr>
        </p:pic>
      </p:grpSp>
      <p:sp>
        <p:nvSpPr>
          <p:cNvPr id="6" name="object 6"/>
          <p:cNvSpPr txBox="1"/>
          <p:nvPr/>
        </p:nvSpPr>
        <p:spPr>
          <a:xfrm>
            <a:off x="6395110" y="3776823"/>
            <a:ext cx="214629" cy="304800"/>
          </a:xfrm>
          <a:prstGeom prst="rect">
            <a:avLst/>
          </a:prstGeom>
        </p:spPr>
        <p:txBody>
          <a:bodyPr vert="horz" wrap="square" lIns="0" tIns="0" rIns="0" bIns="0" rtlCol="0">
            <a:spAutoFit/>
          </a:bodyPr>
          <a:lstStyle/>
          <a:p>
            <a:pPr>
              <a:lnSpc>
                <a:spcPts val="2295"/>
              </a:lnSpc>
            </a:pPr>
            <a:r>
              <a:rPr sz="2400" b="1" spc="-50" dirty="0">
                <a:solidFill>
                  <a:srgbClr val="FFFFFF"/>
                </a:solidFill>
                <a:latin typeface="Gadugi"/>
                <a:cs typeface="Gadugi"/>
              </a:rPr>
              <a:t>A</a:t>
            </a:r>
            <a:endParaRPr sz="2400">
              <a:latin typeface="Gadugi"/>
              <a:cs typeface="Gadugi"/>
            </a:endParaRPr>
          </a:p>
        </p:txBody>
      </p:sp>
      <p:sp>
        <p:nvSpPr>
          <p:cNvPr id="7" name="object 7"/>
          <p:cNvSpPr txBox="1">
            <a:spLocks noGrp="1"/>
          </p:cNvSpPr>
          <p:nvPr>
            <p:ph type="title"/>
          </p:nvPr>
        </p:nvSpPr>
        <p:spPr>
          <a:prstGeom prst="rect">
            <a:avLst/>
          </a:prstGeom>
        </p:spPr>
        <p:txBody>
          <a:bodyPr vert="horz" wrap="square" lIns="0" tIns="626486" rIns="0" bIns="0" rtlCol="0">
            <a:spAutoFit/>
          </a:bodyPr>
          <a:lstStyle/>
          <a:p>
            <a:pPr marL="769620">
              <a:lnSpc>
                <a:spcPct val="100000"/>
              </a:lnSpc>
              <a:spcBef>
                <a:spcPts val="100"/>
              </a:spcBef>
            </a:pPr>
            <a:r>
              <a:rPr sz="6400" spc="70" dirty="0"/>
              <a:t>Collaboration</a:t>
            </a:r>
            <a:r>
              <a:rPr sz="6400" spc="-210" dirty="0"/>
              <a:t> </a:t>
            </a:r>
            <a:r>
              <a:rPr sz="6400" spc="55" dirty="0"/>
              <a:t>Workflows</a:t>
            </a:r>
            <a:r>
              <a:rPr sz="6400" spc="-204" dirty="0"/>
              <a:t> </a:t>
            </a:r>
            <a:r>
              <a:rPr sz="6400" spc="-395" dirty="0"/>
              <a:t>(2/2)</a:t>
            </a:r>
            <a:endParaRPr sz="6400"/>
          </a:p>
        </p:txBody>
      </p:sp>
      <p:sp>
        <p:nvSpPr>
          <p:cNvPr id="8" name="object 8"/>
          <p:cNvSpPr txBox="1"/>
          <p:nvPr/>
        </p:nvSpPr>
        <p:spPr>
          <a:xfrm>
            <a:off x="3464061" y="7818136"/>
            <a:ext cx="1282065" cy="482600"/>
          </a:xfrm>
          <a:prstGeom prst="rect">
            <a:avLst/>
          </a:prstGeom>
        </p:spPr>
        <p:txBody>
          <a:bodyPr vert="horz" wrap="square" lIns="0" tIns="12700" rIns="0" bIns="0" rtlCol="0">
            <a:spAutoFit/>
          </a:bodyPr>
          <a:lstStyle/>
          <a:p>
            <a:pPr marL="12700">
              <a:lnSpc>
                <a:spcPct val="100000"/>
              </a:lnSpc>
              <a:spcBef>
                <a:spcPts val="100"/>
              </a:spcBef>
            </a:pPr>
            <a:r>
              <a:rPr sz="3000" spc="-10" dirty="0">
                <a:solidFill>
                  <a:srgbClr val="53585F"/>
                </a:solidFill>
                <a:latin typeface="Arial MT"/>
                <a:cs typeface="Arial MT"/>
              </a:rPr>
              <a:t>Local</a:t>
            </a:r>
            <a:r>
              <a:rPr sz="3000" spc="-165" dirty="0">
                <a:solidFill>
                  <a:srgbClr val="53585F"/>
                </a:solidFill>
                <a:latin typeface="Arial MT"/>
                <a:cs typeface="Arial MT"/>
              </a:rPr>
              <a:t> </a:t>
            </a:r>
            <a:r>
              <a:rPr sz="3000" spc="-50" dirty="0">
                <a:solidFill>
                  <a:srgbClr val="53585F"/>
                </a:solidFill>
                <a:latin typeface="Arial MT"/>
                <a:cs typeface="Arial MT"/>
              </a:rPr>
              <a:t>A</a:t>
            </a:r>
            <a:endParaRPr sz="3000">
              <a:latin typeface="Arial MT"/>
              <a:cs typeface="Arial MT"/>
            </a:endParaRPr>
          </a:p>
        </p:txBody>
      </p:sp>
      <p:sp>
        <p:nvSpPr>
          <p:cNvPr id="9" name="object 9"/>
          <p:cNvSpPr txBox="1"/>
          <p:nvPr/>
        </p:nvSpPr>
        <p:spPr>
          <a:xfrm>
            <a:off x="8269471" y="7818136"/>
            <a:ext cx="1261110" cy="482600"/>
          </a:xfrm>
          <a:prstGeom prst="rect">
            <a:avLst/>
          </a:prstGeom>
        </p:spPr>
        <p:txBody>
          <a:bodyPr vert="horz" wrap="square" lIns="0" tIns="12700" rIns="0" bIns="0" rtlCol="0">
            <a:spAutoFit/>
          </a:bodyPr>
          <a:lstStyle/>
          <a:p>
            <a:pPr marL="12700">
              <a:lnSpc>
                <a:spcPct val="100000"/>
              </a:lnSpc>
              <a:spcBef>
                <a:spcPts val="100"/>
              </a:spcBef>
            </a:pPr>
            <a:r>
              <a:rPr sz="3000" spc="-10" dirty="0">
                <a:solidFill>
                  <a:srgbClr val="53585F"/>
                </a:solidFill>
                <a:latin typeface="Arial MT"/>
                <a:cs typeface="Arial MT"/>
              </a:rPr>
              <a:t>Local</a:t>
            </a:r>
            <a:r>
              <a:rPr sz="3000" spc="-165" dirty="0">
                <a:solidFill>
                  <a:srgbClr val="53585F"/>
                </a:solidFill>
                <a:latin typeface="Arial MT"/>
                <a:cs typeface="Arial MT"/>
              </a:rPr>
              <a:t> </a:t>
            </a:r>
            <a:r>
              <a:rPr sz="3000" spc="-50" dirty="0">
                <a:solidFill>
                  <a:srgbClr val="53585F"/>
                </a:solidFill>
                <a:latin typeface="Arial MT"/>
                <a:cs typeface="Arial MT"/>
              </a:rPr>
              <a:t>B</a:t>
            </a:r>
            <a:endParaRPr sz="3000">
              <a:latin typeface="Arial MT"/>
              <a:cs typeface="Arial MT"/>
            </a:endParaRPr>
          </a:p>
        </p:txBody>
      </p:sp>
      <p:grpSp>
        <p:nvGrpSpPr>
          <p:cNvPr id="10" name="object 10"/>
          <p:cNvGrpSpPr/>
          <p:nvPr/>
        </p:nvGrpSpPr>
        <p:grpSpPr>
          <a:xfrm>
            <a:off x="8251904" y="6121400"/>
            <a:ext cx="1296035" cy="1572260"/>
            <a:chOff x="8251904" y="6121400"/>
            <a:chExt cx="1296035" cy="1572260"/>
          </a:xfrm>
        </p:grpSpPr>
        <p:pic>
          <p:nvPicPr>
            <p:cNvPr id="11" name="object 11"/>
            <p:cNvPicPr/>
            <p:nvPr/>
          </p:nvPicPr>
          <p:blipFill>
            <a:blip r:embed="rId2" cstate="print"/>
            <a:stretch>
              <a:fillRect/>
            </a:stretch>
          </p:blipFill>
          <p:spPr>
            <a:xfrm>
              <a:off x="8251904" y="6121400"/>
              <a:ext cx="1295734" cy="1572046"/>
            </a:xfrm>
            <a:prstGeom prst="rect">
              <a:avLst/>
            </a:prstGeom>
          </p:spPr>
        </p:pic>
        <p:pic>
          <p:nvPicPr>
            <p:cNvPr id="12" name="object 12"/>
            <p:cNvPicPr/>
            <p:nvPr/>
          </p:nvPicPr>
          <p:blipFill>
            <a:blip r:embed="rId5" cstate="print"/>
            <a:stretch>
              <a:fillRect/>
            </a:stretch>
          </p:blipFill>
          <p:spPr>
            <a:xfrm>
              <a:off x="8479279" y="6512331"/>
              <a:ext cx="840983" cy="840983"/>
            </a:xfrm>
            <a:prstGeom prst="rect">
              <a:avLst/>
            </a:prstGeom>
          </p:spPr>
        </p:pic>
        <p:pic>
          <p:nvPicPr>
            <p:cNvPr id="13" name="object 13"/>
            <p:cNvPicPr/>
            <p:nvPr/>
          </p:nvPicPr>
          <p:blipFill>
            <a:blip r:embed="rId6" cstate="print"/>
            <a:stretch>
              <a:fillRect/>
            </a:stretch>
          </p:blipFill>
          <p:spPr>
            <a:xfrm>
              <a:off x="8517379" y="6525031"/>
              <a:ext cx="764783" cy="764783"/>
            </a:xfrm>
            <a:prstGeom prst="rect">
              <a:avLst/>
            </a:prstGeom>
          </p:spPr>
        </p:pic>
      </p:grpSp>
      <p:grpSp>
        <p:nvGrpSpPr>
          <p:cNvPr id="14" name="object 14"/>
          <p:cNvGrpSpPr/>
          <p:nvPr/>
        </p:nvGrpSpPr>
        <p:grpSpPr>
          <a:xfrm>
            <a:off x="3457161" y="6121398"/>
            <a:ext cx="1296035" cy="1572260"/>
            <a:chOff x="3457161" y="6121398"/>
            <a:chExt cx="1296035" cy="1572260"/>
          </a:xfrm>
        </p:grpSpPr>
        <p:pic>
          <p:nvPicPr>
            <p:cNvPr id="15" name="object 15"/>
            <p:cNvPicPr/>
            <p:nvPr/>
          </p:nvPicPr>
          <p:blipFill>
            <a:blip r:embed="rId2" cstate="print"/>
            <a:stretch>
              <a:fillRect/>
            </a:stretch>
          </p:blipFill>
          <p:spPr>
            <a:xfrm>
              <a:off x="3457161" y="6121398"/>
              <a:ext cx="1295736" cy="1572051"/>
            </a:xfrm>
            <a:prstGeom prst="rect">
              <a:avLst/>
            </a:prstGeom>
          </p:spPr>
        </p:pic>
        <p:pic>
          <p:nvPicPr>
            <p:cNvPr id="16" name="object 16"/>
            <p:cNvPicPr/>
            <p:nvPr/>
          </p:nvPicPr>
          <p:blipFill>
            <a:blip r:embed="rId3" cstate="print"/>
            <a:stretch>
              <a:fillRect/>
            </a:stretch>
          </p:blipFill>
          <p:spPr>
            <a:xfrm>
              <a:off x="3684537" y="6512332"/>
              <a:ext cx="840984" cy="840984"/>
            </a:xfrm>
            <a:prstGeom prst="rect">
              <a:avLst/>
            </a:prstGeom>
          </p:spPr>
        </p:pic>
        <p:pic>
          <p:nvPicPr>
            <p:cNvPr id="17" name="object 17"/>
            <p:cNvPicPr/>
            <p:nvPr/>
          </p:nvPicPr>
          <p:blipFill>
            <a:blip r:embed="rId7" cstate="print"/>
            <a:stretch>
              <a:fillRect/>
            </a:stretch>
          </p:blipFill>
          <p:spPr>
            <a:xfrm>
              <a:off x="3722637" y="6525032"/>
              <a:ext cx="764784" cy="764784"/>
            </a:xfrm>
            <a:prstGeom prst="rect">
              <a:avLst/>
            </a:prstGeom>
          </p:spPr>
        </p:pic>
      </p:grpSp>
      <p:sp>
        <p:nvSpPr>
          <p:cNvPr id="18" name="object 18"/>
          <p:cNvSpPr txBox="1"/>
          <p:nvPr/>
        </p:nvSpPr>
        <p:spPr>
          <a:xfrm>
            <a:off x="3985039" y="6699652"/>
            <a:ext cx="240029" cy="391160"/>
          </a:xfrm>
          <a:prstGeom prst="rect">
            <a:avLst/>
          </a:prstGeom>
        </p:spPr>
        <p:txBody>
          <a:bodyPr vert="horz" wrap="square" lIns="0" tIns="12700" rIns="0" bIns="0" rtlCol="0">
            <a:spAutoFit/>
          </a:bodyPr>
          <a:lstStyle/>
          <a:p>
            <a:pPr marL="12700">
              <a:lnSpc>
                <a:spcPct val="100000"/>
              </a:lnSpc>
              <a:spcBef>
                <a:spcPts val="100"/>
              </a:spcBef>
            </a:pPr>
            <a:r>
              <a:rPr sz="2400" b="1" spc="-50" dirty="0">
                <a:solidFill>
                  <a:srgbClr val="FFFFFF"/>
                </a:solidFill>
                <a:latin typeface="Gadugi"/>
                <a:cs typeface="Gadugi"/>
              </a:rPr>
              <a:t>A</a:t>
            </a:r>
            <a:endParaRPr sz="2400">
              <a:latin typeface="Gadugi"/>
              <a:cs typeface="Gadugi"/>
            </a:endParaRPr>
          </a:p>
        </p:txBody>
      </p:sp>
      <p:grpSp>
        <p:nvGrpSpPr>
          <p:cNvPr id="19" name="object 19"/>
          <p:cNvGrpSpPr/>
          <p:nvPr/>
        </p:nvGrpSpPr>
        <p:grpSpPr>
          <a:xfrm>
            <a:off x="5854532" y="3111498"/>
            <a:ext cx="1296035" cy="1572260"/>
            <a:chOff x="5854532" y="3111498"/>
            <a:chExt cx="1296035" cy="1572260"/>
          </a:xfrm>
        </p:grpSpPr>
        <p:pic>
          <p:nvPicPr>
            <p:cNvPr id="20" name="object 20"/>
            <p:cNvPicPr/>
            <p:nvPr/>
          </p:nvPicPr>
          <p:blipFill>
            <a:blip r:embed="rId2" cstate="print"/>
            <a:stretch>
              <a:fillRect/>
            </a:stretch>
          </p:blipFill>
          <p:spPr>
            <a:xfrm>
              <a:off x="5854532" y="3111498"/>
              <a:ext cx="1295736" cy="1572051"/>
            </a:xfrm>
            <a:prstGeom prst="rect">
              <a:avLst/>
            </a:prstGeom>
          </p:spPr>
        </p:pic>
        <p:pic>
          <p:nvPicPr>
            <p:cNvPr id="21" name="object 21"/>
            <p:cNvPicPr/>
            <p:nvPr/>
          </p:nvPicPr>
          <p:blipFill>
            <a:blip r:embed="rId3" cstate="print"/>
            <a:stretch>
              <a:fillRect/>
            </a:stretch>
          </p:blipFill>
          <p:spPr>
            <a:xfrm>
              <a:off x="6081908" y="3502432"/>
              <a:ext cx="840984" cy="840984"/>
            </a:xfrm>
            <a:prstGeom prst="rect">
              <a:avLst/>
            </a:prstGeom>
          </p:spPr>
        </p:pic>
        <p:pic>
          <p:nvPicPr>
            <p:cNvPr id="22" name="object 22"/>
            <p:cNvPicPr/>
            <p:nvPr/>
          </p:nvPicPr>
          <p:blipFill>
            <a:blip r:embed="rId4" cstate="print"/>
            <a:stretch>
              <a:fillRect/>
            </a:stretch>
          </p:blipFill>
          <p:spPr>
            <a:xfrm>
              <a:off x="6120008" y="3515132"/>
              <a:ext cx="764784" cy="764784"/>
            </a:xfrm>
            <a:prstGeom prst="rect">
              <a:avLst/>
            </a:prstGeom>
          </p:spPr>
        </p:pic>
      </p:grpSp>
      <p:sp>
        <p:nvSpPr>
          <p:cNvPr id="23" name="object 23"/>
          <p:cNvSpPr txBox="1"/>
          <p:nvPr/>
        </p:nvSpPr>
        <p:spPr>
          <a:xfrm>
            <a:off x="5953633" y="3689751"/>
            <a:ext cx="3215005" cy="2254250"/>
          </a:xfrm>
          <a:prstGeom prst="rect">
            <a:avLst/>
          </a:prstGeom>
        </p:spPr>
        <p:txBody>
          <a:bodyPr vert="horz" wrap="square" lIns="0" tIns="12700" rIns="0" bIns="0" rtlCol="0">
            <a:spAutoFit/>
          </a:bodyPr>
          <a:lstStyle/>
          <a:p>
            <a:pPr marR="2109470" algn="ctr">
              <a:lnSpc>
                <a:spcPct val="100000"/>
              </a:lnSpc>
              <a:spcBef>
                <a:spcPts val="100"/>
              </a:spcBef>
            </a:pPr>
            <a:r>
              <a:rPr sz="2400" b="1" spc="-50" dirty="0">
                <a:solidFill>
                  <a:srgbClr val="FFFFFF"/>
                </a:solidFill>
                <a:latin typeface="Gadugi"/>
                <a:cs typeface="Gadugi"/>
              </a:rPr>
              <a:t>A</a:t>
            </a:r>
            <a:endParaRPr sz="2400">
              <a:latin typeface="Gadugi"/>
              <a:cs typeface="Gadugi"/>
            </a:endParaRPr>
          </a:p>
          <a:p>
            <a:pPr>
              <a:lnSpc>
                <a:spcPct val="100000"/>
              </a:lnSpc>
              <a:spcBef>
                <a:spcPts val="2825"/>
              </a:spcBef>
            </a:pPr>
            <a:endParaRPr sz="2400">
              <a:latin typeface="Gadugi"/>
              <a:cs typeface="Gadugi"/>
            </a:endParaRPr>
          </a:p>
          <a:p>
            <a:pPr marR="2109470" algn="ctr">
              <a:lnSpc>
                <a:spcPct val="100000"/>
              </a:lnSpc>
            </a:pPr>
            <a:r>
              <a:rPr sz="3000" spc="-45" dirty="0">
                <a:solidFill>
                  <a:srgbClr val="53585F"/>
                </a:solidFill>
                <a:latin typeface="Arial MT"/>
                <a:cs typeface="Arial MT"/>
              </a:rPr>
              <a:t>Server</a:t>
            </a:r>
            <a:endParaRPr sz="3000">
              <a:latin typeface="Arial MT"/>
              <a:cs typeface="Arial MT"/>
            </a:endParaRPr>
          </a:p>
          <a:p>
            <a:pPr marR="5080" algn="r">
              <a:lnSpc>
                <a:spcPct val="100000"/>
              </a:lnSpc>
              <a:spcBef>
                <a:spcPts val="2050"/>
              </a:spcBef>
            </a:pPr>
            <a:r>
              <a:rPr sz="2500" spc="-20" dirty="0">
                <a:solidFill>
                  <a:srgbClr val="C82506"/>
                </a:solidFill>
                <a:latin typeface="Arial MT"/>
                <a:cs typeface="Arial MT"/>
              </a:rPr>
              <a:t>Pull</a:t>
            </a:r>
            <a:endParaRPr sz="2500">
              <a:latin typeface="Arial MT"/>
              <a:cs typeface="Arial MT"/>
            </a:endParaRPr>
          </a:p>
        </p:txBody>
      </p:sp>
      <p:sp>
        <p:nvSpPr>
          <p:cNvPr id="26" name="object 26"/>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57</a:t>
            </a:fld>
            <a:endParaRPr spc="-25" dirty="0"/>
          </a:p>
        </p:txBody>
      </p:sp>
      <p:sp>
        <p:nvSpPr>
          <p:cNvPr id="24" name="object 24"/>
          <p:cNvSpPr txBox="1"/>
          <p:nvPr/>
        </p:nvSpPr>
        <p:spPr>
          <a:xfrm>
            <a:off x="8779781" y="6699649"/>
            <a:ext cx="240029" cy="391160"/>
          </a:xfrm>
          <a:prstGeom prst="rect">
            <a:avLst/>
          </a:prstGeom>
        </p:spPr>
        <p:txBody>
          <a:bodyPr vert="horz" wrap="square" lIns="0" tIns="12700" rIns="0" bIns="0" rtlCol="0">
            <a:spAutoFit/>
          </a:bodyPr>
          <a:lstStyle/>
          <a:p>
            <a:pPr marL="12700">
              <a:lnSpc>
                <a:spcPct val="100000"/>
              </a:lnSpc>
              <a:spcBef>
                <a:spcPts val="100"/>
              </a:spcBef>
            </a:pPr>
            <a:r>
              <a:rPr sz="2400" b="1" spc="-50" dirty="0">
                <a:solidFill>
                  <a:srgbClr val="FFFFFF"/>
                </a:solidFill>
                <a:latin typeface="Gadugi"/>
                <a:cs typeface="Gadugi"/>
              </a:rPr>
              <a:t>A</a:t>
            </a:r>
            <a:endParaRPr sz="2400">
              <a:latin typeface="Gadugi"/>
              <a:cs typeface="Gadugi"/>
            </a:endParaRPr>
          </a:p>
        </p:txBody>
      </p:sp>
      <p:sp>
        <p:nvSpPr>
          <p:cNvPr id="25" name="object 25"/>
          <p:cNvSpPr txBox="1"/>
          <p:nvPr/>
        </p:nvSpPr>
        <p:spPr>
          <a:xfrm>
            <a:off x="10061831" y="6691525"/>
            <a:ext cx="1366520" cy="406400"/>
          </a:xfrm>
          <a:prstGeom prst="rect">
            <a:avLst/>
          </a:prstGeom>
        </p:spPr>
        <p:txBody>
          <a:bodyPr vert="horz" wrap="square" lIns="0" tIns="12700" rIns="0" bIns="0" rtlCol="0">
            <a:spAutoFit/>
          </a:bodyPr>
          <a:lstStyle/>
          <a:p>
            <a:pPr marL="12700">
              <a:lnSpc>
                <a:spcPct val="100000"/>
              </a:lnSpc>
              <a:spcBef>
                <a:spcPts val="100"/>
              </a:spcBef>
            </a:pPr>
            <a:r>
              <a:rPr sz="2500" spc="-30" dirty="0">
                <a:solidFill>
                  <a:srgbClr val="C82506"/>
                </a:solidFill>
                <a:latin typeface="Arial MT"/>
                <a:cs typeface="Arial MT"/>
              </a:rPr>
              <a:t>Version</a:t>
            </a:r>
            <a:r>
              <a:rPr sz="2500" spc="-130" dirty="0">
                <a:solidFill>
                  <a:srgbClr val="C82506"/>
                </a:solidFill>
                <a:latin typeface="Arial MT"/>
                <a:cs typeface="Arial MT"/>
              </a:rPr>
              <a:t> </a:t>
            </a:r>
            <a:r>
              <a:rPr sz="2500" spc="-50" dirty="0">
                <a:solidFill>
                  <a:srgbClr val="C82506"/>
                </a:solidFill>
                <a:latin typeface="Arial MT"/>
                <a:cs typeface="Arial MT"/>
              </a:rPr>
              <a:t>A</a:t>
            </a:r>
            <a:endParaRPr sz="2500">
              <a:latin typeface="Arial MT"/>
              <a:cs typeface="Arial MT"/>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58</a:t>
            </a:fld>
            <a:endParaRPr spc="-25" dirty="0"/>
          </a:p>
        </p:txBody>
      </p:sp>
      <p:sp>
        <p:nvSpPr>
          <p:cNvPr id="2" name="object 2"/>
          <p:cNvSpPr txBox="1">
            <a:spLocks noGrp="1"/>
          </p:cNvSpPr>
          <p:nvPr>
            <p:ph type="title"/>
          </p:nvPr>
        </p:nvSpPr>
        <p:spPr>
          <a:xfrm>
            <a:off x="1886927" y="4311182"/>
            <a:ext cx="9450705" cy="1092200"/>
          </a:xfrm>
          <a:prstGeom prst="rect">
            <a:avLst/>
          </a:prstGeom>
        </p:spPr>
        <p:txBody>
          <a:bodyPr vert="horz" wrap="square" lIns="0" tIns="12700" rIns="0" bIns="0" rtlCol="0">
            <a:spAutoFit/>
          </a:bodyPr>
          <a:lstStyle/>
          <a:p>
            <a:pPr marL="12700">
              <a:lnSpc>
                <a:spcPct val="100000"/>
              </a:lnSpc>
              <a:spcBef>
                <a:spcPts val="100"/>
              </a:spcBef>
            </a:pPr>
            <a:r>
              <a:rPr sz="7000" spc="65" dirty="0"/>
              <a:t>Something</a:t>
            </a:r>
            <a:r>
              <a:rPr sz="7000" spc="-250" dirty="0"/>
              <a:t> </a:t>
            </a:r>
            <a:r>
              <a:rPr sz="7000" dirty="0"/>
              <a:t>went</a:t>
            </a:r>
            <a:r>
              <a:rPr sz="7000" spc="-260" dirty="0"/>
              <a:t> </a:t>
            </a:r>
            <a:r>
              <a:rPr sz="7000" spc="-10" dirty="0"/>
              <a:t>wrong.</a:t>
            </a:r>
            <a:endParaRPr sz="70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854534" y="3111500"/>
            <a:ext cx="1295733" cy="1572046"/>
          </a:xfrm>
          <a:prstGeom prst="rect">
            <a:avLst/>
          </a:prstGeom>
        </p:spPr>
      </p:pic>
      <p:grpSp>
        <p:nvGrpSpPr>
          <p:cNvPr id="3" name="object 3"/>
          <p:cNvGrpSpPr/>
          <p:nvPr/>
        </p:nvGrpSpPr>
        <p:grpSpPr>
          <a:xfrm>
            <a:off x="3457161" y="6121398"/>
            <a:ext cx="1296035" cy="1572260"/>
            <a:chOff x="3457161" y="6121398"/>
            <a:chExt cx="1296035" cy="1572260"/>
          </a:xfrm>
        </p:grpSpPr>
        <p:pic>
          <p:nvPicPr>
            <p:cNvPr id="4" name="object 4"/>
            <p:cNvPicPr/>
            <p:nvPr/>
          </p:nvPicPr>
          <p:blipFill>
            <a:blip r:embed="rId2" cstate="print"/>
            <a:stretch>
              <a:fillRect/>
            </a:stretch>
          </p:blipFill>
          <p:spPr>
            <a:xfrm>
              <a:off x="3457161" y="6121398"/>
              <a:ext cx="1295734" cy="1572049"/>
            </a:xfrm>
            <a:prstGeom prst="rect">
              <a:avLst/>
            </a:prstGeom>
          </p:spPr>
        </p:pic>
        <p:pic>
          <p:nvPicPr>
            <p:cNvPr id="5" name="object 5"/>
            <p:cNvPicPr/>
            <p:nvPr/>
          </p:nvPicPr>
          <p:blipFill>
            <a:blip r:embed="rId3" cstate="print"/>
            <a:stretch>
              <a:fillRect/>
            </a:stretch>
          </p:blipFill>
          <p:spPr>
            <a:xfrm>
              <a:off x="3684537" y="6512332"/>
              <a:ext cx="840900" cy="840900"/>
            </a:xfrm>
            <a:prstGeom prst="rect">
              <a:avLst/>
            </a:prstGeom>
          </p:spPr>
        </p:pic>
        <p:pic>
          <p:nvPicPr>
            <p:cNvPr id="6" name="object 6"/>
            <p:cNvPicPr/>
            <p:nvPr/>
          </p:nvPicPr>
          <p:blipFill>
            <a:blip r:embed="rId4" cstate="print"/>
            <a:stretch>
              <a:fillRect/>
            </a:stretch>
          </p:blipFill>
          <p:spPr>
            <a:xfrm>
              <a:off x="3722637" y="6525032"/>
              <a:ext cx="764700" cy="764700"/>
            </a:xfrm>
            <a:prstGeom prst="rect">
              <a:avLst/>
            </a:prstGeom>
          </p:spPr>
        </p:pic>
      </p:grpSp>
      <p:sp>
        <p:nvSpPr>
          <p:cNvPr id="7" name="object 7"/>
          <p:cNvSpPr txBox="1"/>
          <p:nvPr/>
        </p:nvSpPr>
        <p:spPr>
          <a:xfrm>
            <a:off x="3997797" y="6762321"/>
            <a:ext cx="214629" cy="304800"/>
          </a:xfrm>
          <a:prstGeom prst="rect">
            <a:avLst/>
          </a:prstGeom>
        </p:spPr>
        <p:txBody>
          <a:bodyPr vert="horz" wrap="square" lIns="0" tIns="0" rIns="0" bIns="0" rtlCol="0">
            <a:spAutoFit/>
          </a:bodyPr>
          <a:lstStyle/>
          <a:p>
            <a:pPr>
              <a:lnSpc>
                <a:spcPts val="2295"/>
              </a:lnSpc>
            </a:pPr>
            <a:r>
              <a:rPr sz="2400" b="1" spc="-50" dirty="0">
                <a:solidFill>
                  <a:srgbClr val="FFFFFF"/>
                </a:solidFill>
                <a:latin typeface="Gadugi"/>
                <a:cs typeface="Gadugi"/>
              </a:rPr>
              <a:t>A</a:t>
            </a:r>
            <a:endParaRPr sz="2400">
              <a:latin typeface="Gadugi"/>
              <a:cs typeface="Gadugi"/>
            </a:endParaRPr>
          </a:p>
        </p:txBody>
      </p:sp>
      <p:grpSp>
        <p:nvGrpSpPr>
          <p:cNvPr id="8" name="object 8"/>
          <p:cNvGrpSpPr/>
          <p:nvPr/>
        </p:nvGrpSpPr>
        <p:grpSpPr>
          <a:xfrm>
            <a:off x="3457161" y="6121398"/>
            <a:ext cx="1296035" cy="1572260"/>
            <a:chOff x="3457161" y="6121398"/>
            <a:chExt cx="1296035" cy="1572260"/>
          </a:xfrm>
        </p:grpSpPr>
        <p:pic>
          <p:nvPicPr>
            <p:cNvPr id="9" name="object 9"/>
            <p:cNvPicPr/>
            <p:nvPr/>
          </p:nvPicPr>
          <p:blipFill>
            <a:blip r:embed="rId2" cstate="print"/>
            <a:stretch>
              <a:fillRect/>
            </a:stretch>
          </p:blipFill>
          <p:spPr>
            <a:xfrm>
              <a:off x="3457161" y="6121398"/>
              <a:ext cx="1295734" cy="1572049"/>
            </a:xfrm>
            <a:prstGeom prst="rect">
              <a:avLst/>
            </a:prstGeom>
          </p:spPr>
        </p:pic>
        <p:pic>
          <p:nvPicPr>
            <p:cNvPr id="10" name="object 10"/>
            <p:cNvPicPr/>
            <p:nvPr/>
          </p:nvPicPr>
          <p:blipFill>
            <a:blip r:embed="rId3" cstate="print"/>
            <a:stretch>
              <a:fillRect/>
            </a:stretch>
          </p:blipFill>
          <p:spPr>
            <a:xfrm>
              <a:off x="3684537" y="6512332"/>
              <a:ext cx="840900" cy="840900"/>
            </a:xfrm>
            <a:prstGeom prst="rect">
              <a:avLst/>
            </a:prstGeom>
          </p:spPr>
        </p:pic>
        <p:pic>
          <p:nvPicPr>
            <p:cNvPr id="11" name="object 11"/>
            <p:cNvPicPr/>
            <p:nvPr/>
          </p:nvPicPr>
          <p:blipFill>
            <a:blip r:embed="rId4" cstate="print"/>
            <a:stretch>
              <a:fillRect/>
            </a:stretch>
          </p:blipFill>
          <p:spPr>
            <a:xfrm>
              <a:off x="3722637" y="6525032"/>
              <a:ext cx="764700" cy="764700"/>
            </a:xfrm>
            <a:prstGeom prst="rect">
              <a:avLst/>
            </a:prstGeom>
          </p:spPr>
        </p:pic>
      </p:grpSp>
      <p:sp>
        <p:nvSpPr>
          <p:cNvPr id="12" name="object 12"/>
          <p:cNvSpPr txBox="1"/>
          <p:nvPr/>
        </p:nvSpPr>
        <p:spPr>
          <a:xfrm>
            <a:off x="3985097" y="6675250"/>
            <a:ext cx="240029" cy="391160"/>
          </a:xfrm>
          <a:prstGeom prst="rect">
            <a:avLst/>
          </a:prstGeom>
        </p:spPr>
        <p:txBody>
          <a:bodyPr vert="horz" wrap="square" lIns="0" tIns="12700" rIns="0" bIns="0" rtlCol="0">
            <a:spAutoFit/>
          </a:bodyPr>
          <a:lstStyle/>
          <a:p>
            <a:pPr marL="12700">
              <a:lnSpc>
                <a:spcPct val="100000"/>
              </a:lnSpc>
              <a:spcBef>
                <a:spcPts val="100"/>
              </a:spcBef>
            </a:pPr>
            <a:r>
              <a:rPr sz="2400" b="1" spc="-50" dirty="0">
                <a:solidFill>
                  <a:srgbClr val="FFFFFF"/>
                </a:solidFill>
                <a:latin typeface="Gadugi"/>
                <a:cs typeface="Gadugi"/>
              </a:rPr>
              <a:t>A</a:t>
            </a:r>
            <a:endParaRPr sz="2400">
              <a:latin typeface="Gadugi"/>
              <a:cs typeface="Gadugi"/>
            </a:endParaRPr>
          </a:p>
        </p:txBody>
      </p:sp>
      <p:sp>
        <p:nvSpPr>
          <p:cNvPr id="13" name="object 13"/>
          <p:cNvSpPr txBox="1">
            <a:spLocks noGrp="1"/>
          </p:cNvSpPr>
          <p:nvPr>
            <p:ph type="title"/>
          </p:nvPr>
        </p:nvSpPr>
        <p:spPr>
          <a:prstGeom prst="rect">
            <a:avLst/>
          </a:prstGeom>
        </p:spPr>
        <p:txBody>
          <a:bodyPr vert="horz" wrap="square" lIns="0" tIns="626537" rIns="0" bIns="0" rtlCol="0">
            <a:spAutoFit/>
          </a:bodyPr>
          <a:lstStyle/>
          <a:p>
            <a:pPr marL="2310765">
              <a:lnSpc>
                <a:spcPct val="100000"/>
              </a:lnSpc>
              <a:spcBef>
                <a:spcPts val="100"/>
              </a:spcBef>
            </a:pPr>
            <a:r>
              <a:rPr sz="6400" dirty="0"/>
              <a:t>Authentication</a:t>
            </a:r>
            <a:r>
              <a:rPr sz="6400" spc="110" dirty="0"/>
              <a:t> </a:t>
            </a:r>
            <a:r>
              <a:rPr sz="6400" spc="-10" dirty="0"/>
              <a:t>Failed</a:t>
            </a:r>
            <a:endParaRPr sz="6400"/>
          </a:p>
        </p:txBody>
      </p:sp>
      <p:sp>
        <p:nvSpPr>
          <p:cNvPr id="14" name="object 14"/>
          <p:cNvSpPr txBox="1"/>
          <p:nvPr/>
        </p:nvSpPr>
        <p:spPr>
          <a:xfrm>
            <a:off x="3464087" y="7789136"/>
            <a:ext cx="1282065" cy="482600"/>
          </a:xfrm>
          <a:prstGeom prst="rect">
            <a:avLst/>
          </a:prstGeom>
        </p:spPr>
        <p:txBody>
          <a:bodyPr vert="horz" wrap="square" lIns="0" tIns="12700" rIns="0" bIns="0" rtlCol="0">
            <a:spAutoFit/>
          </a:bodyPr>
          <a:lstStyle/>
          <a:p>
            <a:pPr marL="12700">
              <a:lnSpc>
                <a:spcPct val="100000"/>
              </a:lnSpc>
              <a:spcBef>
                <a:spcPts val="100"/>
              </a:spcBef>
            </a:pPr>
            <a:r>
              <a:rPr sz="3000" spc="-10" dirty="0">
                <a:solidFill>
                  <a:srgbClr val="53585F"/>
                </a:solidFill>
                <a:latin typeface="Arial MT"/>
                <a:cs typeface="Arial MT"/>
              </a:rPr>
              <a:t>Local</a:t>
            </a:r>
            <a:r>
              <a:rPr sz="3000" spc="-165" dirty="0">
                <a:solidFill>
                  <a:srgbClr val="53585F"/>
                </a:solidFill>
                <a:latin typeface="Arial MT"/>
                <a:cs typeface="Arial MT"/>
              </a:rPr>
              <a:t> </a:t>
            </a:r>
            <a:r>
              <a:rPr sz="3000" spc="-50" dirty="0">
                <a:solidFill>
                  <a:srgbClr val="53585F"/>
                </a:solidFill>
                <a:latin typeface="Arial MT"/>
                <a:cs typeface="Arial MT"/>
              </a:rPr>
              <a:t>A</a:t>
            </a:r>
            <a:endParaRPr sz="3000">
              <a:latin typeface="Arial MT"/>
              <a:cs typeface="Arial MT"/>
            </a:endParaRPr>
          </a:p>
        </p:txBody>
      </p:sp>
      <p:sp>
        <p:nvSpPr>
          <p:cNvPr id="15" name="object 15"/>
          <p:cNvSpPr txBox="1"/>
          <p:nvPr/>
        </p:nvSpPr>
        <p:spPr>
          <a:xfrm>
            <a:off x="8269427" y="7789136"/>
            <a:ext cx="1261110" cy="482600"/>
          </a:xfrm>
          <a:prstGeom prst="rect">
            <a:avLst/>
          </a:prstGeom>
        </p:spPr>
        <p:txBody>
          <a:bodyPr vert="horz" wrap="square" lIns="0" tIns="12700" rIns="0" bIns="0" rtlCol="0">
            <a:spAutoFit/>
          </a:bodyPr>
          <a:lstStyle/>
          <a:p>
            <a:pPr marL="12700">
              <a:lnSpc>
                <a:spcPct val="100000"/>
              </a:lnSpc>
              <a:spcBef>
                <a:spcPts val="100"/>
              </a:spcBef>
            </a:pPr>
            <a:r>
              <a:rPr sz="3000" spc="-10" dirty="0">
                <a:solidFill>
                  <a:srgbClr val="53585F"/>
                </a:solidFill>
                <a:latin typeface="Arial MT"/>
                <a:cs typeface="Arial MT"/>
              </a:rPr>
              <a:t>Local</a:t>
            </a:r>
            <a:r>
              <a:rPr sz="3000" spc="-165" dirty="0">
                <a:solidFill>
                  <a:srgbClr val="53585F"/>
                </a:solidFill>
                <a:latin typeface="Arial MT"/>
                <a:cs typeface="Arial MT"/>
              </a:rPr>
              <a:t> </a:t>
            </a:r>
            <a:r>
              <a:rPr sz="3000" spc="-50" dirty="0">
                <a:solidFill>
                  <a:srgbClr val="53585F"/>
                </a:solidFill>
                <a:latin typeface="Arial MT"/>
                <a:cs typeface="Arial MT"/>
              </a:rPr>
              <a:t>B</a:t>
            </a:r>
            <a:endParaRPr sz="3000">
              <a:latin typeface="Arial MT"/>
              <a:cs typeface="Arial MT"/>
            </a:endParaRPr>
          </a:p>
        </p:txBody>
      </p:sp>
      <p:pic>
        <p:nvPicPr>
          <p:cNvPr id="16" name="object 16"/>
          <p:cNvPicPr/>
          <p:nvPr/>
        </p:nvPicPr>
        <p:blipFill>
          <a:blip r:embed="rId2" cstate="print"/>
          <a:stretch>
            <a:fillRect/>
          </a:stretch>
        </p:blipFill>
        <p:spPr>
          <a:xfrm>
            <a:off x="8251904" y="6121400"/>
            <a:ext cx="1295734" cy="1572046"/>
          </a:xfrm>
          <a:prstGeom prst="rect">
            <a:avLst/>
          </a:prstGeom>
        </p:spPr>
      </p:pic>
      <p:sp>
        <p:nvSpPr>
          <p:cNvPr id="17" name="object 17"/>
          <p:cNvSpPr txBox="1"/>
          <p:nvPr/>
        </p:nvSpPr>
        <p:spPr>
          <a:xfrm>
            <a:off x="1425831" y="6737674"/>
            <a:ext cx="1366520" cy="406400"/>
          </a:xfrm>
          <a:prstGeom prst="rect">
            <a:avLst/>
          </a:prstGeom>
        </p:spPr>
        <p:txBody>
          <a:bodyPr vert="horz" wrap="square" lIns="0" tIns="12700" rIns="0" bIns="0" rtlCol="0">
            <a:spAutoFit/>
          </a:bodyPr>
          <a:lstStyle/>
          <a:p>
            <a:pPr marL="12700">
              <a:lnSpc>
                <a:spcPct val="100000"/>
              </a:lnSpc>
              <a:spcBef>
                <a:spcPts val="100"/>
              </a:spcBef>
            </a:pPr>
            <a:r>
              <a:rPr sz="2500" spc="-30" dirty="0">
                <a:solidFill>
                  <a:srgbClr val="C82506"/>
                </a:solidFill>
                <a:latin typeface="Arial MT"/>
                <a:cs typeface="Arial MT"/>
              </a:rPr>
              <a:t>Version</a:t>
            </a:r>
            <a:r>
              <a:rPr sz="2500" spc="-130" dirty="0">
                <a:solidFill>
                  <a:srgbClr val="C82506"/>
                </a:solidFill>
                <a:latin typeface="Arial MT"/>
                <a:cs typeface="Arial MT"/>
              </a:rPr>
              <a:t> </a:t>
            </a:r>
            <a:r>
              <a:rPr sz="2500" spc="-50" dirty="0">
                <a:solidFill>
                  <a:srgbClr val="C82506"/>
                </a:solidFill>
                <a:latin typeface="Arial MT"/>
                <a:cs typeface="Arial MT"/>
              </a:rPr>
              <a:t>A</a:t>
            </a:r>
            <a:endParaRPr sz="2500">
              <a:latin typeface="Arial MT"/>
              <a:cs typeface="Arial MT"/>
            </a:endParaRPr>
          </a:p>
        </p:txBody>
      </p:sp>
      <p:grpSp>
        <p:nvGrpSpPr>
          <p:cNvPr id="18" name="object 18"/>
          <p:cNvGrpSpPr/>
          <p:nvPr/>
        </p:nvGrpSpPr>
        <p:grpSpPr>
          <a:xfrm>
            <a:off x="4100171" y="3902122"/>
            <a:ext cx="1749425" cy="1589405"/>
            <a:chOff x="4100171" y="3902122"/>
            <a:chExt cx="1749425" cy="1589405"/>
          </a:xfrm>
        </p:grpSpPr>
        <p:sp>
          <p:nvSpPr>
            <p:cNvPr id="19" name="object 19"/>
            <p:cNvSpPr/>
            <p:nvPr/>
          </p:nvSpPr>
          <p:spPr>
            <a:xfrm>
              <a:off x="4104933" y="3935944"/>
              <a:ext cx="1707514" cy="1550670"/>
            </a:xfrm>
            <a:custGeom>
              <a:avLst/>
              <a:gdLst/>
              <a:ahLst/>
              <a:cxnLst/>
              <a:rect l="l" t="t" r="r" b="b"/>
              <a:pathLst>
                <a:path w="1707514" h="1550670">
                  <a:moveTo>
                    <a:pt x="1707291" y="0"/>
                  </a:moveTo>
                  <a:lnTo>
                    <a:pt x="0" y="1550379"/>
                  </a:lnTo>
                </a:path>
              </a:pathLst>
            </a:custGeom>
            <a:ln w="9524">
              <a:solidFill>
                <a:srgbClr val="C82506"/>
              </a:solidFill>
            </a:ln>
          </p:spPr>
          <p:txBody>
            <a:bodyPr wrap="square" lIns="0" tIns="0" rIns="0" bIns="0" rtlCol="0"/>
            <a:lstStyle/>
            <a:p>
              <a:endParaRPr/>
            </a:p>
          </p:txBody>
        </p:sp>
        <p:sp>
          <p:nvSpPr>
            <p:cNvPr id="20" name="object 20"/>
            <p:cNvSpPr/>
            <p:nvPr/>
          </p:nvSpPr>
          <p:spPr>
            <a:xfrm>
              <a:off x="5801648" y="3906884"/>
              <a:ext cx="43180" cy="41275"/>
            </a:xfrm>
            <a:custGeom>
              <a:avLst/>
              <a:gdLst/>
              <a:ahLst/>
              <a:cxnLst/>
              <a:rect l="l" t="t" r="r" b="b"/>
              <a:pathLst>
                <a:path w="43179" h="41275">
                  <a:moveTo>
                    <a:pt x="21153" y="40706"/>
                  </a:moveTo>
                  <a:lnTo>
                    <a:pt x="0" y="17412"/>
                  </a:lnTo>
                  <a:lnTo>
                    <a:pt x="42576" y="0"/>
                  </a:lnTo>
                  <a:lnTo>
                    <a:pt x="21153" y="40706"/>
                  </a:lnTo>
                  <a:close/>
                </a:path>
              </a:pathLst>
            </a:custGeom>
            <a:solidFill>
              <a:srgbClr val="C82506"/>
            </a:solidFill>
          </p:spPr>
          <p:txBody>
            <a:bodyPr wrap="square" lIns="0" tIns="0" rIns="0" bIns="0" rtlCol="0"/>
            <a:lstStyle/>
            <a:p>
              <a:endParaRPr/>
            </a:p>
          </p:txBody>
        </p:sp>
        <p:sp>
          <p:nvSpPr>
            <p:cNvPr id="21" name="object 21"/>
            <p:cNvSpPr/>
            <p:nvPr/>
          </p:nvSpPr>
          <p:spPr>
            <a:xfrm>
              <a:off x="5801648" y="3906884"/>
              <a:ext cx="43180" cy="41275"/>
            </a:xfrm>
            <a:custGeom>
              <a:avLst/>
              <a:gdLst/>
              <a:ahLst/>
              <a:cxnLst/>
              <a:rect l="l" t="t" r="r" b="b"/>
              <a:pathLst>
                <a:path w="43179" h="41275">
                  <a:moveTo>
                    <a:pt x="21153" y="40706"/>
                  </a:moveTo>
                  <a:lnTo>
                    <a:pt x="42576" y="0"/>
                  </a:lnTo>
                  <a:lnTo>
                    <a:pt x="0" y="17412"/>
                  </a:lnTo>
                  <a:lnTo>
                    <a:pt x="21153" y="40706"/>
                  </a:lnTo>
                  <a:close/>
                </a:path>
              </a:pathLst>
            </a:custGeom>
            <a:ln w="9524">
              <a:solidFill>
                <a:srgbClr val="C82506"/>
              </a:solidFill>
            </a:ln>
          </p:spPr>
          <p:txBody>
            <a:bodyPr wrap="square" lIns="0" tIns="0" rIns="0" bIns="0" rtlCol="0"/>
            <a:lstStyle/>
            <a:p>
              <a:endParaRPr/>
            </a:p>
          </p:txBody>
        </p:sp>
      </p:grpSp>
      <p:sp>
        <p:nvSpPr>
          <p:cNvPr id="22" name="object 22"/>
          <p:cNvSpPr txBox="1"/>
          <p:nvPr/>
        </p:nvSpPr>
        <p:spPr>
          <a:xfrm>
            <a:off x="2555248" y="3638600"/>
            <a:ext cx="4496435" cy="2282190"/>
          </a:xfrm>
          <a:prstGeom prst="rect">
            <a:avLst/>
          </a:prstGeom>
        </p:spPr>
        <p:txBody>
          <a:bodyPr vert="horz" wrap="square" lIns="0" tIns="12700" rIns="0" bIns="0" rtlCol="0">
            <a:spAutoFit/>
          </a:bodyPr>
          <a:lstStyle/>
          <a:p>
            <a:pPr marL="618490" marR="2399030" indent="-606425">
              <a:lnSpc>
                <a:spcPct val="100000"/>
              </a:lnSpc>
              <a:spcBef>
                <a:spcPts val="100"/>
              </a:spcBef>
            </a:pPr>
            <a:r>
              <a:rPr sz="2500" spc="-10" dirty="0">
                <a:solidFill>
                  <a:srgbClr val="C82506"/>
                </a:solidFill>
                <a:latin typeface="Arial MT"/>
                <a:cs typeface="Arial MT"/>
              </a:rPr>
              <a:t>Authentication Failed</a:t>
            </a:r>
            <a:endParaRPr sz="2500">
              <a:latin typeface="Arial MT"/>
              <a:cs typeface="Arial MT"/>
            </a:endParaRPr>
          </a:p>
          <a:p>
            <a:pPr>
              <a:lnSpc>
                <a:spcPct val="100000"/>
              </a:lnSpc>
              <a:spcBef>
                <a:spcPts val="195"/>
              </a:spcBef>
            </a:pPr>
            <a:endParaRPr sz="2500">
              <a:latin typeface="Arial MT"/>
              <a:cs typeface="Arial MT"/>
            </a:endParaRPr>
          </a:p>
          <a:p>
            <a:pPr marR="5080" algn="r">
              <a:lnSpc>
                <a:spcPct val="100000"/>
              </a:lnSpc>
              <a:spcBef>
                <a:spcPts val="5"/>
              </a:spcBef>
            </a:pPr>
            <a:r>
              <a:rPr sz="3000" spc="-10" dirty="0">
                <a:solidFill>
                  <a:srgbClr val="53585F"/>
                </a:solidFill>
                <a:latin typeface="Arial MT"/>
                <a:cs typeface="Arial MT"/>
              </a:rPr>
              <a:t>Server</a:t>
            </a:r>
            <a:endParaRPr sz="3000">
              <a:latin typeface="Arial MT"/>
              <a:cs typeface="Arial MT"/>
            </a:endParaRPr>
          </a:p>
          <a:p>
            <a:pPr marL="1214120">
              <a:lnSpc>
                <a:spcPct val="100000"/>
              </a:lnSpc>
              <a:spcBef>
                <a:spcPts val="2095"/>
              </a:spcBef>
            </a:pPr>
            <a:r>
              <a:rPr sz="2500" spc="-20" dirty="0">
                <a:solidFill>
                  <a:srgbClr val="C82506"/>
                </a:solidFill>
                <a:latin typeface="Arial MT"/>
                <a:cs typeface="Arial MT"/>
              </a:rPr>
              <a:t>Push</a:t>
            </a:r>
            <a:endParaRPr sz="2500">
              <a:latin typeface="Arial MT"/>
              <a:cs typeface="Arial MT"/>
            </a:endParaRPr>
          </a:p>
        </p:txBody>
      </p:sp>
      <p:grpSp>
        <p:nvGrpSpPr>
          <p:cNvPr id="23" name="object 23"/>
          <p:cNvGrpSpPr/>
          <p:nvPr/>
        </p:nvGrpSpPr>
        <p:grpSpPr>
          <a:xfrm>
            <a:off x="4545013" y="4447469"/>
            <a:ext cx="692150" cy="668655"/>
            <a:chOff x="4545013" y="4447469"/>
            <a:chExt cx="692150" cy="668655"/>
          </a:xfrm>
        </p:grpSpPr>
        <p:sp>
          <p:nvSpPr>
            <p:cNvPr id="24" name="object 24"/>
            <p:cNvSpPr/>
            <p:nvPr/>
          </p:nvSpPr>
          <p:spPr>
            <a:xfrm>
              <a:off x="4549775" y="4452232"/>
              <a:ext cx="682625" cy="659130"/>
            </a:xfrm>
            <a:custGeom>
              <a:avLst/>
              <a:gdLst/>
              <a:ahLst/>
              <a:cxnLst/>
              <a:rect l="l" t="t" r="r" b="b"/>
              <a:pathLst>
                <a:path w="682625" h="659129">
                  <a:moveTo>
                    <a:pt x="529574" y="658635"/>
                  </a:moveTo>
                  <a:lnTo>
                    <a:pt x="341274" y="482640"/>
                  </a:lnTo>
                  <a:lnTo>
                    <a:pt x="152973" y="658635"/>
                  </a:lnTo>
                  <a:lnTo>
                    <a:pt x="0" y="494966"/>
                  </a:lnTo>
                  <a:lnTo>
                    <a:pt x="177230" y="329317"/>
                  </a:lnTo>
                  <a:lnTo>
                    <a:pt x="0" y="163669"/>
                  </a:lnTo>
                  <a:lnTo>
                    <a:pt x="152973" y="0"/>
                  </a:lnTo>
                  <a:lnTo>
                    <a:pt x="341274" y="175994"/>
                  </a:lnTo>
                  <a:lnTo>
                    <a:pt x="529574" y="0"/>
                  </a:lnTo>
                  <a:lnTo>
                    <a:pt x="682548" y="163669"/>
                  </a:lnTo>
                  <a:lnTo>
                    <a:pt x="505317" y="329317"/>
                  </a:lnTo>
                  <a:lnTo>
                    <a:pt x="682548" y="494966"/>
                  </a:lnTo>
                  <a:lnTo>
                    <a:pt x="529574" y="658635"/>
                  </a:lnTo>
                  <a:close/>
                </a:path>
              </a:pathLst>
            </a:custGeom>
            <a:solidFill>
              <a:srgbClr val="C82506"/>
            </a:solidFill>
          </p:spPr>
          <p:txBody>
            <a:bodyPr wrap="square" lIns="0" tIns="0" rIns="0" bIns="0" rtlCol="0"/>
            <a:lstStyle/>
            <a:p>
              <a:endParaRPr/>
            </a:p>
          </p:txBody>
        </p:sp>
        <p:sp>
          <p:nvSpPr>
            <p:cNvPr id="25" name="object 25"/>
            <p:cNvSpPr/>
            <p:nvPr/>
          </p:nvSpPr>
          <p:spPr>
            <a:xfrm>
              <a:off x="4549775" y="4452232"/>
              <a:ext cx="682625" cy="659130"/>
            </a:xfrm>
            <a:custGeom>
              <a:avLst/>
              <a:gdLst/>
              <a:ahLst/>
              <a:cxnLst/>
              <a:rect l="l" t="t" r="r" b="b"/>
              <a:pathLst>
                <a:path w="682625" h="659129">
                  <a:moveTo>
                    <a:pt x="0" y="163669"/>
                  </a:moveTo>
                  <a:lnTo>
                    <a:pt x="152973" y="0"/>
                  </a:lnTo>
                  <a:lnTo>
                    <a:pt x="341274" y="175994"/>
                  </a:lnTo>
                  <a:lnTo>
                    <a:pt x="529574" y="0"/>
                  </a:lnTo>
                  <a:lnTo>
                    <a:pt x="682548" y="163669"/>
                  </a:lnTo>
                  <a:lnTo>
                    <a:pt x="505317" y="329317"/>
                  </a:lnTo>
                  <a:lnTo>
                    <a:pt x="682548" y="494966"/>
                  </a:lnTo>
                  <a:lnTo>
                    <a:pt x="529574" y="658635"/>
                  </a:lnTo>
                  <a:lnTo>
                    <a:pt x="341274" y="482640"/>
                  </a:lnTo>
                  <a:lnTo>
                    <a:pt x="152973" y="658635"/>
                  </a:lnTo>
                  <a:lnTo>
                    <a:pt x="0" y="494966"/>
                  </a:lnTo>
                  <a:lnTo>
                    <a:pt x="177230" y="329317"/>
                  </a:lnTo>
                  <a:lnTo>
                    <a:pt x="0" y="163669"/>
                  </a:lnTo>
                  <a:close/>
                </a:path>
              </a:pathLst>
            </a:custGeom>
            <a:ln w="9524">
              <a:solidFill>
                <a:srgbClr val="C82506"/>
              </a:solidFill>
            </a:ln>
          </p:spPr>
          <p:txBody>
            <a:bodyPr wrap="square" lIns="0" tIns="0" rIns="0" bIns="0" rtlCol="0"/>
            <a:lstStyle/>
            <a:p>
              <a:endParaRPr/>
            </a:p>
          </p:txBody>
        </p:sp>
      </p:grpSp>
      <p:sp>
        <p:nvSpPr>
          <p:cNvPr id="26" name="object 26"/>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59</a:t>
            </a:fld>
            <a:endParaRPr spc="-25"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60</a:t>
            </a:fld>
            <a:endParaRPr spc="-25" dirty="0"/>
          </a:p>
        </p:txBody>
      </p:sp>
      <p:sp>
        <p:nvSpPr>
          <p:cNvPr id="2" name="object 2"/>
          <p:cNvSpPr txBox="1">
            <a:spLocks noGrp="1"/>
          </p:cNvSpPr>
          <p:nvPr>
            <p:ph type="title"/>
          </p:nvPr>
        </p:nvSpPr>
        <p:spPr>
          <a:xfrm>
            <a:off x="1190942" y="4311232"/>
            <a:ext cx="10848975" cy="1092200"/>
          </a:xfrm>
          <a:prstGeom prst="rect">
            <a:avLst/>
          </a:prstGeom>
        </p:spPr>
        <p:txBody>
          <a:bodyPr vert="horz" wrap="square" lIns="0" tIns="12700" rIns="0" bIns="0" rtlCol="0">
            <a:spAutoFit/>
          </a:bodyPr>
          <a:lstStyle/>
          <a:p>
            <a:pPr marL="12700">
              <a:lnSpc>
                <a:spcPct val="100000"/>
              </a:lnSpc>
              <a:spcBef>
                <a:spcPts val="100"/>
              </a:spcBef>
            </a:pPr>
            <a:r>
              <a:rPr sz="7000" dirty="0"/>
              <a:t>Why</a:t>
            </a:r>
            <a:r>
              <a:rPr sz="7000" spc="5" dirty="0"/>
              <a:t> </a:t>
            </a:r>
            <a:r>
              <a:rPr sz="7000" dirty="0"/>
              <a:t>Authentication</a:t>
            </a:r>
            <a:r>
              <a:rPr sz="7000" spc="10" dirty="0"/>
              <a:t> </a:t>
            </a:r>
            <a:r>
              <a:rPr sz="7000" spc="100" dirty="0"/>
              <a:t>Failed?</a:t>
            </a:r>
            <a:endParaRPr sz="70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61</a:t>
            </a:fld>
            <a:endParaRPr spc="-25" dirty="0"/>
          </a:p>
        </p:txBody>
      </p:sp>
      <p:sp>
        <p:nvSpPr>
          <p:cNvPr id="2" name="object 2"/>
          <p:cNvSpPr txBox="1">
            <a:spLocks noGrp="1"/>
          </p:cNvSpPr>
          <p:nvPr>
            <p:ph type="title"/>
          </p:nvPr>
        </p:nvSpPr>
        <p:spPr>
          <a:prstGeom prst="rect">
            <a:avLst/>
          </a:prstGeom>
        </p:spPr>
        <p:txBody>
          <a:bodyPr vert="horz" wrap="square" lIns="0" tIns="496439" rIns="0" bIns="0" rtlCol="0">
            <a:spAutoFit/>
          </a:bodyPr>
          <a:lstStyle/>
          <a:p>
            <a:pPr marL="825500">
              <a:lnSpc>
                <a:spcPct val="100000"/>
              </a:lnSpc>
              <a:spcBef>
                <a:spcPts val="100"/>
              </a:spcBef>
            </a:pPr>
            <a:r>
              <a:rPr spc="85" dirty="0"/>
              <a:t>Collaboration</a:t>
            </a:r>
            <a:r>
              <a:rPr spc="-240" dirty="0"/>
              <a:t> </a:t>
            </a:r>
            <a:r>
              <a:rPr spc="-10" dirty="0"/>
              <a:t>Workflow</a:t>
            </a:r>
          </a:p>
        </p:txBody>
      </p:sp>
      <p:sp>
        <p:nvSpPr>
          <p:cNvPr id="3" name="object 3"/>
          <p:cNvSpPr txBox="1"/>
          <p:nvPr/>
        </p:nvSpPr>
        <p:spPr>
          <a:xfrm>
            <a:off x="987425" y="2620136"/>
            <a:ext cx="10953115" cy="4947920"/>
          </a:xfrm>
          <a:prstGeom prst="rect">
            <a:avLst/>
          </a:prstGeom>
        </p:spPr>
        <p:txBody>
          <a:bodyPr vert="horz" wrap="square" lIns="0" tIns="12700" rIns="0" bIns="0" rtlCol="0">
            <a:spAutoFit/>
          </a:bodyPr>
          <a:lstStyle/>
          <a:p>
            <a:pPr marL="457200" marR="1308735" indent="-444500" algn="just">
              <a:lnSpc>
                <a:spcPct val="100000"/>
              </a:lnSpc>
              <a:spcBef>
                <a:spcPts val="100"/>
              </a:spcBef>
              <a:buSzPct val="75000"/>
              <a:buChar char="•"/>
              <a:tabLst>
                <a:tab pos="457200" algn="l"/>
                <a:tab pos="459105" algn="l"/>
              </a:tabLst>
            </a:pPr>
            <a:r>
              <a:rPr sz="3600" spc="-360" dirty="0">
                <a:latin typeface="Tahoma"/>
                <a:cs typeface="Tahoma"/>
              </a:rPr>
              <a:t>If</a:t>
            </a:r>
            <a:r>
              <a:rPr sz="3600" spc="75" dirty="0">
                <a:latin typeface="Tahoma"/>
                <a:cs typeface="Tahoma"/>
              </a:rPr>
              <a:t> </a:t>
            </a:r>
            <a:r>
              <a:rPr sz="3600" dirty="0">
                <a:latin typeface="Tahoma"/>
                <a:cs typeface="Tahoma"/>
              </a:rPr>
              <a:t>you</a:t>
            </a:r>
            <a:r>
              <a:rPr sz="3600" spc="-280" dirty="0">
                <a:latin typeface="Tahoma"/>
                <a:cs typeface="Tahoma"/>
              </a:rPr>
              <a:t> </a:t>
            </a:r>
            <a:r>
              <a:rPr sz="3600" dirty="0">
                <a:latin typeface="Tahoma"/>
                <a:cs typeface="Tahoma"/>
              </a:rPr>
              <a:t>tried</a:t>
            </a:r>
            <a:r>
              <a:rPr sz="3600" spc="-195" dirty="0">
                <a:latin typeface="Tahoma"/>
                <a:cs typeface="Tahoma"/>
              </a:rPr>
              <a:t> </a:t>
            </a:r>
            <a:r>
              <a:rPr sz="3600" dirty="0">
                <a:latin typeface="Tahoma"/>
                <a:cs typeface="Tahoma"/>
              </a:rPr>
              <a:t>to</a:t>
            </a:r>
            <a:r>
              <a:rPr sz="3600" spc="-130" dirty="0">
                <a:latin typeface="Tahoma"/>
                <a:cs typeface="Tahoma"/>
              </a:rPr>
              <a:t> </a:t>
            </a:r>
            <a:r>
              <a:rPr sz="3600" spc="60" dirty="0">
                <a:latin typeface="Tahoma"/>
                <a:cs typeface="Tahoma"/>
              </a:rPr>
              <a:t>clone</a:t>
            </a:r>
            <a:r>
              <a:rPr sz="3600" spc="-130" dirty="0">
                <a:latin typeface="Tahoma"/>
                <a:cs typeface="Tahoma"/>
              </a:rPr>
              <a:t> </a:t>
            </a:r>
            <a:r>
              <a:rPr sz="3600" dirty="0">
                <a:latin typeface="Tahoma"/>
                <a:cs typeface="Tahoma"/>
              </a:rPr>
              <a:t>the</a:t>
            </a:r>
            <a:r>
              <a:rPr sz="3600" spc="-130" dirty="0">
                <a:latin typeface="Tahoma"/>
                <a:cs typeface="Tahoma"/>
              </a:rPr>
              <a:t> </a:t>
            </a:r>
            <a:r>
              <a:rPr sz="3600" spc="125" dirty="0">
                <a:latin typeface="Tahoma"/>
                <a:cs typeface="Tahoma"/>
              </a:rPr>
              <a:t>code</a:t>
            </a:r>
            <a:r>
              <a:rPr sz="3600" spc="-130" dirty="0">
                <a:latin typeface="Tahoma"/>
                <a:cs typeface="Tahoma"/>
              </a:rPr>
              <a:t> </a:t>
            </a:r>
            <a:r>
              <a:rPr sz="3600" dirty="0">
                <a:latin typeface="Tahoma"/>
                <a:cs typeface="Tahoma"/>
              </a:rPr>
              <a:t>template</a:t>
            </a:r>
            <a:r>
              <a:rPr sz="3600" spc="-130" dirty="0">
                <a:latin typeface="Tahoma"/>
                <a:cs typeface="Tahoma"/>
              </a:rPr>
              <a:t> </a:t>
            </a:r>
            <a:r>
              <a:rPr sz="3600" dirty="0">
                <a:latin typeface="Tahoma"/>
                <a:cs typeface="Tahoma"/>
              </a:rPr>
              <a:t>from</a:t>
            </a:r>
            <a:r>
              <a:rPr sz="3600" spc="-130" dirty="0">
                <a:latin typeface="Tahoma"/>
                <a:cs typeface="Tahoma"/>
              </a:rPr>
              <a:t> </a:t>
            </a:r>
            <a:r>
              <a:rPr sz="3600" spc="-50" dirty="0">
                <a:latin typeface="Tahoma"/>
                <a:cs typeface="Tahoma"/>
              </a:rPr>
              <a:t>a </a:t>
            </a:r>
            <a:r>
              <a:rPr sz="3600" dirty="0">
                <a:latin typeface="Tahoma"/>
                <a:cs typeface="Tahoma"/>
              </a:rPr>
              <a:t>server</a:t>
            </a:r>
            <a:r>
              <a:rPr sz="3600" spc="-105" dirty="0">
                <a:latin typeface="Tahoma"/>
                <a:cs typeface="Tahoma"/>
              </a:rPr>
              <a:t> </a:t>
            </a:r>
            <a:r>
              <a:rPr sz="3600" spc="55" dirty="0">
                <a:latin typeface="Tahoma"/>
                <a:cs typeface="Tahoma"/>
              </a:rPr>
              <a:t>and</a:t>
            </a:r>
            <a:r>
              <a:rPr sz="3600" spc="-110" dirty="0">
                <a:latin typeface="Tahoma"/>
                <a:cs typeface="Tahoma"/>
              </a:rPr>
              <a:t> </a:t>
            </a:r>
            <a:r>
              <a:rPr sz="3600" dirty="0">
                <a:latin typeface="Tahoma"/>
                <a:cs typeface="Tahoma"/>
              </a:rPr>
              <a:t>want</a:t>
            </a:r>
            <a:r>
              <a:rPr sz="3600" spc="-110" dirty="0">
                <a:latin typeface="Tahoma"/>
                <a:cs typeface="Tahoma"/>
              </a:rPr>
              <a:t> </a:t>
            </a:r>
            <a:r>
              <a:rPr sz="3600" dirty="0">
                <a:latin typeface="Tahoma"/>
                <a:cs typeface="Tahoma"/>
              </a:rPr>
              <a:t>to</a:t>
            </a:r>
            <a:r>
              <a:rPr sz="3600" spc="-65" dirty="0">
                <a:latin typeface="Tahoma"/>
                <a:cs typeface="Tahoma"/>
              </a:rPr>
              <a:t> </a:t>
            </a:r>
            <a:r>
              <a:rPr sz="3600" spc="70" dirty="0">
                <a:solidFill>
                  <a:srgbClr val="FF2600"/>
                </a:solidFill>
                <a:latin typeface="Tahoma"/>
                <a:cs typeface="Tahoma"/>
              </a:rPr>
              <a:t>push</a:t>
            </a:r>
            <a:r>
              <a:rPr sz="3600" spc="-105" dirty="0">
                <a:solidFill>
                  <a:srgbClr val="FF2600"/>
                </a:solidFill>
                <a:latin typeface="Tahoma"/>
                <a:cs typeface="Tahoma"/>
              </a:rPr>
              <a:t> </a:t>
            </a:r>
            <a:r>
              <a:rPr sz="3600" dirty="0">
                <a:latin typeface="Tahoma"/>
                <a:cs typeface="Tahoma"/>
              </a:rPr>
              <a:t>the</a:t>
            </a:r>
            <a:r>
              <a:rPr sz="3600" spc="-105" dirty="0">
                <a:latin typeface="Tahoma"/>
                <a:cs typeface="Tahoma"/>
              </a:rPr>
              <a:t> </a:t>
            </a:r>
            <a:r>
              <a:rPr sz="3600" dirty="0">
                <a:latin typeface="Tahoma"/>
                <a:cs typeface="Tahoma"/>
              </a:rPr>
              <a:t>modified</a:t>
            </a:r>
            <a:r>
              <a:rPr sz="3600" spc="-110" dirty="0">
                <a:latin typeface="Tahoma"/>
                <a:cs typeface="Tahoma"/>
              </a:rPr>
              <a:t> </a:t>
            </a:r>
            <a:r>
              <a:rPr sz="3600" spc="-10" dirty="0">
                <a:latin typeface="Tahoma"/>
                <a:cs typeface="Tahoma"/>
              </a:rPr>
              <a:t>file.</a:t>
            </a:r>
            <a:endParaRPr sz="3600">
              <a:latin typeface="Tahoma"/>
              <a:cs typeface="Tahoma"/>
            </a:endParaRPr>
          </a:p>
          <a:p>
            <a:pPr marL="1348105" lvl="1" indent="-446405" algn="just">
              <a:lnSpc>
                <a:spcPct val="100000"/>
              </a:lnSpc>
              <a:spcBef>
                <a:spcPts val="1200"/>
              </a:spcBef>
              <a:buSzPct val="75000"/>
              <a:buChar char="•"/>
              <a:tabLst>
                <a:tab pos="1348105" algn="l"/>
              </a:tabLst>
            </a:pPr>
            <a:r>
              <a:rPr sz="3600" dirty="0">
                <a:latin typeface="Tahoma"/>
                <a:cs typeface="Tahoma"/>
              </a:rPr>
              <a:t>You</a:t>
            </a:r>
            <a:r>
              <a:rPr sz="3600" spc="-180" dirty="0">
                <a:latin typeface="Tahoma"/>
                <a:cs typeface="Tahoma"/>
              </a:rPr>
              <a:t> </a:t>
            </a:r>
            <a:r>
              <a:rPr sz="3600" dirty="0">
                <a:latin typeface="Tahoma"/>
                <a:cs typeface="Tahoma"/>
              </a:rPr>
              <a:t>will</a:t>
            </a:r>
            <a:r>
              <a:rPr sz="3600" spc="-175" dirty="0">
                <a:latin typeface="Tahoma"/>
                <a:cs typeface="Tahoma"/>
              </a:rPr>
              <a:t> </a:t>
            </a:r>
            <a:r>
              <a:rPr sz="3600" dirty="0">
                <a:latin typeface="Tahoma"/>
                <a:cs typeface="Tahoma"/>
              </a:rPr>
              <a:t>get</a:t>
            </a:r>
            <a:r>
              <a:rPr sz="3600" spc="-180" dirty="0">
                <a:latin typeface="Tahoma"/>
                <a:cs typeface="Tahoma"/>
              </a:rPr>
              <a:t> </a:t>
            </a:r>
            <a:r>
              <a:rPr sz="3600" dirty="0">
                <a:latin typeface="Tahoma"/>
                <a:cs typeface="Tahoma"/>
              </a:rPr>
              <a:t>authentication</a:t>
            </a:r>
            <a:r>
              <a:rPr sz="3600" spc="-175" dirty="0">
                <a:latin typeface="Tahoma"/>
                <a:cs typeface="Tahoma"/>
              </a:rPr>
              <a:t> </a:t>
            </a:r>
            <a:r>
              <a:rPr sz="3600" spc="-10" dirty="0">
                <a:latin typeface="Tahoma"/>
                <a:cs typeface="Tahoma"/>
              </a:rPr>
              <a:t>failed.</a:t>
            </a:r>
            <a:endParaRPr sz="3600">
              <a:latin typeface="Tahoma"/>
              <a:cs typeface="Tahoma"/>
            </a:endParaRPr>
          </a:p>
          <a:p>
            <a:pPr marL="1346200" marR="511175" lvl="1" indent="-444500" algn="just">
              <a:lnSpc>
                <a:spcPct val="100000"/>
              </a:lnSpc>
              <a:spcBef>
                <a:spcPts val="1200"/>
              </a:spcBef>
              <a:buSzPct val="75000"/>
              <a:buChar char="•"/>
              <a:tabLst>
                <a:tab pos="1346200" algn="l"/>
                <a:tab pos="1348105" algn="l"/>
              </a:tabLst>
            </a:pPr>
            <a:r>
              <a:rPr sz="3600" spc="-35" dirty="0">
                <a:latin typeface="Tahoma"/>
                <a:cs typeface="Tahoma"/>
              </a:rPr>
              <a:t>It’s</a:t>
            </a:r>
            <a:r>
              <a:rPr sz="3600" spc="-140" dirty="0">
                <a:latin typeface="Tahoma"/>
                <a:cs typeface="Tahoma"/>
              </a:rPr>
              <a:t> </a:t>
            </a:r>
            <a:r>
              <a:rPr sz="3600" spc="85" dirty="0">
                <a:latin typeface="Tahoma"/>
                <a:cs typeface="Tahoma"/>
              </a:rPr>
              <a:t>because</a:t>
            </a:r>
            <a:r>
              <a:rPr sz="3600" spc="-140" dirty="0">
                <a:latin typeface="Tahoma"/>
                <a:cs typeface="Tahoma"/>
              </a:rPr>
              <a:t> </a:t>
            </a:r>
            <a:r>
              <a:rPr sz="3600" dirty="0">
                <a:latin typeface="Tahoma"/>
                <a:cs typeface="Tahoma"/>
              </a:rPr>
              <a:t>it</a:t>
            </a:r>
            <a:r>
              <a:rPr sz="3600" spc="-145" dirty="0">
                <a:latin typeface="Tahoma"/>
                <a:cs typeface="Tahoma"/>
              </a:rPr>
              <a:t> </a:t>
            </a:r>
            <a:r>
              <a:rPr sz="3600" spc="80" dirty="0">
                <a:latin typeface="Tahoma"/>
                <a:cs typeface="Tahoma"/>
              </a:rPr>
              <a:t>was</a:t>
            </a:r>
            <a:r>
              <a:rPr sz="3600" spc="-140" dirty="0">
                <a:latin typeface="Tahoma"/>
                <a:cs typeface="Tahoma"/>
              </a:rPr>
              <a:t> </a:t>
            </a:r>
            <a:r>
              <a:rPr sz="3600" dirty="0">
                <a:latin typeface="Tahoma"/>
                <a:cs typeface="Tahoma"/>
              </a:rPr>
              <a:t>a</a:t>
            </a:r>
            <a:r>
              <a:rPr sz="3600" spc="-110" dirty="0">
                <a:latin typeface="Tahoma"/>
                <a:cs typeface="Tahoma"/>
              </a:rPr>
              <a:t> </a:t>
            </a:r>
            <a:r>
              <a:rPr sz="3600" dirty="0">
                <a:solidFill>
                  <a:srgbClr val="FF2600"/>
                </a:solidFill>
                <a:latin typeface="Tahoma"/>
                <a:cs typeface="Tahoma"/>
              </a:rPr>
              <a:t>project</a:t>
            </a:r>
            <a:r>
              <a:rPr sz="3600" spc="-145" dirty="0">
                <a:solidFill>
                  <a:srgbClr val="FF2600"/>
                </a:solidFill>
                <a:latin typeface="Tahoma"/>
                <a:cs typeface="Tahoma"/>
              </a:rPr>
              <a:t> </a:t>
            </a:r>
            <a:r>
              <a:rPr sz="3600" dirty="0">
                <a:solidFill>
                  <a:srgbClr val="FF2600"/>
                </a:solidFill>
                <a:latin typeface="Tahoma"/>
                <a:cs typeface="Tahoma"/>
              </a:rPr>
              <a:t>of</a:t>
            </a:r>
            <a:r>
              <a:rPr sz="3600" spc="-140" dirty="0">
                <a:solidFill>
                  <a:srgbClr val="FF2600"/>
                </a:solidFill>
                <a:latin typeface="Tahoma"/>
                <a:cs typeface="Tahoma"/>
              </a:rPr>
              <a:t> </a:t>
            </a:r>
            <a:r>
              <a:rPr sz="3600" dirty="0">
                <a:solidFill>
                  <a:srgbClr val="FF2600"/>
                </a:solidFill>
                <a:latin typeface="Tahoma"/>
                <a:cs typeface="Tahoma"/>
              </a:rPr>
              <a:t>others</a:t>
            </a:r>
            <a:r>
              <a:rPr sz="3600" dirty="0">
                <a:latin typeface="Tahoma"/>
                <a:cs typeface="Tahoma"/>
              </a:rPr>
              <a:t>,</a:t>
            </a:r>
            <a:r>
              <a:rPr sz="3600" spc="-145" dirty="0">
                <a:latin typeface="Tahoma"/>
                <a:cs typeface="Tahoma"/>
              </a:rPr>
              <a:t> </a:t>
            </a:r>
            <a:r>
              <a:rPr sz="3600" spc="40" dirty="0">
                <a:latin typeface="Tahoma"/>
                <a:cs typeface="Tahoma"/>
              </a:rPr>
              <a:t>which </a:t>
            </a:r>
            <a:r>
              <a:rPr sz="3600" dirty="0">
                <a:latin typeface="Tahoma"/>
                <a:cs typeface="Tahoma"/>
              </a:rPr>
              <a:t>means</a:t>
            </a:r>
            <a:r>
              <a:rPr sz="3600" spc="-95" dirty="0">
                <a:latin typeface="Tahoma"/>
                <a:cs typeface="Tahoma"/>
              </a:rPr>
              <a:t> </a:t>
            </a:r>
            <a:r>
              <a:rPr sz="3600" dirty="0">
                <a:latin typeface="Tahoma"/>
                <a:cs typeface="Tahoma"/>
              </a:rPr>
              <a:t>you</a:t>
            </a:r>
            <a:r>
              <a:rPr sz="3600" spc="-90" dirty="0">
                <a:latin typeface="Tahoma"/>
                <a:cs typeface="Tahoma"/>
              </a:rPr>
              <a:t> </a:t>
            </a:r>
            <a:r>
              <a:rPr sz="3600" dirty="0">
                <a:latin typeface="Tahoma"/>
                <a:cs typeface="Tahoma"/>
              </a:rPr>
              <a:t>are</a:t>
            </a:r>
            <a:r>
              <a:rPr sz="3600" spc="-90" dirty="0">
                <a:latin typeface="Tahoma"/>
                <a:cs typeface="Tahoma"/>
              </a:rPr>
              <a:t> </a:t>
            </a:r>
            <a:r>
              <a:rPr sz="3600" dirty="0">
                <a:latin typeface="Tahoma"/>
                <a:cs typeface="Tahoma"/>
              </a:rPr>
              <a:t>not</a:t>
            </a:r>
            <a:r>
              <a:rPr sz="3600" spc="-95" dirty="0">
                <a:latin typeface="Tahoma"/>
                <a:cs typeface="Tahoma"/>
              </a:rPr>
              <a:t> </a:t>
            </a:r>
            <a:r>
              <a:rPr sz="3600" dirty="0">
                <a:latin typeface="Tahoma"/>
                <a:cs typeface="Tahoma"/>
              </a:rPr>
              <a:t>able</a:t>
            </a:r>
            <a:r>
              <a:rPr sz="3600" spc="-95" dirty="0">
                <a:latin typeface="Tahoma"/>
                <a:cs typeface="Tahoma"/>
              </a:rPr>
              <a:t> </a:t>
            </a:r>
            <a:r>
              <a:rPr sz="3600" dirty="0">
                <a:latin typeface="Tahoma"/>
                <a:cs typeface="Tahoma"/>
              </a:rPr>
              <a:t>to</a:t>
            </a:r>
            <a:r>
              <a:rPr sz="3600" spc="-90" dirty="0">
                <a:latin typeface="Tahoma"/>
                <a:cs typeface="Tahoma"/>
              </a:rPr>
              <a:t> </a:t>
            </a:r>
            <a:r>
              <a:rPr sz="3600" spc="50" dirty="0">
                <a:latin typeface="Tahoma"/>
                <a:cs typeface="Tahoma"/>
              </a:rPr>
              <a:t>save</a:t>
            </a:r>
            <a:r>
              <a:rPr sz="3600" spc="-90" dirty="0">
                <a:latin typeface="Tahoma"/>
                <a:cs typeface="Tahoma"/>
              </a:rPr>
              <a:t> </a:t>
            </a:r>
            <a:r>
              <a:rPr sz="3600" dirty="0">
                <a:latin typeface="Tahoma"/>
                <a:cs typeface="Tahoma"/>
              </a:rPr>
              <a:t>the</a:t>
            </a:r>
            <a:r>
              <a:rPr sz="3600" spc="-90" dirty="0">
                <a:latin typeface="Tahoma"/>
                <a:cs typeface="Tahoma"/>
              </a:rPr>
              <a:t> </a:t>
            </a:r>
            <a:r>
              <a:rPr sz="3600" spc="60" dirty="0">
                <a:latin typeface="Tahoma"/>
                <a:cs typeface="Tahoma"/>
              </a:rPr>
              <a:t>changes </a:t>
            </a:r>
            <a:r>
              <a:rPr sz="3600" spc="120" dirty="0">
                <a:latin typeface="Tahoma"/>
                <a:cs typeface="Tahoma"/>
              </a:rPr>
              <a:t>back</a:t>
            </a:r>
            <a:r>
              <a:rPr sz="3600" spc="-150" dirty="0">
                <a:latin typeface="Tahoma"/>
                <a:cs typeface="Tahoma"/>
              </a:rPr>
              <a:t> </a:t>
            </a:r>
            <a:r>
              <a:rPr sz="3600" dirty="0">
                <a:latin typeface="Tahoma"/>
                <a:cs typeface="Tahoma"/>
              </a:rPr>
              <a:t>to</a:t>
            </a:r>
            <a:r>
              <a:rPr sz="3600" spc="-145" dirty="0">
                <a:latin typeface="Tahoma"/>
                <a:cs typeface="Tahoma"/>
              </a:rPr>
              <a:t> </a:t>
            </a:r>
            <a:r>
              <a:rPr sz="3600" dirty="0">
                <a:latin typeface="Tahoma"/>
                <a:cs typeface="Tahoma"/>
              </a:rPr>
              <a:t>the</a:t>
            </a:r>
            <a:r>
              <a:rPr sz="3600" spc="-145" dirty="0">
                <a:latin typeface="Tahoma"/>
                <a:cs typeface="Tahoma"/>
              </a:rPr>
              <a:t> </a:t>
            </a:r>
            <a:r>
              <a:rPr sz="3600" spc="-10" dirty="0">
                <a:latin typeface="Tahoma"/>
                <a:cs typeface="Tahoma"/>
              </a:rPr>
              <a:t>server.</a:t>
            </a:r>
            <a:endParaRPr sz="3600">
              <a:latin typeface="Tahoma"/>
              <a:cs typeface="Tahoma"/>
            </a:endParaRPr>
          </a:p>
          <a:p>
            <a:pPr marL="457200" marR="5080" indent="-444500" algn="just">
              <a:lnSpc>
                <a:spcPct val="100000"/>
              </a:lnSpc>
              <a:spcBef>
                <a:spcPts val="1800"/>
              </a:spcBef>
              <a:buSzPct val="75000"/>
              <a:buChar char="•"/>
              <a:tabLst>
                <a:tab pos="457200" algn="l"/>
                <a:tab pos="459105" algn="l"/>
              </a:tabLst>
            </a:pPr>
            <a:r>
              <a:rPr sz="3600" spc="110" dirty="0">
                <a:latin typeface="Tahoma"/>
                <a:cs typeface="Tahoma"/>
              </a:rPr>
              <a:t>So,</a:t>
            </a:r>
            <a:r>
              <a:rPr sz="3600" spc="-135" dirty="0">
                <a:latin typeface="Tahoma"/>
                <a:cs typeface="Tahoma"/>
              </a:rPr>
              <a:t> </a:t>
            </a:r>
            <a:r>
              <a:rPr sz="3600" spc="40" dirty="0">
                <a:latin typeface="Tahoma"/>
                <a:cs typeface="Tahoma"/>
              </a:rPr>
              <a:t>how</a:t>
            </a:r>
            <a:r>
              <a:rPr sz="3600" spc="-135" dirty="0">
                <a:latin typeface="Tahoma"/>
                <a:cs typeface="Tahoma"/>
              </a:rPr>
              <a:t> </a:t>
            </a:r>
            <a:r>
              <a:rPr sz="3600" spc="85" dirty="0">
                <a:latin typeface="Tahoma"/>
                <a:cs typeface="Tahoma"/>
              </a:rPr>
              <a:t>can</a:t>
            </a:r>
            <a:r>
              <a:rPr sz="3600" spc="-130" dirty="0">
                <a:latin typeface="Tahoma"/>
                <a:cs typeface="Tahoma"/>
              </a:rPr>
              <a:t> </a:t>
            </a:r>
            <a:r>
              <a:rPr sz="3600" spc="-415" dirty="0">
                <a:latin typeface="Tahoma"/>
                <a:cs typeface="Tahoma"/>
              </a:rPr>
              <a:t>I</a:t>
            </a:r>
            <a:r>
              <a:rPr sz="3600" spc="-135" dirty="0">
                <a:latin typeface="Tahoma"/>
                <a:cs typeface="Tahoma"/>
              </a:rPr>
              <a:t> </a:t>
            </a:r>
            <a:r>
              <a:rPr sz="3600" spc="125" dirty="0">
                <a:latin typeface="Tahoma"/>
                <a:cs typeface="Tahoma"/>
              </a:rPr>
              <a:t>copy</a:t>
            </a:r>
            <a:r>
              <a:rPr sz="3600" spc="-130" dirty="0">
                <a:latin typeface="Tahoma"/>
                <a:cs typeface="Tahoma"/>
              </a:rPr>
              <a:t> </a:t>
            </a:r>
            <a:r>
              <a:rPr sz="3600" spc="35" dirty="0">
                <a:latin typeface="Tahoma"/>
                <a:cs typeface="Tahoma"/>
              </a:rPr>
              <a:t>a</a:t>
            </a:r>
            <a:r>
              <a:rPr sz="3600" spc="-130" dirty="0">
                <a:latin typeface="Tahoma"/>
                <a:cs typeface="Tahoma"/>
              </a:rPr>
              <a:t> </a:t>
            </a:r>
            <a:r>
              <a:rPr sz="3600" dirty="0">
                <a:latin typeface="Tahoma"/>
                <a:cs typeface="Tahoma"/>
              </a:rPr>
              <a:t>project</a:t>
            </a:r>
            <a:r>
              <a:rPr sz="3600" spc="-135" dirty="0">
                <a:latin typeface="Tahoma"/>
                <a:cs typeface="Tahoma"/>
              </a:rPr>
              <a:t> </a:t>
            </a:r>
            <a:r>
              <a:rPr sz="3600" spc="-30" dirty="0">
                <a:latin typeface="Tahoma"/>
                <a:cs typeface="Tahoma"/>
              </a:rPr>
              <a:t>from</a:t>
            </a:r>
            <a:r>
              <a:rPr sz="3600" spc="-130" dirty="0">
                <a:latin typeface="Tahoma"/>
                <a:cs typeface="Tahoma"/>
              </a:rPr>
              <a:t> </a:t>
            </a:r>
            <a:r>
              <a:rPr sz="3600" spc="15" dirty="0">
                <a:latin typeface="Tahoma"/>
                <a:cs typeface="Tahoma"/>
              </a:rPr>
              <a:t>others</a:t>
            </a:r>
            <a:r>
              <a:rPr sz="3600" spc="-130" dirty="0">
                <a:latin typeface="Tahoma"/>
                <a:cs typeface="Tahoma"/>
              </a:rPr>
              <a:t> </a:t>
            </a:r>
            <a:r>
              <a:rPr sz="3600" spc="35" dirty="0">
                <a:latin typeface="Tahoma"/>
                <a:cs typeface="Tahoma"/>
              </a:rPr>
              <a:t>on</a:t>
            </a:r>
            <a:r>
              <a:rPr sz="3600" spc="-130" dirty="0">
                <a:latin typeface="Tahoma"/>
                <a:cs typeface="Tahoma"/>
              </a:rPr>
              <a:t> </a:t>
            </a:r>
            <a:r>
              <a:rPr sz="3600" spc="35" dirty="0">
                <a:latin typeface="Tahoma"/>
                <a:cs typeface="Tahoma"/>
              </a:rPr>
              <a:t>a</a:t>
            </a:r>
            <a:r>
              <a:rPr sz="3600" spc="-130" dirty="0">
                <a:latin typeface="Tahoma"/>
                <a:cs typeface="Tahoma"/>
              </a:rPr>
              <a:t> </a:t>
            </a:r>
            <a:r>
              <a:rPr sz="3600" spc="50" dirty="0">
                <a:latin typeface="Tahoma"/>
                <a:cs typeface="Tahoma"/>
              </a:rPr>
              <a:t>open</a:t>
            </a:r>
            <a:r>
              <a:rPr sz="3600" spc="25" dirty="0">
                <a:latin typeface="Tahoma"/>
                <a:cs typeface="Tahoma"/>
              </a:rPr>
              <a:t> </a:t>
            </a:r>
            <a:r>
              <a:rPr sz="3600" spc="55" dirty="0">
                <a:latin typeface="Tahoma"/>
                <a:cs typeface="Tahoma"/>
              </a:rPr>
              <a:t>source</a:t>
            </a:r>
            <a:r>
              <a:rPr sz="3600" spc="-130" dirty="0">
                <a:latin typeface="Tahoma"/>
                <a:cs typeface="Tahoma"/>
              </a:rPr>
              <a:t> </a:t>
            </a:r>
            <a:r>
              <a:rPr sz="3600" spc="-5" dirty="0">
                <a:latin typeface="Tahoma"/>
                <a:cs typeface="Tahoma"/>
              </a:rPr>
              <a:t>platfor</a:t>
            </a:r>
            <a:r>
              <a:rPr sz="3600" dirty="0">
                <a:latin typeface="Tahoma"/>
                <a:cs typeface="Tahoma"/>
              </a:rPr>
              <a:t>m</a:t>
            </a:r>
            <a:r>
              <a:rPr sz="3600" spc="-130" dirty="0">
                <a:latin typeface="Tahoma"/>
                <a:cs typeface="Tahoma"/>
              </a:rPr>
              <a:t> </a:t>
            </a:r>
            <a:r>
              <a:rPr sz="3600" spc="-5" dirty="0">
                <a:latin typeface="Tahoma"/>
                <a:cs typeface="Tahoma"/>
              </a:rPr>
              <a:t>like</a:t>
            </a:r>
            <a:r>
              <a:rPr sz="3600" spc="-130" dirty="0">
                <a:latin typeface="Tahoma"/>
                <a:cs typeface="Tahoma"/>
              </a:rPr>
              <a:t> </a:t>
            </a:r>
            <a:r>
              <a:rPr sz="3600" spc="80" dirty="0">
                <a:latin typeface="Tahoma"/>
                <a:cs typeface="Tahoma"/>
              </a:rPr>
              <a:t>Github?</a:t>
            </a:r>
            <a:endParaRPr sz="3600">
              <a:latin typeface="Tahoma"/>
              <a:cs typeface="Tahoma"/>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077350" y="682751"/>
            <a:ext cx="2809036" cy="9070847"/>
          </a:xfrm>
          <a:prstGeom prst="rect">
            <a:avLst/>
          </a:prstGeom>
        </p:spPr>
      </p:pic>
      <p:sp>
        <p:nvSpPr>
          <p:cNvPr id="3" name="object 3"/>
          <p:cNvSpPr txBox="1">
            <a:spLocks noGrp="1"/>
          </p:cNvSpPr>
          <p:nvPr>
            <p:ph type="title"/>
          </p:nvPr>
        </p:nvSpPr>
        <p:spPr>
          <a:xfrm>
            <a:off x="2765741" y="3453892"/>
            <a:ext cx="3764915" cy="2629535"/>
          </a:xfrm>
          <a:prstGeom prst="rect">
            <a:avLst/>
          </a:prstGeom>
        </p:spPr>
        <p:txBody>
          <a:bodyPr vert="horz" wrap="square" lIns="0" tIns="12700" rIns="0" bIns="0" rtlCol="0">
            <a:spAutoFit/>
          </a:bodyPr>
          <a:lstStyle/>
          <a:p>
            <a:pPr marL="128905">
              <a:lnSpc>
                <a:spcPts val="3410"/>
              </a:lnSpc>
              <a:spcBef>
                <a:spcPts val="100"/>
              </a:spcBef>
            </a:pPr>
            <a:r>
              <a:rPr sz="3600" spc="-10" dirty="0">
                <a:latin typeface="Arial MT"/>
                <a:cs typeface="Arial MT"/>
              </a:rPr>
              <a:t>Introducing</a:t>
            </a:r>
            <a:endParaRPr sz="3600">
              <a:latin typeface="Arial MT"/>
              <a:cs typeface="Arial MT"/>
            </a:endParaRPr>
          </a:p>
          <a:p>
            <a:pPr marL="12700">
              <a:lnSpc>
                <a:spcPts val="17090"/>
              </a:lnSpc>
            </a:pPr>
            <a:r>
              <a:rPr sz="15000" spc="-135" dirty="0">
                <a:latin typeface="Arial MT"/>
                <a:cs typeface="Arial MT"/>
              </a:rPr>
              <a:t>Fork</a:t>
            </a:r>
            <a:endParaRPr sz="15000">
              <a:latin typeface="Arial MT"/>
              <a:cs typeface="Arial MT"/>
            </a:endParaRPr>
          </a:p>
        </p:txBody>
      </p:sp>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62</a:t>
            </a:fld>
            <a:endParaRPr spc="-25"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178649" y="5353050"/>
            <a:ext cx="1066800" cy="1066800"/>
            <a:chOff x="3178649" y="5353050"/>
            <a:chExt cx="1066800" cy="1066800"/>
          </a:xfrm>
        </p:grpSpPr>
        <p:pic>
          <p:nvPicPr>
            <p:cNvPr id="3" name="object 3"/>
            <p:cNvPicPr/>
            <p:nvPr/>
          </p:nvPicPr>
          <p:blipFill>
            <a:blip r:embed="rId2" cstate="print"/>
            <a:stretch>
              <a:fillRect/>
            </a:stretch>
          </p:blipFill>
          <p:spPr>
            <a:xfrm>
              <a:off x="3178649" y="5353050"/>
              <a:ext cx="1066805" cy="1066800"/>
            </a:xfrm>
            <a:prstGeom prst="rect">
              <a:avLst/>
            </a:prstGeom>
          </p:spPr>
        </p:pic>
        <p:pic>
          <p:nvPicPr>
            <p:cNvPr id="4" name="object 4"/>
            <p:cNvPicPr/>
            <p:nvPr/>
          </p:nvPicPr>
          <p:blipFill>
            <a:blip r:embed="rId3" cstate="print"/>
            <a:stretch>
              <a:fillRect/>
            </a:stretch>
          </p:blipFill>
          <p:spPr>
            <a:xfrm>
              <a:off x="3216749" y="5365750"/>
              <a:ext cx="990604" cy="990600"/>
            </a:xfrm>
            <a:prstGeom prst="rect">
              <a:avLst/>
            </a:prstGeom>
          </p:spPr>
        </p:pic>
      </p:grpSp>
      <p:sp>
        <p:nvSpPr>
          <p:cNvPr id="5" name="object 5"/>
          <p:cNvSpPr txBox="1"/>
          <p:nvPr/>
        </p:nvSpPr>
        <p:spPr>
          <a:xfrm>
            <a:off x="3546922" y="5563869"/>
            <a:ext cx="330835" cy="558800"/>
          </a:xfrm>
          <a:prstGeom prst="rect">
            <a:avLst/>
          </a:prstGeom>
        </p:spPr>
        <p:txBody>
          <a:bodyPr vert="horz" wrap="square" lIns="0" tIns="12700" rIns="0" bIns="0" rtlCol="0">
            <a:spAutoFit/>
          </a:bodyPr>
          <a:lstStyle/>
          <a:p>
            <a:pPr marL="12700">
              <a:lnSpc>
                <a:spcPct val="100000"/>
              </a:lnSpc>
              <a:spcBef>
                <a:spcPts val="100"/>
              </a:spcBef>
            </a:pPr>
            <a:r>
              <a:rPr sz="3500" spc="-50" dirty="0">
                <a:solidFill>
                  <a:srgbClr val="FFFFFF"/>
                </a:solidFill>
                <a:latin typeface="Arial MT"/>
                <a:cs typeface="Arial MT"/>
              </a:rPr>
              <a:t>A</a:t>
            </a:r>
            <a:endParaRPr sz="3500">
              <a:latin typeface="Arial MT"/>
              <a:cs typeface="Arial MT"/>
            </a:endParaRPr>
          </a:p>
        </p:txBody>
      </p:sp>
      <p:grpSp>
        <p:nvGrpSpPr>
          <p:cNvPr id="6" name="object 6"/>
          <p:cNvGrpSpPr/>
          <p:nvPr/>
        </p:nvGrpSpPr>
        <p:grpSpPr>
          <a:xfrm>
            <a:off x="816450" y="2584450"/>
            <a:ext cx="5791200" cy="3835400"/>
            <a:chOff x="816450" y="2584450"/>
            <a:chExt cx="5791200" cy="3835400"/>
          </a:xfrm>
        </p:grpSpPr>
        <p:pic>
          <p:nvPicPr>
            <p:cNvPr id="7" name="object 7"/>
            <p:cNvPicPr/>
            <p:nvPr/>
          </p:nvPicPr>
          <p:blipFill>
            <a:blip r:embed="rId2" cstate="print"/>
            <a:stretch>
              <a:fillRect/>
            </a:stretch>
          </p:blipFill>
          <p:spPr>
            <a:xfrm>
              <a:off x="816450" y="2584450"/>
              <a:ext cx="1066805" cy="1066800"/>
            </a:xfrm>
            <a:prstGeom prst="rect">
              <a:avLst/>
            </a:prstGeom>
          </p:spPr>
        </p:pic>
        <p:pic>
          <p:nvPicPr>
            <p:cNvPr id="8" name="object 8"/>
            <p:cNvPicPr/>
            <p:nvPr/>
          </p:nvPicPr>
          <p:blipFill>
            <a:blip r:embed="rId4" cstate="print"/>
            <a:stretch>
              <a:fillRect/>
            </a:stretch>
          </p:blipFill>
          <p:spPr>
            <a:xfrm>
              <a:off x="854550" y="2597150"/>
              <a:ext cx="990604" cy="990600"/>
            </a:xfrm>
            <a:prstGeom prst="rect">
              <a:avLst/>
            </a:prstGeom>
          </p:spPr>
        </p:pic>
        <p:sp>
          <p:nvSpPr>
            <p:cNvPr id="9" name="object 9"/>
            <p:cNvSpPr/>
            <p:nvPr/>
          </p:nvSpPr>
          <p:spPr>
            <a:xfrm>
              <a:off x="1670675" y="3468469"/>
              <a:ext cx="1522730" cy="1784985"/>
            </a:xfrm>
            <a:custGeom>
              <a:avLst/>
              <a:gdLst/>
              <a:ahLst/>
              <a:cxnLst/>
              <a:rect l="l" t="t" r="r" b="b"/>
              <a:pathLst>
                <a:path w="1522730" h="1784985">
                  <a:moveTo>
                    <a:pt x="1522708" y="1784678"/>
                  </a:moveTo>
                  <a:lnTo>
                    <a:pt x="0" y="0"/>
                  </a:lnTo>
                </a:path>
              </a:pathLst>
            </a:custGeom>
            <a:ln w="50799">
              <a:solidFill>
                <a:srgbClr val="53585F"/>
              </a:solidFill>
            </a:ln>
          </p:spPr>
          <p:txBody>
            <a:bodyPr wrap="square" lIns="0" tIns="0" rIns="0" bIns="0" rtlCol="0"/>
            <a:lstStyle/>
            <a:p>
              <a:endParaRPr/>
            </a:p>
          </p:txBody>
        </p:sp>
        <p:sp>
          <p:nvSpPr>
            <p:cNvPr id="10" name="object 10"/>
            <p:cNvSpPr/>
            <p:nvPr/>
          </p:nvSpPr>
          <p:spPr>
            <a:xfrm>
              <a:off x="3129552" y="5198685"/>
              <a:ext cx="213995" cy="229870"/>
            </a:xfrm>
            <a:custGeom>
              <a:avLst/>
              <a:gdLst/>
              <a:ahLst/>
              <a:cxnLst/>
              <a:rect l="l" t="t" r="r" b="b"/>
              <a:pathLst>
                <a:path w="213995" h="229870">
                  <a:moveTo>
                    <a:pt x="213464" y="229837"/>
                  </a:moveTo>
                  <a:lnTo>
                    <a:pt x="0" y="108923"/>
                  </a:lnTo>
                  <a:lnTo>
                    <a:pt x="127663" y="0"/>
                  </a:lnTo>
                  <a:lnTo>
                    <a:pt x="213464" y="229837"/>
                  </a:lnTo>
                  <a:close/>
                </a:path>
              </a:pathLst>
            </a:custGeom>
            <a:solidFill>
              <a:srgbClr val="53585F"/>
            </a:solidFill>
          </p:spPr>
          <p:txBody>
            <a:bodyPr wrap="square" lIns="0" tIns="0" rIns="0" bIns="0" rtlCol="0"/>
            <a:lstStyle/>
            <a:p>
              <a:endParaRPr/>
            </a:p>
          </p:txBody>
        </p:sp>
        <p:sp>
          <p:nvSpPr>
            <p:cNvPr id="11" name="object 11"/>
            <p:cNvSpPr/>
            <p:nvPr/>
          </p:nvSpPr>
          <p:spPr>
            <a:xfrm>
              <a:off x="3129552" y="5198685"/>
              <a:ext cx="213995" cy="229870"/>
            </a:xfrm>
            <a:custGeom>
              <a:avLst/>
              <a:gdLst/>
              <a:ahLst/>
              <a:cxnLst/>
              <a:rect l="l" t="t" r="r" b="b"/>
              <a:pathLst>
                <a:path w="213995" h="229870">
                  <a:moveTo>
                    <a:pt x="0" y="108923"/>
                  </a:moveTo>
                  <a:lnTo>
                    <a:pt x="213464" y="229837"/>
                  </a:lnTo>
                  <a:lnTo>
                    <a:pt x="127663" y="0"/>
                  </a:lnTo>
                  <a:lnTo>
                    <a:pt x="0" y="108923"/>
                  </a:lnTo>
                  <a:close/>
                </a:path>
              </a:pathLst>
            </a:custGeom>
            <a:ln w="50799">
              <a:solidFill>
                <a:srgbClr val="53585F"/>
              </a:solidFill>
            </a:ln>
          </p:spPr>
          <p:txBody>
            <a:bodyPr wrap="square" lIns="0" tIns="0" rIns="0" bIns="0" rtlCol="0"/>
            <a:lstStyle/>
            <a:p>
              <a:endParaRPr/>
            </a:p>
          </p:txBody>
        </p:sp>
        <p:pic>
          <p:nvPicPr>
            <p:cNvPr id="12" name="object 12"/>
            <p:cNvPicPr/>
            <p:nvPr/>
          </p:nvPicPr>
          <p:blipFill>
            <a:blip r:embed="rId2" cstate="print"/>
            <a:stretch>
              <a:fillRect/>
            </a:stretch>
          </p:blipFill>
          <p:spPr>
            <a:xfrm>
              <a:off x="5540848" y="5353050"/>
              <a:ext cx="1066805" cy="1066800"/>
            </a:xfrm>
            <a:prstGeom prst="rect">
              <a:avLst/>
            </a:prstGeom>
          </p:spPr>
        </p:pic>
        <p:pic>
          <p:nvPicPr>
            <p:cNvPr id="13" name="object 13"/>
            <p:cNvPicPr/>
            <p:nvPr/>
          </p:nvPicPr>
          <p:blipFill>
            <a:blip r:embed="rId3" cstate="print"/>
            <a:stretch>
              <a:fillRect/>
            </a:stretch>
          </p:blipFill>
          <p:spPr>
            <a:xfrm>
              <a:off x="5578948" y="5365750"/>
              <a:ext cx="990604" cy="990600"/>
            </a:xfrm>
            <a:prstGeom prst="rect">
              <a:avLst/>
            </a:prstGeom>
          </p:spPr>
        </p:pic>
      </p:grpSp>
      <p:sp>
        <p:nvSpPr>
          <p:cNvPr id="14" name="object 14"/>
          <p:cNvSpPr txBox="1"/>
          <p:nvPr/>
        </p:nvSpPr>
        <p:spPr>
          <a:xfrm>
            <a:off x="5785579" y="5563869"/>
            <a:ext cx="577850" cy="558800"/>
          </a:xfrm>
          <a:prstGeom prst="rect">
            <a:avLst/>
          </a:prstGeom>
        </p:spPr>
        <p:txBody>
          <a:bodyPr vert="horz" wrap="square" lIns="0" tIns="12700" rIns="0" bIns="0" rtlCol="0">
            <a:spAutoFit/>
          </a:bodyPr>
          <a:lstStyle/>
          <a:p>
            <a:pPr marL="12700">
              <a:lnSpc>
                <a:spcPct val="100000"/>
              </a:lnSpc>
              <a:spcBef>
                <a:spcPts val="100"/>
              </a:spcBef>
            </a:pPr>
            <a:r>
              <a:rPr sz="3500" spc="-25" dirty="0">
                <a:solidFill>
                  <a:srgbClr val="FFFFFF"/>
                </a:solidFill>
                <a:latin typeface="Arial MT"/>
                <a:cs typeface="Arial MT"/>
              </a:rPr>
              <a:t>A1</a:t>
            </a:r>
            <a:endParaRPr sz="3500">
              <a:latin typeface="Arial MT"/>
              <a:cs typeface="Arial MT"/>
            </a:endParaRPr>
          </a:p>
        </p:txBody>
      </p:sp>
      <p:grpSp>
        <p:nvGrpSpPr>
          <p:cNvPr id="15" name="object 15"/>
          <p:cNvGrpSpPr/>
          <p:nvPr/>
        </p:nvGrpSpPr>
        <p:grpSpPr>
          <a:xfrm>
            <a:off x="4181764" y="5353050"/>
            <a:ext cx="4788535" cy="1066800"/>
            <a:chOff x="4181764" y="5353050"/>
            <a:chExt cx="4788535" cy="1066800"/>
          </a:xfrm>
        </p:grpSpPr>
        <p:sp>
          <p:nvSpPr>
            <p:cNvPr id="16" name="object 16"/>
            <p:cNvSpPr/>
            <p:nvPr/>
          </p:nvSpPr>
          <p:spPr>
            <a:xfrm>
              <a:off x="4207164" y="5861049"/>
              <a:ext cx="1372235" cy="0"/>
            </a:xfrm>
            <a:custGeom>
              <a:avLst/>
              <a:gdLst/>
              <a:ahLst/>
              <a:cxnLst/>
              <a:rect l="l" t="t" r="r" b="b"/>
              <a:pathLst>
                <a:path w="1372235">
                  <a:moveTo>
                    <a:pt x="1371972" y="1"/>
                  </a:moveTo>
                  <a:lnTo>
                    <a:pt x="1321159" y="1"/>
                  </a:lnTo>
                  <a:lnTo>
                    <a:pt x="1270345" y="1"/>
                  </a:lnTo>
                  <a:lnTo>
                    <a:pt x="1219531" y="1"/>
                  </a:lnTo>
                  <a:lnTo>
                    <a:pt x="1168717" y="0"/>
                  </a:lnTo>
                  <a:lnTo>
                    <a:pt x="1117903" y="0"/>
                  </a:lnTo>
                  <a:lnTo>
                    <a:pt x="1067090" y="0"/>
                  </a:lnTo>
                  <a:lnTo>
                    <a:pt x="1016276" y="0"/>
                  </a:lnTo>
                  <a:lnTo>
                    <a:pt x="965462" y="0"/>
                  </a:lnTo>
                  <a:lnTo>
                    <a:pt x="914648" y="0"/>
                  </a:lnTo>
                  <a:lnTo>
                    <a:pt x="863834" y="0"/>
                  </a:lnTo>
                  <a:lnTo>
                    <a:pt x="813020" y="0"/>
                  </a:lnTo>
                  <a:lnTo>
                    <a:pt x="762207" y="0"/>
                  </a:lnTo>
                  <a:lnTo>
                    <a:pt x="711393" y="0"/>
                  </a:lnTo>
                  <a:lnTo>
                    <a:pt x="660579" y="0"/>
                  </a:lnTo>
                  <a:lnTo>
                    <a:pt x="609765" y="0"/>
                  </a:lnTo>
                  <a:lnTo>
                    <a:pt x="558951" y="0"/>
                  </a:lnTo>
                  <a:lnTo>
                    <a:pt x="508138" y="0"/>
                  </a:lnTo>
                  <a:lnTo>
                    <a:pt x="457324" y="0"/>
                  </a:lnTo>
                  <a:lnTo>
                    <a:pt x="406510" y="0"/>
                  </a:lnTo>
                  <a:lnTo>
                    <a:pt x="355696" y="0"/>
                  </a:lnTo>
                  <a:lnTo>
                    <a:pt x="304882" y="0"/>
                  </a:lnTo>
                  <a:lnTo>
                    <a:pt x="254069" y="0"/>
                  </a:lnTo>
                  <a:lnTo>
                    <a:pt x="203255" y="0"/>
                  </a:lnTo>
                  <a:lnTo>
                    <a:pt x="152441" y="0"/>
                  </a:lnTo>
                  <a:lnTo>
                    <a:pt x="101627" y="0"/>
                  </a:lnTo>
                  <a:lnTo>
                    <a:pt x="50813" y="0"/>
                  </a:lnTo>
                  <a:lnTo>
                    <a:pt x="0" y="0"/>
                  </a:lnTo>
                </a:path>
              </a:pathLst>
            </a:custGeom>
            <a:ln w="50799">
              <a:solidFill>
                <a:srgbClr val="53585F"/>
              </a:solidFill>
            </a:ln>
          </p:spPr>
          <p:txBody>
            <a:bodyPr wrap="square" lIns="0" tIns="0" rIns="0" bIns="0" rtlCol="0"/>
            <a:lstStyle/>
            <a:p>
              <a:endParaRPr/>
            </a:p>
          </p:txBody>
        </p:sp>
        <p:pic>
          <p:nvPicPr>
            <p:cNvPr id="17" name="object 17"/>
            <p:cNvPicPr/>
            <p:nvPr/>
          </p:nvPicPr>
          <p:blipFill>
            <a:blip r:embed="rId2" cstate="print"/>
            <a:stretch>
              <a:fillRect/>
            </a:stretch>
          </p:blipFill>
          <p:spPr>
            <a:xfrm>
              <a:off x="7903049" y="5353050"/>
              <a:ext cx="1066805" cy="1066800"/>
            </a:xfrm>
            <a:prstGeom prst="rect">
              <a:avLst/>
            </a:prstGeom>
          </p:spPr>
        </p:pic>
        <p:pic>
          <p:nvPicPr>
            <p:cNvPr id="18" name="object 18"/>
            <p:cNvPicPr/>
            <p:nvPr/>
          </p:nvPicPr>
          <p:blipFill>
            <a:blip r:embed="rId3" cstate="print"/>
            <a:stretch>
              <a:fillRect/>
            </a:stretch>
          </p:blipFill>
          <p:spPr>
            <a:xfrm>
              <a:off x="7941149" y="5365750"/>
              <a:ext cx="990604" cy="990600"/>
            </a:xfrm>
            <a:prstGeom prst="rect">
              <a:avLst/>
            </a:prstGeom>
          </p:spPr>
        </p:pic>
      </p:grpSp>
      <p:sp>
        <p:nvSpPr>
          <p:cNvPr id="19" name="object 19"/>
          <p:cNvSpPr txBox="1"/>
          <p:nvPr/>
        </p:nvSpPr>
        <p:spPr>
          <a:xfrm>
            <a:off x="8147779" y="5563869"/>
            <a:ext cx="577850" cy="558800"/>
          </a:xfrm>
          <a:prstGeom prst="rect">
            <a:avLst/>
          </a:prstGeom>
        </p:spPr>
        <p:txBody>
          <a:bodyPr vert="horz" wrap="square" lIns="0" tIns="12700" rIns="0" bIns="0" rtlCol="0">
            <a:spAutoFit/>
          </a:bodyPr>
          <a:lstStyle/>
          <a:p>
            <a:pPr marL="12700">
              <a:lnSpc>
                <a:spcPct val="100000"/>
              </a:lnSpc>
              <a:spcBef>
                <a:spcPts val="100"/>
              </a:spcBef>
            </a:pPr>
            <a:r>
              <a:rPr sz="3500" spc="-25" dirty="0">
                <a:solidFill>
                  <a:srgbClr val="FFFFFF"/>
                </a:solidFill>
                <a:latin typeface="Arial MT"/>
                <a:cs typeface="Arial MT"/>
              </a:rPr>
              <a:t>A2</a:t>
            </a:r>
            <a:endParaRPr sz="3500">
              <a:latin typeface="Arial MT"/>
              <a:cs typeface="Arial MT"/>
            </a:endParaRPr>
          </a:p>
        </p:txBody>
      </p:sp>
      <p:grpSp>
        <p:nvGrpSpPr>
          <p:cNvPr id="20" name="object 20"/>
          <p:cNvGrpSpPr/>
          <p:nvPr/>
        </p:nvGrpSpPr>
        <p:grpSpPr>
          <a:xfrm>
            <a:off x="6543964" y="2584450"/>
            <a:ext cx="2400935" cy="3302000"/>
            <a:chOff x="6543964" y="2584450"/>
            <a:chExt cx="2400935" cy="3302000"/>
          </a:xfrm>
        </p:grpSpPr>
        <p:sp>
          <p:nvSpPr>
            <p:cNvPr id="21" name="object 21"/>
            <p:cNvSpPr/>
            <p:nvPr/>
          </p:nvSpPr>
          <p:spPr>
            <a:xfrm>
              <a:off x="6569364" y="5861050"/>
              <a:ext cx="1372235" cy="0"/>
            </a:xfrm>
            <a:custGeom>
              <a:avLst/>
              <a:gdLst/>
              <a:ahLst/>
              <a:cxnLst/>
              <a:rect l="l" t="t" r="r" b="b"/>
              <a:pathLst>
                <a:path w="1372234">
                  <a:moveTo>
                    <a:pt x="1371972" y="0"/>
                  </a:moveTo>
                  <a:lnTo>
                    <a:pt x="1371972" y="0"/>
                  </a:lnTo>
                  <a:lnTo>
                    <a:pt x="50813" y="0"/>
                  </a:lnTo>
                  <a:lnTo>
                    <a:pt x="0" y="0"/>
                  </a:lnTo>
                </a:path>
              </a:pathLst>
            </a:custGeom>
            <a:ln w="50799">
              <a:solidFill>
                <a:srgbClr val="53585F"/>
              </a:solidFill>
            </a:ln>
          </p:spPr>
          <p:txBody>
            <a:bodyPr wrap="square" lIns="0" tIns="0" rIns="0" bIns="0" rtlCol="0"/>
            <a:lstStyle/>
            <a:p>
              <a:endParaRPr/>
            </a:p>
          </p:txBody>
        </p:sp>
        <p:sp>
          <p:nvSpPr>
            <p:cNvPr id="22" name="object 22"/>
            <p:cNvSpPr/>
            <p:nvPr/>
          </p:nvSpPr>
          <p:spPr>
            <a:xfrm>
              <a:off x="7941149" y="2597150"/>
              <a:ext cx="990600" cy="990600"/>
            </a:xfrm>
            <a:custGeom>
              <a:avLst/>
              <a:gdLst/>
              <a:ahLst/>
              <a:cxnLst/>
              <a:rect l="l" t="t" r="r" b="b"/>
              <a:pathLst>
                <a:path w="990600" h="990600">
                  <a:moveTo>
                    <a:pt x="0" y="495299"/>
                  </a:moveTo>
                  <a:lnTo>
                    <a:pt x="2267" y="447599"/>
                  </a:lnTo>
                  <a:lnTo>
                    <a:pt x="8931" y="401181"/>
                  </a:lnTo>
                  <a:lnTo>
                    <a:pt x="19783" y="356254"/>
                  </a:lnTo>
                  <a:lnTo>
                    <a:pt x="34617" y="313024"/>
                  </a:lnTo>
                  <a:lnTo>
                    <a:pt x="53224" y="271700"/>
                  </a:lnTo>
                  <a:lnTo>
                    <a:pt x="75397" y="232489"/>
                  </a:lnTo>
                  <a:lnTo>
                    <a:pt x="100929" y="195599"/>
                  </a:lnTo>
                  <a:lnTo>
                    <a:pt x="129612" y="161237"/>
                  </a:lnTo>
                  <a:lnTo>
                    <a:pt x="161238" y="129611"/>
                  </a:lnTo>
                  <a:lnTo>
                    <a:pt x="195600" y="100929"/>
                  </a:lnTo>
                  <a:lnTo>
                    <a:pt x="232490" y="75397"/>
                  </a:lnTo>
                  <a:lnTo>
                    <a:pt x="271701" y="53224"/>
                  </a:lnTo>
                  <a:lnTo>
                    <a:pt x="313025" y="34616"/>
                  </a:lnTo>
                  <a:lnTo>
                    <a:pt x="356255" y="19783"/>
                  </a:lnTo>
                  <a:lnTo>
                    <a:pt x="401183" y="8930"/>
                  </a:lnTo>
                  <a:lnTo>
                    <a:pt x="447601" y="2267"/>
                  </a:lnTo>
                  <a:lnTo>
                    <a:pt x="495302" y="0"/>
                  </a:lnTo>
                  <a:lnTo>
                    <a:pt x="544256" y="2423"/>
                  </a:lnTo>
                  <a:lnTo>
                    <a:pt x="592382" y="9604"/>
                  </a:lnTo>
                  <a:lnTo>
                    <a:pt x="639353" y="21409"/>
                  </a:lnTo>
                  <a:lnTo>
                    <a:pt x="684846" y="37702"/>
                  </a:lnTo>
                  <a:lnTo>
                    <a:pt x="728535" y="58349"/>
                  </a:lnTo>
                  <a:lnTo>
                    <a:pt x="770096" y="83216"/>
                  </a:lnTo>
                  <a:lnTo>
                    <a:pt x="809204" y="112167"/>
                  </a:lnTo>
                  <a:lnTo>
                    <a:pt x="845534" y="145069"/>
                  </a:lnTo>
                  <a:lnTo>
                    <a:pt x="878436" y="181399"/>
                  </a:lnTo>
                  <a:lnTo>
                    <a:pt x="907388" y="220507"/>
                  </a:lnTo>
                  <a:lnTo>
                    <a:pt x="932254" y="262067"/>
                  </a:lnTo>
                  <a:lnTo>
                    <a:pt x="952901" y="305756"/>
                  </a:lnTo>
                  <a:lnTo>
                    <a:pt x="969195" y="351249"/>
                  </a:lnTo>
                  <a:lnTo>
                    <a:pt x="980999" y="398220"/>
                  </a:lnTo>
                  <a:lnTo>
                    <a:pt x="988181" y="446345"/>
                  </a:lnTo>
                  <a:lnTo>
                    <a:pt x="990604" y="495299"/>
                  </a:lnTo>
                  <a:lnTo>
                    <a:pt x="988337" y="543000"/>
                  </a:lnTo>
                  <a:lnTo>
                    <a:pt x="981673" y="589418"/>
                  </a:lnTo>
                  <a:lnTo>
                    <a:pt x="970821" y="634345"/>
                  </a:lnTo>
                  <a:lnTo>
                    <a:pt x="955987" y="677575"/>
                  </a:lnTo>
                  <a:lnTo>
                    <a:pt x="937380" y="718899"/>
                  </a:lnTo>
                  <a:lnTo>
                    <a:pt x="915206" y="758109"/>
                  </a:lnTo>
                  <a:lnTo>
                    <a:pt x="889674" y="795000"/>
                  </a:lnTo>
                  <a:lnTo>
                    <a:pt x="860992" y="829361"/>
                  </a:lnTo>
                  <a:lnTo>
                    <a:pt x="829365" y="860988"/>
                  </a:lnTo>
                  <a:lnTo>
                    <a:pt x="795003" y="889670"/>
                  </a:lnTo>
                  <a:lnTo>
                    <a:pt x="758113" y="915202"/>
                  </a:lnTo>
                  <a:lnTo>
                    <a:pt x="718902" y="937375"/>
                  </a:lnTo>
                  <a:lnTo>
                    <a:pt x="677578" y="955982"/>
                  </a:lnTo>
                  <a:lnTo>
                    <a:pt x="634348" y="970816"/>
                  </a:lnTo>
                  <a:lnTo>
                    <a:pt x="589421" y="981668"/>
                  </a:lnTo>
                  <a:lnTo>
                    <a:pt x="543003" y="988332"/>
                  </a:lnTo>
                  <a:lnTo>
                    <a:pt x="495302" y="990599"/>
                  </a:lnTo>
                  <a:lnTo>
                    <a:pt x="447601" y="988332"/>
                  </a:lnTo>
                  <a:lnTo>
                    <a:pt x="401183" y="981668"/>
                  </a:lnTo>
                  <a:lnTo>
                    <a:pt x="356255" y="970816"/>
                  </a:lnTo>
                  <a:lnTo>
                    <a:pt x="313025" y="955982"/>
                  </a:lnTo>
                  <a:lnTo>
                    <a:pt x="271701" y="937375"/>
                  </a:lnTo>
                  <a:lnTo>
                    <a:pt x="232490" y="915202"/>
                  </a:lnTo>
                  <a:lnTo>
                    <a:pt x="195600" y="889670"/>
                  </a:lnTo>
                  <a:lnTo>
                    <a:pt x="161238" y="860988"/>
                  </a:lnTo>
                  <a:lnTo>
                    <a:pt x="129612" y="829361"/>
                  </a:lnTo>
                  <a:lnTo>
                    <a:pt x="100929" y="795000"/>
                  </a:lnTo>
                  <a:lnTo>
                    <a:pt x="75397" y="758109"/>
                  </a:lnTo>
                  <a:lnTo>
                    <a:pt x="53224" y="718899"/>
                  </a:lnTo>
                  <a:lnTo>
                    <a:pt x="34617" y="677575"/>
                  </a:lnTo>
                  <a:lnTo>
                    <a:pt x="19783" y="634345"/>
                  </a:lnTo>
                  <a:lnTo>
                    <a:pt x="8931" y="589418"/>
                  </a:lnTo>
                  <a:lnTo>
                    <a:pt x="2267" y="543000"/>
                  </a:lnTo>
                  <a:lnTo>
                    <a:pt x="0" y="495299"/>
                  </a:lnTo>
                  <a:close/>
                </a:path>
              </a:pathLst>
            </a:custGeom>
            <a:ln w="25399">
              <a:solidFill>
                <a:srgbClr val="000000"/>
              </a:solidFill>
            </a:ln>
          </p:spPr>
          <p:txBody>
            <a:bodyPr wrap="square" lIns="0" tIns="0" rIns="0" bIns="0" rtlCol="0"/>
            <a:lstStyle/>
            <a:p>
              <a:endParaRPr/>
            </a:p>
          </p:txBody>
        </p:sp>
      </p:grpSp>
      <p:sp>
        <p:nvSpPr>
          <p:cNvPr id="23" name="object 23"/>
          <p:cNvSpPr txBox="1"/>
          <p:nvPr/>
        </p:nvSpPr>
        <p:spPr>
          <a:xfrm>
            <a:off x="2508756" y="6673850"/>
            <a:ext cx="2407285" cy="406400"/>
          </a:xfrm>
          <a:prstGeom prst="rect">
            <a:avLst/>
          </a:prstGeom>
        </p:spPr>
        <p:txBody>
          <a:bodyPr vert="horz" wrap="square" lIns="0" tIns="12700" rIns="0" bIns="0" rtlCol="0">
            <a:spAutoFit/>
          </a:bodyPr>
          <a:lstStyle/>
          <a:p>
            <a:pPr marL="12700">
              <a:lnSpc>
                <a:spcPct val="100000"/>
              </a:lnSpc>
              <a:spcBef>
                <a:spcPts val="100"/>
              </a:spcBef>
            </a:pPr>
            <a:r>
              <a:rPr sz="2500" dirty="0">
                <a:latin typeface="Arial MT"/>
                <a:cs typeface="Arial MT"/>
              </a:rPr>
              <a:t>Forked</a:t>
            </a:r>
            <a:r>
              <a:rPr sz="2500" spc="45" dirty="0">
                <a:latin typeface="Arial MT"/>
                <a:cs typeface="Arial MT"/>
              </a:rPr>
              <a:t> </a:t>
            </a:r>
            <a:r>
              <a:rPr sz="2500" dirty="0">
                <a:latin typeface="Arial MT"/>
                <a:cs typeface="Arial MT"/>
              </a:rPr>
              <a:t>from</a:t>
            </a:r>
            <a:r>
              <a:rPr sz="2500" spc="45" dirty="0">
                <a:latin typeface="Arial MT"/>
                <a:cs typeface="Arial MT"/>
              </a:rPr>
              <a:t> </a:t>
            </a:r>
            <a:r>
              <a:rPr sz="2500" spc="-25" dirty="0">
                <a:latin typeface="Arial MT"/>
                <a:cs typeface="Arial MT"/>
              </a:rPr>
              <a:t>Red</a:t>
            </a:r>
            <a:endParaRPr sz="2500">
              <a:latin typeface="Arial MT"/>
              <a:cs typeface="Arial MT"/>
            </a:endParaRPr>
          </a:p>
        </p:txBody>
      </p:sp>
      <p:sp>
        <p:nvSpPr>
          <p:cNvPr id="24" name="object 24"/>
          <p:cNvSpPr txBox="1"/>
          <p:nvPr/>
        </p:nvSpPr>
        <p:spPr>
          <a:xfrm>
            <a:off x="5494426" y="6673850"/>
            <a:ext cx="1160145" cy="406400"/>
          </a:xfrm>
          <a:prstGeom prst="rect">
            <a:avLst/>
          </a:prstGeom>
        </p:spPr>
        <p:txBody>
          <a:bodyPr vert="horz" wrap="square" lIns="0" tIns="12700" rIns="0" bIns="0" rtlCol="0">
            <a:spAutoFit/>
          </a:bodyPr>
          <a:lstStyle/>
          <a:p>
            <a:pPr marL="12700">
              <a:lnSpc>
                <a:spcPct val="100000"/>
              </a:lnSpc>
              <a:spcBef>
                <a:spcPts val="100"/>
              </a:spcBef>
            </a:pPr>
            <a:r>
              <a:rPr sz="2500" spc="-10" dirty="0">
                <a:latin typeface="Arial MT"/>
                <a:cs typeface="Arial MT"/>
              </a:rPr>
              <a:t>Commit</a:t>
            </a:r>
            <a:endParaRPr sz="2500">
              <a:latin typeface="Arial MT"/>
              <a:cs typeface="Arial MT"/>
            </a:endParaRPr>
          </a:p>
        </p:txBody>
      </p:sp>
      <p:sp>
        <p:nvSpPr>
          <p:cNvPr id="25" name="object 25"/>
          <p:cNvSpPr txBox="1"/>
          <p:nvPr/>
        </p:nvSpPr>
        <p:spPr>
          <a:xfrm>
            <a:off x="7856625" y="6673850"/>
            <a:ext cx="1160145" cy="406400"/>
          </a:xfrm>
          <a:prstGeom prst="rect">
            <a:avLst/>
          </a:prstGeom>
        </p:spPr>
        <p:txBody>
          <a:bodyPr vert="horz" wrap="square" lIns="0" tIns="12700" rIns="0" bIns="0" rtlCol="0">
            <a:spAutoFit/>
          </a:bodyPr>
          <a:lstStyle/>
          <a:p>
            <a:pPr marL="12700">
              <a:lnSpc>
                <a:spcPct val="100000"/>
              </a:lnSpc>
              <a:spcBef>
                <a:spcPts val="100"/>
              </a:spcBef>
            </a:pPr>
            <a:r>
              <a:rPr sz="2500" spc="-10" dirty="0">
                <a:latin typeface="Arial MT"/>
                <a:cs typeface="Arial MT"/>
              </a:rPr>
              <a:t>Commit</a:t>
            </a:r>
            <a:endParaRPr sz="2500">
              <a:latin typeface="Arial MT"/>
              <a:cs typeface="Arial MT"/>
            </a:endParaRPr>
          </a:p>
        </p:txBody>
      </p:sp>
      <p:sp>
        <p:nvSpPr>
          <p:cNvPr id="26" name="object 26"/>
          <p:cNvSpPr txBox="1"/>
          <p:nvPr/>
        </p:nvSpPr>
        <p:spPr>
          <a:xfrm>
            <a:off x="8147779" y="2795269"/>
            <a:ext cx="577850" cy="558800"/>
          </a:xfrm>
          <a:prstGeom prst="rect">
            <a:avLst/>
          </a:prstGeom>
        </p:spPr>
        <p:txBody>
          <a:bodyPr vert="horz" wrap="square" lIns="0" tIns="12700" rIns="0" bIns="0" rtlCol="0">
            <a:spAutoFit/>
          </a:bodyPr>
          <a:lstStyle/>
          <a:p>
            <a:pPr marL="12700">
              <a:lnSpc>
                <a:spcPct val="100000"/>
              </a:lnSpc>
              <a:spcBef>
                <a:spcPts val="100"/>
              </a:spcBef>
            </a:pPr>
            <a:r>
              <a:rPr sz="3500" spc="-25" dirty="0">
                <a:solidFill>
                  <a:srgbClr val="53585F"/>
                </a:solidFill>
                <a:latin typeface="Arial MT"/>
                <a:cs typeface="Arial MT"/>
              </a:rPr>
              <a:t>A2</a:t>
            </a:r>
            <a:endParaRPr sz="3500">
              <a:latin typeface="Arial MT"/>
              <a:cs typeface="Arial MT"/>
            </a:endParaRPr>
          </a:p>
        </p:txBody>
      </p:sp>
      <p:sp>
        <p:nvSpPr>
          <p:cNvPr id="27" name="object 27"/>
          <p:cNvSpPr/>
          <p:nvPr/>
        </p:nvSpPr>
        <p:spPr>
          <a:xfrm>
            <a:off x="8436450" y="3600448"/>
            <a:ext cx="0" cy="1765300"/>
          </a:xfrm>
          <a:custGeom>
            <a:avLst/>
            <a:gdLst/>
            <a:ahLst/>
            <a:cxnLst/>
            <a:rect l="l" t="t" r="r" b="b"/>
            <a:pathLst>
              <a:path h="1765300">
                <a:moveTo>
                  <a:pt x="0" y="1765302"/>
                </a:moveTo>
                <a:lnTo>
                  <a:pt x="0" y="1714865"/>
                </a:lnTo>
                <a:lnTo>
                  <a:pt x="0" y="1664428"/>
                </a:lnTo>
                <a:lnTo>
                  <a:pt x="0" y="1613990"/>
                </a:lnTo>
                <a:lnTo>
                  <a:pt x="0" y="1563553"/>
                </a:lnTo>
                <a:lnTo>
                  <a:pt x="0" y="1513116"/>
                </a:lnTo>
                <a:lnTo>
                  <a:pt x="0" y="1462679"/>
                </a:lnTo>
                <a:lnTo>
                  <a:pt x="0" y="1412242"/>
                </a:lnTo>
                <a:lnTo>
                  <a:pt x="0" y="1361804"/>
                </a:lnTo>
                <a:lnTo>
                  <a:pt x="0" y="1311367"/>
                </a:lnTo>
                <a:lnTo>
                  <a:pt x="0" y="1260930"/>
                </a:lnTo>
                <a:lnTo>
                  <a:pt x="0" y="1210493"/>
                </a:lnTo>
                <a:lnTo>
                  <a:pt x="0" y="1160055"/>
                </a:lnTo>
                <a:lnTo>
                  <a:pt x="0" y="1109618"/>
                </a:lnTo>
                <a:lnTo>
                  <a:pt x="0" y="1059181"/>
                </a:lnTo>
                <a:lnTo>
                  <a:pt x="0" y="1008744"/>
                </a:lnTo>
                <a:lnTo>
                  <a:pt x="0" y="958307"/>
                </a:lnTo>
                <a:lnTo>
                  <a:pt x="0" y="907869"/>
                </a:lnTo>
                <a:lnTo>
                  <a:pt x="0" y="857432"/>
                </a:lnTo>
                <a:lnTo>
                  <a:pt x="0" y="806995"/>
                </a:lnTo>
                <a:lnTo>
                  <a:pt x="0" y="756558"/>
                </a:lnTo>
                <a:lnTo>
                  <a:pt x="0" y="706120"/>
                </a:lnTo>
                <a:lnTo>
                  <a:pt x="0" y="655683"/>
                </a:lnTo>
                <a:lnTo>
                  <a:pt x="0" y="605246"/>
                </a:lnTo>
                <a:lnTo>
                  <a:pt x="0" y="554809"/>
                </a:lnTo>
                <a:lnTo>
                  <a:pt x="0" y="504372"/>
                </a:lnTo>
                <a:lnTo>
                  <a:pt x="0" y="453934"/>
                </a:lnTo>
                <a:lnTo>
                  <a:pt x="0" y="403497"/>
                </a:lnTo>
                <a:lnTo>
                  <a:pt x="0" y="353060"/>
                </a:lnTo>
                <a:lnTo>
                  <a:pt x="0" y="302623"/>
                </a:lnTo>
                <a:lnTo>
                  <a:pt x="1" y="252186"/>
                </a:lnTo>
                <a:lnTo>
                  <a:pt x="1" y="201748"/>
                </a:lnTo>
                <a:lnTo>
                  <a:pt x="1" y="151311"/>
                </a:lnTo>
                <a:lnTo>
                  <a:pt x="1" y="100874"/>
                </a:lnTo>
                <a:lnTo>
                  <a:pt x="1" y="50437"/>
                </a:lnTo>
                <a:lnTo>
                  <a:pt x="1" y="0"/>
                </a:lnTo>
              </a:path>
            </a:pathLst>
          </a:custGeom>
          <a:ln w="38099">
            <a:solidFill>
              <a:srgbClr val="000000"/>
            </a:solidFill>
          </a:ln>
        </p:spPr>
        <p:txBody>
          <a:bodyPr wrap="square" lIns="0" tIns="0" rIns="0" bIns="0" rtlCol="0"/>
          <a:lstStyle/>
          <a:p>
            <a:endParaRPr/>
          </a:p>
        </p:txBody>
      </p:sp>
      <p:sp>
        <p:nvSpPr>
          <p:cNvPr id="28" name="object 28"/>
          <p:cNvSpPr txBox="1"/>
          <p:nvPr/>
        </p:nvSpPr>
        <p:spPr>
          <a:xfrm>
            <a:off x="8730877" y="4267199"/>
            <a:ext cx="3348990" cy="406400"/>
          </a:xfrm>
          <a:prstGeom prst="rect">
            <a:avLst/>
          </a:prstGeom>
        </p:spPr>
        <p:txBody>
          <a:bodyPr vert="horz" wrap="square" lIns="0" tIns="12700" rIns="0" bIns="0" rtlCol="0">
            <a:spAutoFit/>
          </a:bodyPr>
          <a:lstStyle/>
          <a:p>
            <a:pPr marL="12700">
              <a:lnSpc>
                <a:spcPct val="100000"/>
              </a:lnSpc>
              <a:spcBef>
                <a:spcPts val="100"/>
              </a:spcBef>
            </a:pPr>
            <a:r>
              <a:rPr sz="2500" spc="60" dirty="0">
                <a:latin typeface="Arial MT"/>
                <a:cs typeface="Arial MT"/>
              </a:rPr>
              <a:t>Open</a:t>
            </a:r>
            <a:r>
              <a:rPr sz="2500" spc="40" dirty="0">
                <a:latin typeface="Arial MT"/>
                <a:cs typeface="Arial MT"/>
              </a:rPr>
              <a:t> </a:t>
            </a:r>
            <a:r>
              <a:rPr sz="2500" dirty="0">
                <a:latin typeface="Arial MT"/>
                <a:cs typeface="Arial MT"/>
              </a:rPr>
              <a:t>a</a:t>
            </a:r>
            <a:r>
              <a:rPr sz="2500" spc="45" dirty="0">
                <a:latin typeface="Arial MT"/>
                <a:cs typeface="Arial MT"/>
              </a:rPr>
              <a:t> </a:t>
            </a:r>
            <a:r>
              <a:rPr sz="2500" dirty="0">
                <a:latin typeface="Arial MT"/>
                <a:cs typeface="Arial MT"/>
              </a:rPr>
              <a:t>Merge</a:t>
            </a:r>
            <a:r>
              <a:rPr sz="2500" spc="45" dirty="0">
                <a:latin typeface="Arial MT"/>
                <a:cs typeface="Arial MT"/>
              </a:rPr>
              <a:t> </a:t>
            </a:r>
            <a:r>
              <a:rPr sz="2500" spc="-25" dirty="0">
                <a:latin typeface="Arial MT"/>
                <a:cs typeface="Arial MT"/>
              </a:rPr>
              <a:t>Request</a:t>
            </a:r>
            <a:endParaRPr sz="2500">
              <a:latin typeface="Arial MT"/>
              <a:cs typeface="Arial MT"/>
            </a:endParaRPr>
          </a:p>
        </p:txBody>
      </p:sp>
      <p:sp>
        <p:nvSpPr>
          <p:cNvPr id="33" name="object 33"/>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63</a:t>
            </a:fld>
            <a:endParaRPr spc="-25" dirty="0"/>
          </a:p>
        </p:txBody>
      </p:sp>
      <p:sp>
        <p:nvSpPr>
          <p:cNvPr id="29" name="object 29"/>
          <p:cNvSpPr txBox="1"/>
          <p:nvPr/>
        </p:nvSpPr>
        <p:spPr>
          <a:xfrm>
            <a:off x="1034739" y="1585721"/>
            <a:ext cx="1600200" cy="1768475"/>
          </a:xfrm>
          <a:prstGeom prst="rect">
            <a:avLst/>
          </a:prstGeom>
        </p:spPr>
        <p:txBody>
          <a:bodyPr vert="horz" wrap="square" lIns="0" tIns="12700" rIns="0" bIns="0" rtlCol="0">
            <a:spAutoFit/>
          </a:bodyPr>
          <a:lstStyle/>
          <a:p>
            <a:pPr marL="88900" marR="5080" indent="-76835">
              <a:lnSpc>
                <a:spcPct val="100000"/>
              </a:lnSpc>
              <a:spcBef>
                <a:spcPts val="100"/>
              </a:spcBef>
            </a:pPr>
            <a:r>
              <a:rPr sz="3600" spc="-10" dirty="0">
                <a:solidFill>
                  <a:srgbClr val="C82506"/>
                </a:solidFill>
                <a:latin typeface="Arial MT"/>
                <a:cs typeface="Arial MT"/>
              </a:rPr>
              <a:t>Original Project</a:t>
            </a:r>
            <a:endParaRPr sz="3600">
              <a:latin typeface="Arial MT"/>
              <a:cs typeface="Arial MT"/>
            </a:endParaRPr>
          </a:p>
          <a:p>
            <a:pPr marL="162560">
              <a:lnSpc>
                <a:spcPct val="100000"/>
              </a:lnSpc>
              <a:spcBef>
                <a:spcPts val="880"/>
              </a:spcBef>
            </a:pPr>
            <a:r>
              <a:rPr sz="3500" spc="-50" dirty="0">
                <a:solidFill>
                  <a:srgbClr val="FFFFFF"/>
                </a:solidFill>
                <a:latin typeface="Arial MT"/>
                <a:cs typeface="Arial MT"/>
              </a:rPr>
              <a:t>A</a:t>
            </a:r>
            <a:endParaRPr sz="3500">
              <a:latin typeface="Arial MT"/>
              <a:cs typeface="Arial MT"/>
            </a:endParaRPr>
          </a:p>
        </p:txBody>
      </p:sp>
      <p:sp>
        <p:nvSpPr>
          <p:cNvPr id="30" name="object 30"/>
          <p:cNvSpPr txBox="1"/>
          <p:nvPr/>
        </p:nvSpPr>
        <p:spPr>
          <a:xfrm>
            <a:off x="3435009" y="4297120"/>
            <a:ext cx="1448435" cy="1122680"/>
          </a:xfrm>
          <a:prstGeom prst="rect">
            <a:avLst/>
          </a:prstGeom>
        </p:spPr>
        <p:txBody>
          <a:bodyPr vert="horz" wrap="square" lIns="0" tIns="12700" rIns="0" bIns="0" rtlCol="0">
            <a:spAutoFit/>
          </a:bodyPr>
          <a:lstStyle/>
          <a:p>
            <a:pPr marL="12700" marR="5080">
              <a:lnSpc>
                <a:spcPct val="100000"/>
              </a:lnSpc>
              <a:spcBef>
                <a:spcPts val="100"/>
              </a:spcBef>
            </a:pPr>
            <a:r>
              <a:rPr sz="3600" spc="-10" dirty="0">
                <a:solidFill>
                  <a:srgbClr val="00882B"/>
                </a:solidFill>
                <a:latin typeface="Arial MT"/>
                <a:cs typeface="Arial MT"/>
              </a:rPr>
              <a:t>Forked Project</a:t>
            </a:r>
            <a:endParaRPr sz="3600">
              <a:latin typeface="Arial MT"/>
              <a:cs typeface="Arial MT"/>
            </a:endParaRPr>
          </a:p>
        </p:txBody>
      </p:sp>
      <p:sp>
        <p:nvSpPr>
          <p:cNvPr id="31" name="object 31"/>
          <p:cNvSpPr txBox="1">
            <a:spLocks noGrp="1"/>
          </p:cNvSpPr>
          <p:nvPr>
            <p:ph type="title"/>
          </p:nvPr>
        </p:nvSpPr>
        <p:spPr>
          <a:xfrm>
            <a:off x="5791553" y="550036"/>
            <a:ext cx="1372870" cy="574040"/>
          </a:xfrm>
          <a:prstGeom prst="rect">
            <a:avLst/>
          </a:prstGeom>
        </p:spPr>
        <p:txBody>
          <a:bodyPr vert="horz" wrap="square" lIns="0" tIns="12700" rIns="0" bIns="0" rtlCol="0">
            <a:spAutoFit/>
          </a:bodyPr>
          <a:lstStyle/>
          <a:p>
            <a:pPr marL="12700">
              <a:lnSpc>
                <a:spcPct val="100000"/>
              </a:lnSpc>
              <a:spcBef>
                <a:spcPts val="100"/>
              </a:spcBef>
            </a:pPr>
            <a:r>
              <a:rPr sz="3600" spc="-10" dirty="0">
                <a:solidFill>
                  <a:srgbClr val="C82506"/>
                </a:solidFill>
                <a:latin typeface="Arial MT"/>
                <a:cs typeface="Arial MT"/>
              </a:rPr>
              <a:t>Author</a:t>
            </a:r>
            <a:endParaRPr sz="3600">
              <a:latin typeface="Arial MT"/>
              <a:cs typeface="Arial MT"/>
            </a:endParaRPr>
          </a:p>
        </p:txBody>
      </p:sp>
      <p:sp>
        <p:nvSpPr>
          <p:cNvPr id="32" name="object 32"/>
          <p:cNvSpPr txBox="1"/>
          <p:nvPr/>
        </p:nvSpPr>
        <p:spPr>
          <a:xfrm>
            <a:off x="5867909" y="7498839"/>
            <a:ext cx="1219835" cy="574040"/>
          </a:xfrm>
          <a:prstGeom prst="rect">
            <a:avLst/>
          </a:prstGeom>
        </p:spPr>
        <p:txBody>
          <a:bodyPr vert="horz" wrap="square" lIns="0" tIns="12700" rIns="0" bIns="0" rtlCol="0">
            <a:spAutoFit/>
          </a:bodyPr>
          <a:lstStyle/>
          <a:p>
            <a:pPr marL="12700">
              <a:lnSpc>
                <a:spcPct val="100000"/>
              </a:lnSpc>
              <a:spcBef>
                <a:spcPts val="100"/>
              </a:spcBef>
            </a:pPr>
            <a:r>
              <a:rPr sz="3600" spc="-10" dirty="0">
                <a:solidFill>
                  <a:srgbClr val="00882B"/>
                </a:solidFill>
                <a:latin typeface="Arial MT"/>
                <a:cs typeface="Arial MT"/>
              </a:rPr>
              <a:t>Editor</a:t>
            </a:r>
            <a:endParaRPr sz="3600">
              <a:latin typeface="Arial MT"/>
              <a:cs typeface="Arial MT"/>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178649" y="5353050"/>
            <a:ext cx="1066800" cy="1066800"/>
            <a:chOff x="3178649" y="5353050"/>
            <a:chExt cx="1066800" cy="1066800"/>
          </a:xfrm>
        </p:grpSpPr>
        <p:pic>
          <p:nvPicPr>
            <p:cNvPr id="3" name="object 3"/>
            <p:cNvPicPr/>
            <p:nvPr/>
          </p:nvPicPr>
          <p:blipFill>
            <a:blip r:embed="rId2" cstate="print"/>
            <a:stretch>
              <a:fillRect/>
            </a:stretch>
          </p:blipFill>
          <p:spPr>
            <a:xfrm>
              <a:off x="3178649" y="5353050"/>
              <a:ext cx="1066805" cy="1066800"/>
            </a:xfrm>
            <a:prstGeom prst="rect">
              <a:avLst/>
            </a:prstGeom>
          </p:spPr>
        </p:pic>
        <p:pic>
          <p:nvPicPr>
            <p:cNvPr id="4" name="object 4"/>
            <p:cNvPicPr/>
            <p:nvPr/>
          </p:nvPicPr>
          <p:blipFill>
            <a:blip r:embed="rId3" cstate="print"/>
            <a:stretch>
              <a:fillRect/>
            </a:stretch>
          </p:blipFill>
          <p:spPr>
            <a:xfrm>
              <a:off x="3216749" y="5365750"/>
              <a:ext cx="990604" cy="990600"/>
            </a:xfrm>
            <a:prstGeom prst="rect">
              <a:avLst/>
            </a:prstGeom>
          </p:spPr>
        </p:pic>
      </p:grpSp>
      <p:sp>
        <p:nvSpPr>
          <p:cNvPr id="5" name="object 5"/>
          <p:cNvSpPr txBox="1"/>
          <p:nvPr/>
        </p:nvSpPr>
        <p:spPr>
          <a:xfrm>
            <a:off x="3546922" y="5563869"/>
            <a:ext cx="330835" cy="558800"/>
          </a:xfrm>
          <a:prstGeom prst="rect">
            <a:avLst/>
          </a:prstGeom>
        </p:spPr>
        <p:txBody>
          <a:bodyPr vert="horz" wrap="square" lIns="0" tIns="12700" rIns="0" bIns="0" rtlCol="0">
            <a:spAutoFit/>
          </a:bodyPr>
          <a:lstStyle/>
          <a:p>
            <a:pPr marL="12700">
              <a:lnSpc>
                <a:spcPct val="100000"/>
              </a:lnSpc>
              <a:spcBef>
                <a:spcPts val="100"/>
              </a:spcBef>
            </a:pPr>
            <a:r>
              <a:rPr sz="3500" spc="-50" dirty="0">
                <a:solidFill>
                  <a:srgbClr val="FFFFFF"/>
                </a:solidFill>
                <a:latin typeface="Arial MT"/>
                <a:cs typeface="Arial MT"/>
              </a:rPr>
              <a:t>A</a:t>
            </a:r>
            <a:endParaRPr sz="3500">
              <a:latin typeface="Arial MT"/>
              <a:cs typeface="Arial MT"/>
            </a:endParaRPr>
          </a:p>
        </p:txBody>
      </p:sp>
      <p:grpSp>
        <p:nvGrpSpPr>
          <p:cNvPr id="6" name="object 6"/>
          <p:cNvGrpSpPr/>
          <p:nvPr/>
        </p:nvGrpSpPr>
        <p:grpSpPr>
          <a:xfrm>
            <a:off x="816450" y="2584450"/>
            <a:ext cx="1066800" cy="1066800"/>
            <a:chOff x="816450" y="2584450"/>
            <a:chExt cx="1066800" cy="1066800"/>
          </a:xfrm>
        </p:grpSpPr>
        <p:pic>
          <p:nvPicPr>
            <p:cNvPr id="7" name="object 7"/>
            <p:cNvPicPr/>
            <p:nvPr/>
          </p:nvPicPr>
          <p:blipFill>
            <a:blip r:embed="rId2" cstate="print"/>
            <a:stretch>
              <a:fillRect/>
            </a:stretch>
          </p:blipFill>
          <p:spPr>
            <a:xfrm>
              <a:off x="816450" y="2584450"/>
              <a:ext cx="1066805" cy="1066800"/>
            </a:xfrm>
            <a:prstGeom prst="rect">
              <a:avLst/>
            </a:prstGeom>
          </p:spPr>
        </p:pic>
        <p:pic>
          <p:nvPicPr>
            <p:cNvPr id="8" name="object 8"/>
            <p:cNvPicPr/>
            <p:nvPr/>
          </p:nvPicPr>
          <p:blipFill>
            <a:blip r:embed="rId4" cstate="print"/>
            <a:stretch>
              <a:fillRect/>
            </a:stretch>
          </p:blipFill>
          <p:spPr>
            <a:xfrm>
              <a:off x="854550" y="2597150"/>
              <a:ext cx="990604" cy="990600"/>
            </a:xfrm>
            <a:prstGeom prst="rect">
              <a:avLst/>
            </a:prstGeom>
          </p:spPr>
        </p:pic>
      </p:grpSp>
      <p:sp>
        <p:nvSpPr>
          <p:cNvPr id="9" name="object 9"/>
          <p:cNvSpPr txBox="1"/>
          <p:nvPr/>
        </p:nvSpPr>
        <p:spPr>
          <a:xfrm>
            <a:off x="1184723" y="2795269"/>
            <a:ext cx="330835" cy="558800"/>
          </a:xfrm>
          <a:prstGeom prst="rect">
            <a:avLst/>
          </a:prstGeom>
        </p:spPr>
        <p:txBody>
          <a:bodyPr vert="horz" wrap="square" lIns="0" tIns="12700" rIns="0" bIns="0" rtlCol="0">
            <a:spAutoFit/>
          </a:bodyPr>
          <a:lstStyle/>
          <a:p>
            <a:pPr marL="12700">
              <a:lnSpc>
                <a:spcPct val="100000"/>
              </a:lnSpc>
              <a:spcBef>
                <a:spcPts val="100"/>
              </a:spcBef>
            </a:pPr>
            <a:r>
              <a:rPr sz="3500" spc="-50" dirty="0">
                <a:solidFill>
                  <a:srgbClr val="FFFFFF"/>
                </a:solidFill>
                <a:latin typeface="Arial MT"/>
                <a:cs typeface="Arial MT"/>
              </a:rPr>
              <a:t>A</a:t>
            </a:r>
            <a:endParaRPr sz="3500">
              <a:latin typeface="Arial MT"/>
              <a:cs typeface="Arial MT"/>
            </a:endParaRPr>
          </a:p>
        </p:txBody>
      </p:sp>
      <p:grpSp>
        <p:nvGrpSpPr>
          <p:cNvPr id="10" name="object 10"/>
          <p:cNvGrpSpPr/>
          <p:nvPr/>
        </p:nvGrpSpPr>
        <p:grpSpPr>
          <a:xfrm>
            <a:off x="1645274" y="3443069"/>
            <a:ext cx="4962525" cy="2976880"/>
            <a:chOff x="1645274" y="3443069"/>
            <a:chExt cx="4962525" cy="2976880"/>
          </a:xfrm>
        </p:grpSpPr>
        <p:sp>
          <p:nvSpPr>
            <p:cNvPr id="11" name="object 11"/>
            <p:cNvSpPr/>
            <p:nvPr/>
          </p:nvSpPr>
          <p:spPr>
            <a:xfrm>
              <a:off x="1670674" y="3468469"/>
              <a:ext cx="1522730" cy="1784985"/>
            </a:xfrm>
            <a:custGeom>
              <a:avLst/>
              <a:gdLst/>
              <a:ahLst/>
              <a:cxnLst/>
              <a:rect l="l" t="t" r="r" b="b"/>
              <a:pathLst>
                <a:path w="1522730" h="1784985">
                  <a:moveTo>
                    <a:pt x="1522708" y="1784678"/>
                  </a:moveTo>
                  <a:lnTo>
                    <a:pt x="0" y="0"/>
                  </a:lnTo>
                </a:path>
              </a:pathLst>
            </a:custGeom>
            <a:ln w="50799">
              <a:solidFill>
                <a:srgbClr val="53585F"/>
              </a:solidFill>
            </a:ln>
          </p:spPr>
          <p:txBody>
            <a:bodyPr wrap="square" lIns="0" tIns="0" rIns="0" bIns="0" rtlCol="0"/>
            <a:lstStyle/>
            <a:p>
              <a:endParaRPr/>
            </a:p>
          </p:txBody>
        </p:sp>
        <p:sp>
          <p:nvSpPr>
            <p:cNvPr id="12" name="object 12"/>
            <p:cNvSpPr/>
            <p:nvPr/>
          </p:nvSpPr>
          <p:spPr>
            <a:xfrm>
              <a:off x="3129552" y="5198685"/>
              <a:ext cx="213995" cy="229870"/>
            </a:xfrm>
            <a:custGeom>
              <a:avLst/>
              <a:gdLst/>
              <a:ahLst/>
              <a:cxnLst/>
              <a:rect l="l" t="t" r="r" b="b"/>
              <a:pathLst>
                <a:path w="213995" h="229870">
                  <a:moveTo>
                    <a:pt x="213464" y="229837"/>
                  </a:moveTo>
                  <a:lnTo>
                    <a:pt x="0" y="108923"/>
                  </a:lnTo>
                  <a:lnTo>
                    <a:pt x="127663" y="0"/>
                  </a:lnTo>
                  <a:lnTo>
                    <a:pt x="213464" y="229837"/>
                  </a:lnTo>
                  <a:close/>
                </a:path>
              </a:pathLst>
            </a:custGeom>
            <a:solidFill>
              <a:srgbClr val="53585F"/>
            </a:solidFill>
          </p:spPr>
          <p:txBody>
            <a:bodyPr wrap="square" lIns="0" tIns="0" rIns="0" bIns="0" rtlCol="0"/>
            <a:lstStyle/>
            <a:p>
              <a:endParaRPr/>
            </a:p>
          </p:txBody>
        </p:sp>
        <p:sp>
          <p:nvSpPr>
            <p:cNvPr id="13" name="object 13"/>
            <p:cNvSpPr/>
            <p:nvPr/>
          </p:nvSpPr>
          <p:spPr>
            <a:xfrm>
              <a:off x="3129552" y="5198685"/>
              <a:ext cx="213995" cy="229870"/>
            </a:xfrm>
            <a:custGeom>
              <a:avLst/>
              <a:gdLst/>
              <a:ahLst/>
              <a:cxnLst/>
              <a:rect l="l" t="t" r="r" b="b"/>
              <a:pathLst>
                <a:path w="213995" h="229870">
                  <a:moveTo>
                    <a:pt x="0" y="108923"/>
                  </a:moveTo>
                  <a:lnTo>
                    <a:pt x="213464" y="229837"/>
                  </a:lnTo>
                  <a:lnTo>
                    <a:pt x="127663" y="0"/>
                  </a:lnTo>
                  <a:lnTo>
                    <a:pt x="0" y="108923"/>
                  </a:lnTo>
                  <a:close/>
                </a:path>
              </a:pathLst>
            </a:custGeom>
            <a:ln w="50799">
              <a:solidFill>
                <a:srgbClr val="53585F"/>
              </a:solidFill>
            </a:ln>
          </p:spPr>
          <p:txBody>
            <a:bodyPr wrap="square" lIns="0" tIns="0" rIns="0" bIns="0" rtlCol="0"/>
            <a:lstStyle/>
            <a:p>
              <a:endParaRPr/>
            </a:p>
          </p:txBody>
        </p:sp>
        <p:pic>
          <p:nvPicPr>
            <p:cNvPr id="14" name="object 14"/>
            <p:cNvPicPr/>
            <p:nvPr/>
          </p:nvPicPr>
          <p:blipFill>
            <a:blip r:embed="rId2" cstate="print"/>
            <a:stretch>
              <a:fillRect/>
            </a:stretch>
          </p:blipFill>
          <p:spPr>
            <a:xfrm>
              <a:off x="5540848" y="5353050"/>
              <a:ext cx="1066805" cy="1066800"/>
            </a:xfrm>
            <a:prstGeom prst="rect">
              <a:avLst/>
            </a:prstGeom>
          </p:spPr>
        </p:pic>
        <p:pic>
          <p:nvPicPr>
            <p:cNvPr id="15" name="object 15"/>
            <p:cNvPicPr/>
            <p:nvPr/>
          </p:nvPicPr>
          <p:blipFill>
            <a:blip r:embed="rId3" cstate="print"/>
            <a:stretch>
              <a:fillRect/>
            </a:stretch>
          </p:blipFill>
          <p:spPr>
            <a:xfrm>
              <a:off x="5578948" y="5365750"/>
              <a:ext cx="990604" cy="990600"/>
            </a:xfrm>
            <a:prstGeom prst="rect">
              <a:avLst/>
            </a:prstGeom>
          </p:spPr>
        </p:pic>
      </p:grpSp>
      <p:sp>
        <p:nvSpPr>
          <p:cNvPr id="16" name="object 16"/>
          <p:cNvSpPr txBox="1"/>
          <p:nvPr/>
        </p:nvSpPr>
        <p:spPr>
          <a:xfrm>
            <a:off x="5785579" y="5563869"/>
            <a:ext cx="577850" cy="558800"/>
          </a:xfrm>
          <a:prstGeom prst="rect">
            <a:avLst/>
          </a:prstGeom>
        </p:spPr>
        <p:txBody>
          <a:bodyPr vert="horz" wrap="square" lIns="0" tIns="12700" rIns="0" bIns="0" rtlCol="0">
            <a:spAutoFit/>
          </a:bodyPr>
          <a:lstStyle/>
          <a:p>
            <a:pPr marL="12700">
              <a:lnSpc>
                <a:spcPct val="100000"/>
              </a:lnSpc>
              <a:spcBef>
                <a:spcPts val="100"/>
              </a:spcBef>
            </a:pPr>
            <a:r>
              <a:rPr sz="3500" spc="-25" dirty="0">
                <a:solidFill>
                  <a:srgbClr val="FFFFFF"/>
                </a:solidFill>
                <a:latin typeface="Arial MT"/>
                <a:cs typeface="Arial MT"/>
              </a:rPr>
              <a:t>A1</a:t>
            </a:r>
            <a:endParaRPr sz="3500">
              <a:latin typeface="Arial MT"/>
              <a:cs typeface="Arial MT"/>
            </a:endParaRPr>
          </a:p>
        </p:txBody>
      </p:sp>
      <p:grpSp>
        <p:nvGrpSpPr>
          <p:cNvPr id="17" name="object 17"/>
          <p:cNvGrpSpPr/>
          <p:nvPr/>
        </p:nvGrpSpPr>
        <p:grpSpPr>
          <a:xfrm>
            <a:off x="4181764" y="5353050"/>
            <a:ext cx="4788535" cy="1066800"/>
            <a:chOff x="4181764" y="5353050"/>
            <a:chExt cx="4788535" cy="1066800"/>
          </a:xfrm>
        </p:grpSpPr>
        <p:sp>
          <p:nvSpPr>
            <p:cNvPr id="18" name="object 18"/>
            <p:cNvSpPr/>
            <p:nvPr/>
          </p:nvSpPr>
          <p:spPr>
            <a:xfrm>
              <a:off x="4207164" y="5861049"/>
              <a:ext cx="1372235" cy="0"/>
            </a:xfrm>
            <a:custGeom>
              <a:avLst/>
              <a:gdLst/>
              <a:ahLst/>
              <a:cxnLst/>
              <a:rect l="l" t="t" r="r" b="b"/>
              <a:pathLst>
                <a:path w="1372235">
                  <a:moveTo>
                    <a:pt x="1371972" y="1"/>
                  </a:moveTo>
                  <a:lnTo>
                    <a:pt x="1321159" y="1"/>
                  </a:lnTo>
                  <a:lnTo>
                    <a:pt x="1270345" y="1"/>
                  </a:lnTo>
                  <a:lnTo>
                    <a:pt x="1219531" y="1"/>
                  </a:lnTo>
                  <a:lnTo>
                    <a:pt x="1168717" y="0"/>
                  </a:lnTo>
                  <a:lnTo>
                    <a:pt x="1117903" y="0"/>
                  </a:lnTo>
                  <a:lnTo>
                    <a:pt x="1067090" y="0"/>
                  </a:lnTo>
                  <a:lnTo>
                    <a:pt x="1016276" y="0"/>
                  </a:lnTo>
                  <a:lnTo>
                    <a:pt x="965462" y="0"/>
                  </a:lnTo>
                  <a:lnTo>
                    <a:pt x="914648" y="0"/>
                  </a:lnTo>
                  <a:lnTo>
                    <a:pt x="863834" y="0"/>
                  </a:lnTo>
                  <a:lnTo>
                    <a:pt x="813020" y="0"/>
                  </a:lnTo>
                  <a:lnTo>
                    <a:pt x="762207" y="0"/>
                  </a:lnTo>
                  <a:lnTo>
                    <a:pt x="711393" y="0"/>
                  </a:lnTo>
                  <a:lnTo>
                    <a:pt x="660579" y="0"/>
                  </a:lnTo>
                  <a:lnTo>
                    <a:pt x="609765" y="0"/>
                  </a:lnTo>
                  <a:lnTo>
                    <a:pt x="558951" y="0"/>
                  </a:lnTo>
                  <a:lnTo>
                    <a:pt x="508138" y="0"/>
                  </a:lnTo>
                  <a:lnTo>
                    <a:pt x="457324" y="0"/>
                  </a:lnTo>
                  <a:lnTo>
                    <a:pt x="406510" y="0"/>
                  </a:lnTo>
                  <a:lnTo>
                    <a:pt x="355696" y="0"/>
                  </a:lnTo>
                  <a:lnTo>
                    <a:pt x="304882" y="0"/>
                  </a:lnTo>
                  <a:lnTo>
                    <a:pt x="254069" y="0"/>
                  </a:lnTo>
                  <a:lnTo>
                    <a:pt x="203255" y="0"/>
                  </a:lnTo>
                  <a:lnTo>
                    <a:pt x="152441" y="0"/>
                  </a:lnTo>
                  <a:lnTo>
                    <a:pt x="101627" y="0"/>
                  </a:lnTo>
                  <a:lnTo>
                    <a:pt x="50813" y="0"/>
                  </a:lnTo>
                  <a:lnTo>
                    <a:pt x="0" y="0"/>
                  </a:lnTo>
                </a:path>
              </a:pathLst>
            </a:custGeom>
            <a:ln w="50799">
              <a:solidFill>
                <a:srgbClr val="53585F"/>
              </a:solidFill>
            </a:ln>
          </p:spPr>
          <p:txBody>
            <a:bodyPr wrap="square" lIns="0" tIns="0" rIns="0" bIns="0" rtlCol="0"/>
            <a:lstStyle/>
            <a:p>
              <a:endParaRPr/>
            </a:p>
          </p:txBody>
        </p:sp>
        <p:pic>
          <p:nvPicPr>
            <p:cNvPr id="19" name="object 19"/>
            <p:cNvPicPr/>
            <p:nvPr/>
          </p:nvPicPr>
          <p:blipFill>
            <a:blip r:embed="rId2" cstate="print"/>
            <a:stretch>
              <a:fillRect/>
            </a:stretch>
          </p:blipFill>
          <p:spPr>
            <a:xfrm>
              <a:off x="7903049" y="5353050"/>
              <a:ext cx="1066805" cy="1066800"/>
            </a:xfrm>
            <a:prstGeom prst="rect">
              <a:avLst/>
            </a:prstGeom>
          </p:spPr>
        </p:pic>
        <p:pic>
          <p:nvPicPr>
            <p:cNvPr id="20" name="object 20"/>
            <p:cNvPicPr/>
            <p:nvPr/>
          </p:nvPicPr>
          <p:blipFill>
            <a:blip r:embed="rId3" cstate="print"/>
            <a:stretch>
              <a:fillRect/>
            </a:stretch>
          </p:blipFill>
          <p:spPr>
            <a:xfrm>
              <a:off x="7941149" y="5365750"/>
              <a:ext cx="990604" cy="990600"/>
            </a:xfrm>
            <a:prstGeom prst="rect">
              <a:avLst/>
            </a:prstGeom>
          </p:spPr>
        </p:pic>
      </p:grpSp>
      <p:sp>
        <p:nvSpPr>
          <p:cNvPr id="21" name="object 21"/>
          <p:cNvSpPr txBox="1"/>
          <p:nvPr/>
        </p:nvSpPr>
        <p:spPr>
          <a:xfrm>
            <a:off x="8147779" y="5563869"/>
            <a:ext cx="577850" cy="558800"/>
          </a:xfrm>
          <a:prstGeom prst="rect">
            <a:avLst/>
          </a:prstGeom>
        </p:spPr>
        <p:txBody>
          <a:bodyPr vert="horz" wrap="square" lIns="0" tIns="12700" rIns="0" bIns="0" rtlCol="0">
            <a:spAutoFit/>
          </a:bodyPr>
          <a:lstStyle/>
          <a:p>
            <a:pPr marL="12700">
              <a:lnSpc>
                <a:spcPct val="100000"/>
              </a:lnSpc>
              <a:spcBef>
                <a:spcPts val="100"/>
              </a:spcBef>
            </a:pPr>
            <a:r>
              <a:rPr sz="3500" spc="-25" dirty="0">
                <a:solidFill>
                  <a:srgbClr val="FFFFFF"/>
                </a:solidFill>
                <a:latin typeface="Arial MT"/>
                <a:cs typeface="Arial MT"/>
              </a:rPr>
              <a:t>A2</a:t>
            </a:r>
            <a:endParaRPr sz="3500">
              <a:latin typeface="Arial MT"/>
              <a:cs typeface="Arial MT"/>
            </a:endParaRPr>
          </a:p>
        </p:txBody>
      </p:sp>
      <p:grpSp>
        <p:nvGrpSpPr>
          <p:cNvPr id="22" name="object 22"/>
          <p:cNvGrpSpPr/>
          <p:nvPr/>
        </p:nvGrpSpPr>
        <p:grpSpPr>
          <a:xfrm>
            <a:off x="6569364" y="2584450"/>
            <a:ext cx="2375535" cy="3302000"/>
            <a:chOff x="6569364" y="2584450"/>
            <a:chExt cx="2375535" cy="3302000"/>
          </a:xfrm>
        </p:grpSpPr>
        <p:sp>
          <p:nvSpPr>
            <p:cNvPr id="23" name="object 23"/>
            <p:cNvSpPr/>
            <p:nvPr/>
          </p:nvSpPr>
          <p:spPr>
            <a:xfrm>
              <a:off x="6569364" y="5861050"/>
              <a:ext cx="1372235" cy="0"/>
            </a:xfrm>
            <a:custGeom>
              <a:avLst/>
              <a:gdLst/>
              <a:ahLst/>
              <a:cxnLst/>
              <a:rect l="l" t="t" r="r" b="b"/>
              <a:pathLst>
                <a:path w="1372234">
                  <a:moveTo>
                    <a:pt x="1371972" y="0"/>
                  </a:moveTo>
                  <a:lnTo>
                    <a:pt x="1371972" y="0"/>
                  </a:lnTo>
                  <a:lnTo>
                    <a:pt x="50813" y="0"/>
                  </a:lnTo>
                  <a:lnTo>
                    <a:pt x="0" y="0"/>
                  </a:lnTo>
                </a:path>
              </a:pathLst>
            </a:custGeom>
            <a:ln w="50799">
              <a:solidFill>
                <a:srgbClr val="53585F"/>
              </a:solidFill>
            </a:ln>
          </p:spPr>
          <p:txBody>
            <a:bodyPr wrap="square" lIns="0" tIns="0" rIns="0" bIns="0" rtlCol="0"/>
            <a:lstStyle/>
            <a:p>
              <a:endParaRPr/>
            </a:p>
          </p:txBody>
        </p:sp>
        <p:sp>
          <p:nvSpPr>
            <p:cNvPr id="24" name="object 24"/>
            <p:cNvSpPr/>
            <p:nvPr/>
          </p:nvSpPr>
          <p:spPr>
            <a:xfrm>
              <a:off x="7941149" y="2597150"/>
              <a:ext cx="990600" cy="990600"/>
            </a:xfrm>
            <a:custGeom>
              <a:avLst/>
              <a:gdLst/>
              <a:ahLst/>
              <a:cxnLst/>
              <a:rect l="l" t="t" r="r" b="b"/>
              <a:pathLst>
                <a:path w="990600" h="990600">
                  <a:moveTo>
                    <a:pt x="0" y="495299"/>
                  </a:moveTo>
                  <a:lnTo>
                    <a:pt x="2267" y="447599"/>
                  </a:lnTo>
                  <a:lnTo>
                    <a:pt x="8931" y="401181"/>
                  </a:lnTo>
                  <a:lnTo>
                    <a:pt x="19783" y="356254"/>
                  </a:lnTo>
                  <a:lnTo>
                    <a:pt x="34617" y="313024"/>
                  </a:lnTo>
                  <a:lnTo>
                    <a:pt x="53224" y="271700"/>
                  </a:lnTo>
                  <a:lnTo>
                    <a:pt x="75397" y="232489"/>
                  </a:lnTo>
                  <a:lnTo>
                    <a:pt x="100929" y="195599"/>
                  </a:lnTo>
                  <a:lnTo>
                    <a:pt x="129612" y="161237"/>
                  </a:lnTo>
                  <a:lnTo>
                    <a:pt x="161238" y="129611"/>
                  </a:lnTo>
                  <a:lnTo>
                    <a:pt x="195600" y="100929"/>
                  </a:lnTo>
                  <a:lnTo>
                    <a:pt x="232490" y="75397"/>
                  </a:lnTo>
                  <a:lnTo>
                    <a:pt x="271701" y="53224"/>
                  </a:lnTo>
                  <a:lnTo>
                    <a:pt x="313025" y="34616"/>
                  </a:lnTo>
                  <a:lnTo>
                    <a:pt x="356255" y="19783"/>
                  </a:lnTo>
                  <a:lnTo>
                    <a:pt x="401183" y="8930"/>
                  </a:lnTo>
                  <a:lnTo>
                    <a:pt x="447601" y="2267"/>
                  </a:lnTo>
                  <a:lnTo>
                    <a:pt x="495302" y="0"/>
                  </a:lnTo>
                  <a:lnTo>
                    <a:pt x="544256" y="2423"/>
                  </a:lnTo>
                  <a:lnTo>
                    <a:pt x="592382" y="9604"/>
                  </a:lnTo>
                  <a:lnTo>
                    <a:pt x="639353" y="21409"/>
                  </a:lnTo>
                  <a:lnTo>
                    <a:pt x="684846" y="37702"/>
                  </a:lnTo>
                  <a:lnTo>
                    <a:pt x="728535" y="58349"/>
                  </a:lnTo>
                  <a:lnTo>
                    <a:pt x="770096" y="83216"/>
                  </a:lnTo>
                  <a:lnTo>
                    <a:pt x="809204" y="112167"/>
                  </a:lnTo>
                  <a:lnTo>
                    <a:pt x="845534" y="145069"/>
                  </a:lnTo>
                  <a:lnTo>
                    <a:pt x="878436" y="181399"/>
                  </a:lnTo>
                  <a:lnTo>
                    <a:pt x="907388" y="220507"/>
                  </a:lnTo>
                  <a:lnTo>
                    <a:pt x="932254" y="262067"/>
                  </a:lnTo>
                  <a:lnTo>
                    <a:pt x="952901" y="305756"/>
                  </a:lnTo>
                  <a:lnTo>
                    <a:pt x="969195" y="351249"/>
                  </a:lnTo>
                  <a:lnTo>
                    <a:pt x="980999" y="398220"/>
                  </a:lnTo>
                  <a:lnTo>
                    <a:pt x="988181" y="446345"/>
                  </a:lnTo>
                  <a:lnTo>
                    <a:pt x="990604" y="495299"/>
                  </a:lnTo>
                  <a:lnTo>
                    <a:pt x="988337" y="543000"/>
                  </a:lnTo>
                  <a:lnTo>
                    <a:pt x="981673" y="589418"/>
                  </a:lnTo>
                  <a:lnTo>
                    <a:pt x="970821" y="634345"/>
                  </a:lnTo>
                  <a:lnTo>
                    <a:pt x="955987" y="677575"/>
                  </a:lnTo>
                  <a:lnTo>
                    <a:pt x="937380" y="718899"/>
                  </a:lnTo>
                  <a:lnTo>
                    <a:pt x="915206" y="758109"/>
                  </a:lnTo>
                  <a:lnTo>
                    <a:pt x="889674" y="795000"/>
                  </a:lnTo>
                  <a:lnTo>
                    <a:pt x="860992" y="829361"/>
                  </a:lnTo>
                  <a:lnTo>
                    <a:pt x="829365" y="860988"/>
                  </a:lnTo>
                  <a:lnTo>
                    <a:pt x="795003" y="889670"/>
                  </a:lnTo>
                  <a:lnTo>
                    <a:pt x="758113" y="915202"/>
                  </a:lnTo>
                  <a:lnTo>
                    <a:pt x="718902" y="937375"/>
                  </a:lnTo>
                  <a:lnTo>
                    <a:pt x="677578" y="955982"/>
                  </a:lnTo>
                  <a:lnTo>
                    <a:pt x="634348" y="970816"/>
                  </a:lnTo>
                  <a:lnTo>
                    <a:pt x="589421" y="981668"/>
                  </a:lnTo>
                  <a:lnTo>
                    <a:pt x="543003" y="988332"/>
                  </a:lnTo>
                  <a:lnTo>
                    <a:pt x="495302" y="990599"/>
                  </a:lnTo>
                  <a:lnTo>
                    <a:pt x="447601" y="988332"/>
                  </a:lnTo>
                  <a:lnTo>
                    <a:pt x="401183" y="981668"/>
                  </a:lnTo>
                  <a:lnTo>
                    <a:pt x="356255" y="970816"/>
                  </a:lnTo>
                  <a:lnTo>
                    <a:pt x="313025" y="955982"/>
                  </a:lnTo>
                  <a:lnTo>
                    <a:pt x="271701" y="937375"/>
                  </a:lnTo>
                  <a:lnTo>
                    <a:pt x="232490" y="915202"/>
                  </a:lnTo>
                  <a:lnTo>
                    <a:pt x="195600" y="889670"/>
                  </a:lnTo>
                  <a:lnTo>
                    <a:pt x="161238" y="860988"/>
                  </a:lnTo>
                  <a:lnTo>
                    <a:pt x="129612" y="829361"/>
                  </a:lnTo>
                  <a:lnTo>
                    <a:pt x="100929" y="795000"/>
                  </a:lnTo>
                  <a:lnTo>
                    <a:pt x="75397" y="758109"/>
                  </a:lnTo>
                  <a:lnTo>
                    <a:pt x="53224" y="718899"/>
                  </a:lnTo>
                  <a:lnTo>
                    <a:pt x="34617" y="677575"/>
                  </a:lnTo>
                  <a:lnTo>
                    <a:pt x="19783" y="634345"/>
                  </a:lnTo>
                  <a:lnTo>
                    <a:pt x="8931" y="589418"/>
                  </a:lnTo>
                  <a:lnTo>
                    <a:pt x="2267" y="543000"/>
                  </a:lnTo>
                  <a:lnTo>
                    <a:pt x="0" y="495299"/>
                  </a:lnTo>
                  <a:close/>
                </a:path>
              </a:pathLst>
            </a:custGeom>
            <a:ln w="25399">
              <a:solidFill>
                <a:srgbClr val="000000"/>
              </a:solidFill>
            </a:ln>
          </p:spPr>
          <p:txBody>
            <a:bodyPr wrap="square" lIns="0" tIns="0" rIns="0" bIns="0" rtlCol="0"/>
            <a:lstStyle/>
            <a:p>
              <a:endParaRPr/>
            </a:p>
          </p:txBody>
        </p:sp>
        <p:sp>
          <p:nvSpPr>
            <p:cNvPr id="25" name="object 25"/>
            <p:cNvSpPr/>
            <p:nvPr/>
          </p:nvSpPr>
          <p:spPr>
            <a:xfrm>
              <a:off x="8436450" y="3600448"/>
              <a:ext cx="0" cy="1765300"/>
            </a:xfrm>
            <a:custGeom>
              <a:avLst/>
              <a:gdLst/>
              <a:ahLst/>
              <a:cxnLst/>
              <a:rect l="l" t="t" r="r" b="b"/>
              <a:pathLst>
                <a:path h="1765300">
                  <a:moveTo>
                    <a:pt x="0" y="1765302"/>
                  </a:moveTo>
                  <a:lnTo>
                    <a:pt x="0" y="1714865"/>
                  </a:lnTo>
                  <a:lnTo>
                    <a:pt x="0" y="1664428"/>
                  </a:lnTo>
                  <a:lnTo>
                    <a:pt x="0" y="1613990"/>
                  </a:lnTo>
                  <a:lnTo>
                    <a:pt x="0" y="1563553"/>
                  </a:lnTo>
                  <a:lnTo>
                    <a:pt x="0" y="1513116"/>
                  </a:lnTo>
                  <a:lnTo>
                    <a:pt x="0" y="1462679"/>
                  </a:lnTo>
                  <a:lnTo>
                    <a:pt x="0" y="1412242"/>
                  </a:lnTo>
                  <a:lnTo>
                    <a:pt x="0" y="1361804"/>
                  </a:lnTo>
                  <a:lnTo>
                    <a:pt x="0" y="1311367"/>
                  </a:lnTo>
                  <a:lnTo>
                    <a:pt x="0" y="1260930"/>
                  </a:lnTo>
                  <a:lnTo>
                    <a:pt x="0" y="1210493"/>
                  </a:lnTo>
                  <a:lnTo>
                    <a:pt x="0" y="1160055"/>
                  </a:lnTo>
                  <a:lnTo>
                    <a:pt x="0" y="1109618"/>
                  </a:lnTo>
                  <a:lnTo>
                    <a:pt x="0" y="1059181"/>
                  </a:lnTo>
                  <a:lnTo>
                    <a:pt x="0" y="1008744"/>
                  </a:lnTo>
                  <a:lnTo>
                    <a:pt x="0" y="958307"/>
                  </a:lnTo>
                  <a:lnTo>
                    <a:pt x="0" y="907869"/>
                  </a:lnTo>
                  <a:lnTo>
                    <a:pt x="0" y="857432"/>
                  </a:lnTo>
                  <a:lnTo>
                    <a:pt x="0" y="806995"/>
                  </a:lnTo>
                  <a:lnTo>
                    <a:pt x="0" y="756558"/>
                  </a:lnTo>
                  <a:lnTo>
                    <a:pt x="0" y="706120"/>
                  </a:lnTo>
                  <a:lnTo>
                    <a:pt x="0" y="655683"/>
                  </a:lnTo>
                  <a:lnTo>
                    <a:pt x="0" y="605246"/>
                  </a:lnTo>
                  <a:lnTo>
                    <a:pt x="0" y="554809"/>
                  </a:lnTo>
                  <a:lnTo>
                    <a:pt x="0" y="504372"/>
                  </a:lnTo>
                  <a:lnTo>
                    <a:pt x="0" y="453934"/>
                  </a:lnTo>
                  <a:lnTo>
                    <a:pt x="0" y="403497"/>
                  </a:lnTo>
                  <a:lnTo>
                    <a:pt x="0" y="353060"/>
                  </a:lnTo>
                  <a:lnTo>
                    <a:pt x="0" y="302623"/>
                  </a:lnTo>
                  <a:lnTo>
                    <a:pt x="1" y="252186"/>
                  </a:lnTo>
                  <a:lnTo>
                    <a:pt x="1" y="201748"/>
                  </a:lnTo>
                  <a:lnTo>
                    <a:pt x="1" y="151311"/>
                  </a:lnTo>
                  <a:lnTo>
                    <a:pt x="1" y="100874"/>
                  </a:lnTo>
                  <a:lnTo>
                    <a:pt x="1" y="50437"/>
                  </a:lnTo>
                  <a:lnTo>
                    <a:pt x="1" y="0"/>
                  </a:lnTo>
                </a:path>
              </a:pathLst>
            </a:custGeom>
            <a:ln w="38099">
              <a:solidFill>
                <a:srgbClr val="000000"/>
              </a:solidFill>
            </a:ln>
          </p:spPr>
          <p:txBody>
            <a:bodyPr wrap="square" lIns="0" tIns="0" rIns="0" bIns="0" rtlCol="0"/>
            <a:lstStyle/>
            <a:p>
              <a:endParaRPr/>
            </a:p>
          </p:txBody>
        </p:sp>
      </p:grpSp>
      <p:sp>
        <p:nvSpPr>
          <p:cNvPr id="26" name="object 26"/>
          <p:cNvSpPr txBox="1"/>
          <p:nvPr/>
        </p:nvSpPr>
        <p:spPr>
          <a:xfrm>
            <a:off x="8122379" y="2035809"/>
            <a:ext cx="2222500" cy="1318260"/>
          </a:xfrm>
          <a:prstGeom prst="rect">
            <a:avLst/>
          </a:prstGeom>
        </p:spPr>
        <p:txBody>
          <a:bodyPr vert="horz" wrap="square" lIns="0" tIns="12700" rIns="0" bIns="0" rtlCol="0">
            <a:spAutoFit/>
          </a:bodyPr>
          <a:lstStyle/>
          <a:p>
            <a:pPr marL="149860">
              <a:lnSpc>
                <a:spcPts val="5990"/>
              </a:lnSpc>
              <a:spcBef>
                <a:spcPts val="100"/>
              </a:spcBef>
            </a:pPr>
            <a:r>
              <a:rPr sz="7500" baseline="-7777" dirty="0">
                <a:solidFill>
                  <a:srgbClr val="00882B"/>
                </a:solidFill>
                <a:latin typeface="MS PGothic"/>
                <a:cs typeface="MS PGothic"/>
              </a:rPr>
              <a:t>✔</a:t>
            </a:r>
            <a:r>
              <a:rPr sz="7500" spc="60" baseline="-7777" dirty="0">
                <a:solidFill>
                  <a:srgbClr val="00882B"/>
                </a:solidFill>
                <a:latin typeface="MS PGothic"/>
                <a:cs typeface="MS PGothic"/>
              </a:rPr>
              <a:t> </a:t>
            </a:r>
            <a:r>
              <a:rPr sz="3000" spc="-10" dirty="0">
                <a:solidFill>
                  <a:srgbClr val="00882B"/>
                </a:solidFill>
                <a:latin typeface="Arial MT"/>
                <a:cs typeface="Arial MT"/>
              </a:rPr>
              <a:t>Accept</a:t>
            </a:r>
            <a:endParaRPr sz="3000">
              <a:latin typeface="Arial MT"/>
              <a:cs typeface="Arial MT"/>
            </a:endParaRPr>
          </a:p>
          <a:p>
            <a:pPr marL="38100">
              <a:lnSpc>
                <a:spcPts val="4190"/>
              </a:lnSpc>
            </a:pPr>
            <a:r>
              <a:rPr sz="3500" spc="-25" dirty="0">
                <a:solidFill>
                  <a:srgbClr val="53585F"/>
                </a:solidFill>
                <a:latin typeface="Arial MT"/>
                <a:cs typeface="Arial MT"/>
              </a:rPr>
              <a:t>A2</a:t>
            </a:r>
            <a:endParaRPr sz="3500">
              <a:latin typeface="Arial MT"/>
              <a:cs typeface="Arial MT"/>
            </a:endParaRPr>
          </a:p>
        </p:txBody>
      </p:sp>
      <p:sp>
        <p:nvSpPr>
          <p:cNvPr id="29" name="object 29"/>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64</a:t>
            </a:fld>
            <a:endParaRPr spc="-25" dirty="0"/>
          </a:p>
        </p:txBody>
      </p:sp>
      <p:sp>
        <p:nvSpPr>
          <p:cNvPr id="27" name="object 27"/>
          <p:cNvSpPr txBox="1">
            <a:spLocks noGrp="1"/>
          </p:cNvSpPr>
          <p:nvPr>
            <p:ph type="title"/>
          </p:nvPr>
        </p:nvSpPr>
        <p:spPr>
          <a:xfrm>
            <a:off x="5791553" y="550036"/>
            <a:ext cx="1372870" cy="574040"/>
          </a:xfrm>
          <a:prstGeom prst="rect">
            <a:avLst/>
          </a:prstGeom>
        </p:spPr>
        <p:txBody>
          <a:bodyPr vert="horz" wrap="square" lIns="0" tIns="12700" rIns="0" bIns="0" rtlCol="0">
            <a:spAutoFit/>
          </a:bodyPr>
          <a:lstStyle/>
          <a:p>
            <a:pPr marL="12700">
              <a:lnSpc>
                <a:spcPct val="100000"/>
              </a:lnSpc>
              <a:spcBef>
                <a:spcPts val="100"/>
              </a:spcBef>
            </a:pPr>
            <a:r>
              <a:rPr sz="3600" spc="-10" dirty="0">
                <a:solidFill>
                  <a:srgbClr val="C82506"/>
                </a:solidFill>
                <a:latin typeface="Arial MT"/>
                <a:cs typeface="Arial MT"/>
              </a:rPr>
              <a:t>Author</a:t>
            </a:r>
            <a:endParaRPr sz="3600">
              <a:latin typeface="Arial MT"/>
              <a:cs typeface="Arial MT"/>
            </a:endParaRPr>
          </a:p>
        </p:txBody>
      </p:sp>
      <p:sp>
        <p:nvSpPr>
          <p:cNvPr id="28" name="object 28"/>
          <p:cNvSpPr txBox="1"/>
          <p:nvPr/>
        </p:nvSpPr>
        <p:spPr>
          <a:xfrm>
            <a:off x="5867909" y="7498839"/>
            <a:ext cx="1219835" cy="574040"/>
          </a:xfrm>
          <a:prstGeom prst="rect">
            <a:avLst/>
          </a:prstGeom>
        </p:spPr>
        <p:txBody>
          <a:bodyPr vert="horz" wrap="square" lIns="0" tIns="12700" rIns="0" bIns="0" rtlCol="0">
            <a:spAutoFit/>
          </a:bodyPr>
          <a:lstStyle/>
          <a:p>
            <a:pPr marL="12700">
              <a:lnSpc>
                <a:spcPct val="100000"/>
              </a:lnSpc>
              <a:spcBef>
                <a:spcPts val="100"/>
              </a:spcBef>
            </a:pPr>
            <a:r>
              <a:rPr sz="3600" spc="-10" dirty="0">
                <a:solidFill>
                  <a:srgbClr val="00882B"/>
                </a:solidFill>
                <a:latin typeface="Arial MT"/>
                <a:cs typeface="Arial MT"/>
              </a:rPr>
              <a:t>Editor</a:t>
            </a:r>
            <a:endParaRPr sz="3600">
              <a:latin typeface="Arial MT"/>
              <a:cs typeface="Arial MT"/>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178649" y="5353050"/>
            <a:ext cx="1066800" cy="1066800"/>
            <a:chOff x="3178649" y="5353050"/>
            <a:chExt cx="1066800" cy="1066800"/>
          </a:xfrm>
        </p:grpSpPr>
        <p:pic>
          <p:nvPicPr>
            <p:cNvPr id="3" name="object 3"/>
            <p:cNvPicPr/>
            <p:nvPr/>
          </p:nvPicPr>
          <p:blipFill>
            <a:blip r:embed="rId2" cstate="print"/>
            <a:stretch>
              <a:fillRect/>
            </a:stretch>
          </p:blipFill>
          <p:spPr>
            <a:xfrm>
              <a:off x="3178649" y="5353050"/>
              <a:ext cx="1066805" cy="1066800"/>
            </a:xfrm>
            <a:prstGeom prst="rect">
              <a:avLst/>
            </a:prstGeom>
          </p:spPr>
        </p:pic>
        <p:pic>
          <p:nvPicPr>
            <p:cNvPr id="4" name="object 4"/>
            <p:cNvPicPr/>
            <p:nvPr/>
          </p:nvPicPr>
          <p:blipFill>
            <a:blip r:embed="rId3" cstate="print"/>
            <a:stretch>
              <a:fillRect/>
            </a:stretch>
          </p:blipFill>
          <p:spPr>
            <a:xfrm>
              <a:off x="3216749" y="5365750"/>
              <a:ext cx="990604" cy="990600"/>
            </a:xfrm>
            <a:prstGeom prst="rect">
              <a:avLst/>
            </a:prstGeom>
          </p:spPr>
        </p:pic>
      </p:grpSp>
      <p:sp>
        <p:nvSpPr>
          <p:cNvPr id="5" name="object 5"/>
          <p:cNvSpPr txBox="1"/>
          <p:nvPr/>
        </p:nvSpPr>
        <p:spPr>
          <a:xfrm>
            <a:off x="3546922" y="5563869"/>
            <a:ext cx="330835" cy="558800"/>
          </a:xfrm>
          <a:prstGeom prst="rect">
            <a:avLst/>
          </a:prstGeom>
        </p:spPr>
        <p:txBody>
          <a:bodyPr vert="horz" wrap="square" lIns="0" tIns="12700" rIns="0" bIns="0" rtlCol="0">
            <a:spAutoFit/>
          </a:bodyPr>
          <a:lstStyle/>
          <a:p>
            <a:pPr marL="12700">
              <a:lnSpc>
                <a:spcPct val="100000"/>
              </a:lnSpc>
              <a:spcBef>
                <a:spcPts val="100"/>
              </a:spcBef>
            </a:pPr>
            <a:r>
              <a:rPr sz="3500" spc="-50" dirty="0">
                <a:solidFill>
                  <a:srgbClr val="FFFFFF"/>
                </a:solidFill>
                <a:latin typeface="Arial MT"/>
                <a:cs typeface="Arial MT"/>
              </a:rPr>
              <a:t>A</a:t>
            </a:r>
            <a:endParaRPr sz="3500">
              <a:latin typeface="Arial MT"/>
              <a:cs typeface="Arial MT"/>
            </a:endParaRPr>
          </a:p>
        </p:txBody>
      </p:sp>
      <p:grpSp>
        <p:nvGrpSpPr>
          <p:cNvPr id="6" name="object 6"/>
          <p:cNvGrpSpPr/>
          <p:nvPr/>
        </p:nvGrpSpPr>
        <p:grpSpPr>
          <a:xfrm>
            <a:off x="816450" y="2584450"/>
            <a:ext cx="1066800" cy="1066800"/>
            <a:chOff x="816450" y="2584450"/>
            <a:chExt cx="1066800" cy="1066800"/>
          </a:xfrm>
        </p:grpSpPr>
        <p:pic>
          <p:nvPicPr>
            <p:cNvPr id="7" name="object 7"/>
            <p:cNvPicPr/>
            <p:nvPr/>
          </p:nvPicPr>
          <p:blipFill>
            <a:blip r:embed="rId2" cstate="print"/>
            <a:stretch>
              <a:fillRect/>
            </a:stretch>
          </p:blipFill>
          <p:spPr>
            <a:xfrm>
              <a:off x="816450" y="2584450"/>
              <a:ext cx="1066805" cy="1066800"/>
            </a:xfrm>
            <a:prstGeom prst="rect">
              <a:avLst/>
            </a:prstGeom>
          </p:spPr>
        </p:pic>
        <p:pic>
          <p:nvPicPr>
            <p:cNvPr id="8" name="object 8"/>
            <p:cNvPicPr/>
            <p:nvPr/>
          </p:nvPicPr>
          <p:blipFill>
            <a:blip r:embed="rId4" cstate="print"/>
            <a:stretch>
              <a:fillRect/>
            </a:stretch>
          </p:blipFill>
          <p:spPr>
            <a:xfrm>
              <a:off x="854550" y="2597150"/>
              <a:ext cx="990604" cy="990600"/>
            </a:xfrm>
            <a:prstGeom prst="rect">
              <a:avLst/>
            </a:prstGeom>
          </p:spPr>
        </p:pic>
      </p:grpSp>
      <p:sp>
        <p:nvSpPr>
          <p:cNvPr id="9" name="object 9"/>
          <p:cNvSpPr txBox="1"/>
          <p:nvPr/>
        </p:nvSpPr>
        <p:spPr>
          <a:xfrm>
            <a:off x="1184723" y="2795269"/>
            <a:ext cx="330835" cy="558800"/>
          </a:xfrm>
          <a:prstGeom prst="rect">
            <a:avLst/>
          </a:prstGeom>
        </p:spPr>
        <p:txBody>
          <a:bodyPr vert="horz" wrap="square" lIns="0" tIns="12700" rIns="0" bIns="0" rtlCol="0">
            <a:spAutoFit/>
          </a:bodyPr>
          <a:lstStyle/>
          <a:p>
            <a:pPr marL="12700">
              <a:lnSpc>
                <a:spcPct val="100000"/>
              </a:lnSpc>
              <a:spcBef>
                <a:spcPts val="100"/>
              </a:spcBef>
            </a:pPr>
            <a:r>
              <a:rPr sz="3500" spc="-50" dirty="0">
                <a:solidFill>
                  <a:srgbClr val="FFFFFF"/>
                </a:solidFill>
                <a:latin typeface="Arial MT"/>
                <a:cs typeface="Arial MT"/>
              </a:rPr>
              <a:t>A</a:t>
            </a:r>
            <a:endParaRPr sz="3500">
              <a:latin typeface="Arial MT"/>
              <a:cs typeface="Arial MT"/>
            </a:endParaRPr>
          </a:p>
        </p:txBody>
      </p:sp>
      <p:grpSp>
        <p:nvGrpSpPr>
          <p:cNvPr id="10" name="object 10"/>
          <p:cNvGrpSpPr/>
          <p:nvPr/>
        </p:nvGrpSpPr>
        <p:grpSpPr>
          <a:xfrm>
            <a:off x="1645274" y="3443069"/>
            <a:ext cx="4962525" cy="2976880"/>
            <a:chOff x="1645274" y="3443069"/>
            <a:chExt cx="4962525" cy="2976880"/>
          </a:xfrm>
        </p:grpSpPr>
        <p:sp>
          <p:nvSpPr>
            <p:cNvPr id="11" name="object 11"/>
            <p:cNvSpPr/>
            <p:nvPr/>
          </p:nvSpPr>
          <p:spPr>
            <a:xfrm>
              <a:off x="1670674" y="3468469"/>
              <a:ext cx="1522730" cy="1784985"/>
            </a:xfrm>
            <a:custGeom>
              <a:avLst/>
              <a:gdLst/>
              <a:ahLst/>
              <a:cxnLst/>
              <a:rect l="l" t="t" r="r" b="b"/>
              <a:pathLst>
                <a:path w="1522730" h="1784985">
                  <a:moveTo>
                    <a:pt x="1522708" y="1784678"/>
                  </a:moveTo>
                  <a:lnTo>
                    <a:pt x="0" y="0"/>
                  </a:lnTo>
                </a:path>
              </a:pathLst>
            </a:custGeom>
            <a:ln w="50799">
              <a:solidFill>
                <a:srgbClr val="53585F"/>
              </a:solidFill>
            </a:ln>
          </p:spPr>
          <p:txBody>
            <a:bodyPr wrap="square" lIns="0" tIns="0" rIns="0" bIns="0" rtlCol="0"/>
            <a:lstStyle/>
            <a:p>
              <a:endParaRPr/>
            </a:p>
          </p:txBody>
        </p:sp>
        <p:sp>
          <p:nvSpPr>
            <p:cNvPr id="12" name="object 12"/>
            <p:cNvSpPr/>
            <p:nvPr/>
          </p:nvSpPr>
          <p:spPr>
            <a:xfrm>
              <a:off x="3129552" y="5198685"/>
              <a:ext cx="213995" cy="229870"/>
            </a:xfrm>
            <a:custGeom>
              <a:avLst/>
              <a:gdLst/>
              <a:ahLst/>
              <a:cxnLst/>
              <a:rect l="l" t="t" r="r" b="b"/>
              <a:pathLst>
                <a:path w="213995" h="229870">
                  <a:moveTo>
                    <a:pt x="213464" y="229837"/>
                  </a:moveTo>
                  <a:lnTo>
                    <a:pt x="0" y="108923"/>
                  </a:lnTo>
                  <a:lnTo>
                    <a:pt x="127663" y="0"/>
                  </a:lnTo>
                  <a:lnTo>
                    <a:pt x="213464" y="229837"/>
                  </a:lnTo>
                  <a:close/>
                </a:path>
              </a:pathLst>
            </a:custGeom>
            <a:solidFill>
              <a:srgbClr val="53585F"/>
            </a:solidFill>
          </p:spPr>
          <p:txBody>
            <a:bodyPr wrap="square" lIns="0" tIns="0" rIns="0" bIns="0" rtlCol="0"/>
            <a:lstStyle/>
            <a:p>
              <a:endParaRPr/>
            </a:p>
          </p:txBody>
        </p:sp>
        <p:sp>
          <p:nvSpPr>
            <p:cNvPr id="13" name="object 13"/>
            <p:cNvSpPr/>
            <p:nvPr/>
          </p:nvSpPr>
          <p:spPr>
            <a:xfrm>
              <a:off x="3129552" y="5198685"/>
              <a:ext cx="213995" cy="229870"/>
            </a:xfrm>
            <a:custGeom>
              <a:avLst/>
              <a:gdLst/>
              <a:ahLst/>
              <a:cxnLst/>
              <a:rect l="l" t="t" r="r" b="b"/>
              <a:pathLst>
                <a:path w="213995" h="229870">
                  <a:moveTo>
                    <a:pt x="0" y="108923"/>
                  </a:moveTo>
                  <a:lnTo>
                    <a:pt x="213464" y="229837"/>
                  </a:lnTo>
                  <a:lnTo>
                    <a:pt x="127663" y="0"/>
                  </a:lnTo>
                  <a:lnTo>
                    <a:pt x="0" y="108923"/>
                  </a:lnTo>
                  <a:close/>
                </a:path>
              </a:pathLst>
            </a:custGeom>
            <a:ln w="50799">
              <a:solidFill>
                <a:srgbClr val="53585F"/>
              </a:solidFill>
            </a:ln>
          </p:spPr>
          <p:txBody>
            <a:bodyPr wrap="square" lIns="0" tIns="0" rIns="0" bIns="0" rtlCol="0"/>
            <a:lstStyle/>
            <a:p>
              <a:endParaRPr/>
            </a:p>
          </p:txBody>
        </p:sp>
        <p:pic>
          <p:nvPicPr>
            <p:cNvPr id="14" name="object 14"/>
            <p:cNvPicPr/>
            <p:nvPr/>
          </p:nvPicPr>
          <p:blipFill>
            <a:blip r:embed="rId2" cstate="print"/>
            <a:stretch>
              <a:fillRect/>
            </a:stretch>
          </p:blipFill>
          <p:spPr>
            <a:xfrm>
              <a:off x="5540848" y="5353050"/>
              <a:ext cx="1066805" cy="1066800"/>
            </a:xfrm>
            <a:prstGeom prst="rect">
              <a:avLst/>
            </a:prstGeom>
          </p:spPr>
        </p:pic>
        <p:pic>
          <p:nvPicPr>
            <p:cNvPr id="15" name="object 15"/>
            <p:cNvPicPr/>
            <p:nvPr/>
          </p:nvPicPr>
          <p:blipFill>
            <a:blip r:embed="rId3" cstate="print"/>
            <a:stretch>
              <a:fillRect/>
            </a:stretch>
          </p:blipFill>
          <p:spPr>
            <a:xfrm>
              <a:off x="5578948" y="5365750"/>
              <a:ext cx="990604" cy="990600"/>
            </a:xfrm>
            <a:prstGeom prst="rect">
              <a:avLst/>
            </a:prstGeom>
          </p:spPr>
        </p:pic>
      </p:grpSp>
      <p:sp>
        <p:nvSpPr>
          <p:cNvPr id="16" name="object 16"/>
          <p:cNvSpPr txBox="1"/>
          <p:nvPr/>
        </p:nvSpPr>
        <p:spPr>
          <a:xfrm>
            <a:off x="5785579" y="5563869"/>
            <a:ext cx="577850" cy="558800"/>
          </a:xfrm>
          <a:prstGeom prst="rect">
            <a:avLst/>
          </a:prstGeom>
        </p:spPr>
        <p:txBody>
          <a:bodyPr vert="horz" wrap="square" lIns="0" tIns="12700" rIns="0" bIns="0" rtlCol="0">
            <a:spAutoFit/>
          </a:bodyPr>
          <a:lstStyle/>
          <a:p>
            <a:pPr marL="12700">
              <a:lnSpc>
                <a:spcPct val="100000"/>
              </a:lnSpc>
              <a:spcBef>
                <a:spcPts val="100"/>
              </a:spcBef>
            </a:pPr>
            <a:r>
              <a:rPr sz="3500" spc="-25" dirty="0">
                <a:solidFill>
                  <a:srgbClr val="FFFFFF"/>
                </a:solidFill>
                <a:latin typeface="Arial MT"/>
                <a:cs typeface="Arial MT"/>
              </a:rPr>
              <a:t>A1</a:t>
            </a:r>
            <a:endParaRPr sz="3500">
              <a:latin typeface="Arial MT"/>
              <a:cs typeface="Arial MT"/>
            </a:endParaRPr>
          </a:p>
        </p:txBody>
      </p:sp>
      <p:grpSp>
        <p:nvGrpSpPr>
          <p:cNvPr id="17" name="object 17"/>
          <p:cNvGrpSpPr/>
          <p:nvPr/>
        </p:nvGrpSpPr>
        <p:grpSpPr>
          <a:xfrm>
            <a:off x="4181764" y="5353050"/>
            <a:ext cx="4788535" cy="1066800"/>
            <a:chOff x="4181764" y="5353050"/>
            <a:chExt cx="4788535" cy="1066800"/>
          </a:xfrm>
        </p:grpSpPr>
        <p:sp>
          <p:nvSpPr>
            <p:cNvPr id="18" name="object 18"/>
            <p:cNvSpPr/>
            <p:nvPr/>
          </p:nvSpPr>
          <p:spPr>
            <a:xfrm>
              <a:off x="4207164" y="5861049"/>
              <a:ext cx="1372235" cy="0"/>
            </a:xfrm>
            <a:custGeom>
              <a:avLst/>
              <a:gdLst/>
              <a:ahLst/>
              <a:cxnLst/>
              <a:rect l="l" t="t" r="r" b="b"/>
              <a:pathLst>
                <a:path w="1372235">
                  <a:moveTo>
                    <a:pt x="1371972" y="1"/>
                  </a:moveTo>
                  <a:lnTo>
                    <a:pt x="1321159" y="1"/>
                  </a:lnTo>
                  <a:lnTo>
                    <a:pt x="1270345" y="1"/>
                  </a:lnTo>
                  <a:lnTo>
                    <a:pt x="1219531" y="1"/>
                  </a:lnTo>
                  <a:lnTo>
                    <a:pt x="1168717" y="0"/>
                  </a:lnTo>
                  <a:lnTo>
                    <a:pt x="1117903" y="0"/>
                  </a:lnTo>
                  <a:lnTo>
                    <a:pt x="1067090" y="0"/>
                  </a:lnTo>
                  <a:lnTo>
                    <a:pt x="1016276" y="0"/>
                  </a:lnTo>
                  <a:lnTo>
                    <a:pt x="965462" y="0"/>
                  </a:lnTo>
                  <a:lnTo>
                    <a:pt x="914648" y="0"/>
                  </a:lnTo>
                  <a:lnTo>
                    <a:pt x="863834" y="0"/>
                  </a:lnTo>
                  <a:lnTo>
                    <a:pt x="813020" y="0"/>
                  </a:lnTo>
                  <a:lnTo>
                    <a:pt x="762207" y="0"/>
                  </a:lnTo>
                  <a:lnTo>
                    <a:pt x="711393" y="0"/>
                  </a:lnTo>
                  <a:lnTo>
                    <a:pt x="660579" y="0"/>
                  </a:lnTo>
                  <a:lnTo>
                    <a:pt x="609765" y="0"/>
                  </a:lnTo>
                  <a:lnTo>
                    <a:pt x="558951" y="0"/>
                  </a:lnTo>
                  <a:lnTo>
                    <a:pt x="508138" y="0"/>
                  </a:lnTo>
                  <a:lnTo>
                    <a:pt x="457324" y="0"/>
                  </a:lnTo>
                  <a:lnTo>
                    <a:pt x="406510" y="0"/>
                  </a:lnTo>
                  <a:lnTo>
                    <a:pt x="355696" y="0"/>
                  </a:lnTo>
                  <a:lnTo>
                    <a:pt x="304882" y="0"/>
                  </a:lnTo>
                  <a:lnTo>
                    <a:pt x="254069" y="0"/>
                  </a:lnTo>
                  <a:lnTo>
                    <a:pt x="203255" y="0"/>
                  </a:lnTo>
                  <a:lnTo>
                    <a:pt x="152441" y="0"/>
                  </a:lnTo>
                  <a:lnTo>
                    <a:pt x="101627" y="0"/>
                  </a:lnTo>
                  <a:lnTo>
                    <a:pt x="50813" y="0"/>
                  </a:lnTo>
                  <a:lnTo>
                    <a:pt x="0" y="0"/>
                  </a:lnTo>
                </a:path>
              </a:pathLst>
            </a:custGeom>
            <a:ln w="50799">
              <a:solidFill>
                <a:srgbClr val="53585F"/>
              </a:solidFill>
            </a:ln>
          </p:spPr>
          <p:txBody>
            <a:bodyPr wrap="square" lIns="0" tIns="0" rIns="0" bIns="0" rtlCol="0"/>
            <a:lstStyle/>
            <a:p>
              <a:endParaRPr/>
            </a:p>
          </p:txBody>
        </p:sp>
        <p:pic>
          <p:nvPicPr>
            <p:cNvPr id="19" name="object 19"/>
            <p:cNvPicPr/>
            <p:nvPr/>
          </p:nvPicPr>
          <p:blipFill>
            <a:blip r:embed="rId2" cstate="print"/>
            <a:stretch>
              <a:fillRect/>
            </a:stretch>
          </p:blipFill>
          <p:spPr>
            <a:xfrm>
              <a:off x="7903049" y="5353050"/>
              <a:ext cx="1066805" cy="1066800"/>
            </a:xfrm>
            <a:prstGeom prst="rect">
              <a:avLst/>
            </a:prstGeom>
          </p:spPr>
        </p:pic>
        <p:pic>
          <p:nvPicPr>
            <p:cNvPr id="20" name="object 20"/>
            <p:cNvPicPr/>
            <p:nvPr/>
          </p:nvPicPr>
          <p:blipFill>
            <a:blip r:embed="rId3" cstate="print"/>
            <a:stretch>
              <a:fillRect/>
            </a:stretch>
          </p:blipFill>
          <p:spPr>
            <a:xfrm>
              <a:off x="7941149" y="5365750"/>
              <a:ext cx="990604" cy="990600"/>
            </a:xfrm>
            <a:prstGeom prst="rect">
              <a:avLst/>
            </a:prstGeom>
          </p:spPr>
        </p:pic>
      </p:grpSp>
      <p:sp>
        <p:nvSpPr>
          <p:cNvPr id="21" name="object 21"/>
          <p:cNvSpPr txBox="1"/>
          <p:nvPr/>
        </p:nvSpPr>
        <p:spPr>
          <a:xfrm>
            <a:off x="8147779" y="5563869"/>
            <a:ext cx="577850" cy="558800"/>
          </a:xfrm>
          <a:prstGeom prst="rect">
            <a:avLst/>
          </a:prstGeom>
        </p:spPr>
        <p:txBody>
          <a:bodyPr vert="horz" wrap="square" lIns="0" tIns="12700" rIns="0" bIns="0" rtlCol="0">
            <a:spAutoFit/>
          </a:bodyPr>
          <a:lstStyle/>
          <a:p>
            <a:pPr marL="12700">
              <a:lnSpc>
                <a:spcPct val="100000"/>
              </a:lnSpc>
              <a:spcBef>
                <a:spcPts val="100"/>
              </a:spcBef>
            </a:pPr>
            <a:r>
              <a:rPr sz="3500" spc="-25" dirty="0">
                <a:solidFill>
                  <a:srgbClr val="FFFFFF"/>
                </a:solidFill>
                <a:latin typeface="Arial MT"/>
                <a:cs typeface="Arial MT"/>
              </a:rPr>
              <a:t>A2</a:t>
            </a:r>
            <a:endParaRPr sz="3500">
              <a:latin typeface="Arial MT"/>
              <a:cs typeface="Arial MT"/>
            </a:endParaRPr>
          </a:p>
        </p:txBody>
      </p:sp>
      <p:grpSp>
        <p:nvGrpSpPr>
          <p:cNvPr id="22" name="object 22"/>
          <p:cNvGrpSpPr/>
          <p:nvPr/>
        </p:nvGrpSpPr>
        <p:grpSpPr>
          <a:xfrm>
            <a:off x="6543964" y="2559050"/>
            <a:ext cx="2451735" cy="3327400"/>
            <a:chOff x="6543964" y="2559050"/>
            <a:chExt cx="2451735" cy="3327400"/>
          </a:xfrm>
        </p:grpSpPr>
        <p:sp>
          <p:nvSpPr>
            <p:cNvPr id="23" name="object 23"/>
            <p:cNvSpPr/>
            <p:nvPr/>
          </p:nvSpPr>
          <p:spPr>
            <a:xfrm>
              <a:off x="6569364" y="5861050"/>
              <a:ext cx="1372235" cy="0"/>
            </a:xfrm>
            <a:custGeom>
              <a:avLst/>
              <a:gdLst/>
              <a:ahLst/>
              <a:cxnLst/>
              <a:rect l="l" t="t" r="r" b="b"/>
              <a:pathLst>
                <a:path w="1372234">
                  <a:moveTo>
                    <a:pt x="1371972" y="0"/>
                  </a:moveTo>
                  <a:lnTo>
                    <a:pt x="1371972" y="0"/>
                  </a:lnTo>
                  <a:lnTo>
                    <a:pt x="50813" y="0"/>
                  </a:lnTo>
                  <a:lnTo>
                    <a:pt x="0" y="0"/>
                  </a:lnTo>
                </a:path>
              </a:pathLst>
            </a:custGeom>
            <a:ln w="50799">
              <a:solidFill>
                <a:srgbClr val="53585F"/>
              </a:solidFill>
            </a:ln>
          </p:spPr>
          <p:txBody>
            <a:bodyPr wrap="square" lIns="0" tIns="0" rIns="0" bIns="0" rtlCol="0"/>
            <a:lstStyle/>
            <a:p>
              <a:endParaRPr/>
            </a:p>
          </p:txBody>
        </p:sp>
        <p:pic>
          <p:nvPicPr>
            <p:cNvPr id="24" name="object 24"/>
            <p:cNvPicPr/>
            <p:nvPr/>
          </p:nvPicPr>
          <p:blipFill>
            <a:blip r:embed="rId5" cstate="print"/>
            <a:stretch>
              <a:fillRect/>
            </a:stretch>
          </p:blipFill>
          <p:spPr>
            <a:xfrm>
              <a:off x="7877649" y="2559050"/>
              <a:ext cx="1117605" cy="1117600"/>
            </a:xfrm>
            <a:prstGeom prst="rect">
              <a:avLst/>
            </a:prstGeom>
          </p:spPr>
        </p:pic>
        <p:pic>
          <p:nvPicPr>
            <p:cNvPr id="25" name="object 25"/>
            <p:cNvPicPr/>
            <p:nvPr/>
          </p:nvPicPr>
          <p:blipFill>
            <a:blip r:embed="rId4" cstate="print"/>
            <a:stretch>
              <a:fillRect/>
            </a:stretch>
          </p:blipFill>
          <p:spPr>
            <a:xfrm>
              <a:off x="7941149" y="2597150"/>
              <a:ext cx="990604" cy="990600"/>
            </a:xfrm>
            <a:prstGeom prst="rect">
              <a:avLst/>
            </a:prstGeom>
          </p:spPr>
        </p:pic>
      </p:grpSp>
      <p:sp>
        <p:nvSpPr>
          <p:cNvPr id="26" name="object 26"/>
          <p:cNvSpPr txBox="1"/>
          <p:nvPr/>
        </p:nvSpPr>
        <p:spPr>
          <a:xfrm>
            <a:off x="8147779" y="2795269"/>
            <a:ext cx="577850" cy="558800"/>
          </a:xfrm>
          <a:prstGeom prst="rect">
            <a:avLst/>
          </a:prstGeom>
        </p:spPr>
        <p:txBody>
          <a:bodyPr vert="horz" wrap="square" lIns="0" tIns="12700" rIns="0" bIns="0" rtlCol="0">
            <a:spAutoFit/>
          </a:bodyPr>
          <a:lstStyle/>
          <a:p>
            <a:pPr marL="12700">
              <a:lnSpc>
                <a:spcPct val="100000"/>
              </a:lnSpc>
              <a:spcBef>
                <a:spcPts val="100"/>
              </a:spcBef>
            </a:pPr>
            <a:r>
              <a:rPr sz="3500" spc="-25" dirty="0">
                <a:solidFill>
                  <a:srgbClr val="FFFFFF"/>
                </a:solidFill>
                <a:latin typeface="Arial MT"/>
                <a:cs typeface="Arial MT"/>
              </a:rPr>
              <a:t>A2</a:t>
            </a:r>
            <a:endParaRPr sz="3500">
              <a:latin typeface="Arial MT"/>
              <a:cs typeface="Arial MT"/>
            </a:endParaRPr>
          </a:p>
        </p:txBody>
      </p:sp>
      <p:grpSp>
        <p:nvGrpSpPr>
          <p:cNvPr id="27" name="object 27"/>
          <p:cNvGrpSpPr/>
          <p:nvPr/>
        </p:nvGrpSpPr>
        <p:grpSpPr>
          <a:xfrm>
            <a:off x="1844964" y="3067050"/>
            <a:ext cx="6610984" cy="2298700"/>
            <a:chOff x="1844964" y="3067050"/>
            <a:chExt cx="6610984" cy="2298700"/>
          </a:xfrm>
        </p:grpSpPr>
        <p:sp>
          <p:nvSpPr>
            <p:cNvPr id="28" name="object 28"/>
            <p:cNvSpPr/>
            <p:nvPr/>
          </p:nvSpPr>
          <p:spPr>
            <a:xfrm>
              <a:off x="8436450" y="3586855"/>
              <a:ext cx="0" cy="1779270"/>
            </a:xfrm>
            <a:custGeom>
              <a:avLst/>
              <a:gdLst/>
              <a:ahLst/>
              <a:cxnLst/>
              <a:rect l="l" t="t" r="r" b="b"/>
              <a:pathLst>
                <a:path h="1779270">
                  <a:moveTo>
                    <a:pt x="0" y="1778895"/>
                  </a:moveTo>
                  <a:lnTo>
                    <a:pt x="0" y="1728069"/>
                  </a:lnTo>
                  <a:lnTo>
                    <a:pt x="0" y="1677244"/>
                  </a:lnTo>
                  <a:lnTo>
                    <a:pt x="0" y="1626418"/>
                  </a:lnTo>
                  <a:lnTo>
                    <a:pt x="0" y="1575593"/>
                  </a:lnTo>
                  <a:lnTo>
                    <a:pt x="0" y="1524767"/>
                  </a:lnTo>
                  <a:lnTo>
                    <a:pt x="0" y="1473941"/>
                  </a:lnTo>
                  <a:lnTo>
                    <a:pt x="0" y="1423116"/>
                  </a:lnTo>
                  <a:lnTo>
                    <a:pt x="0" y="1372290"/>
                  </a:lnTo>
                  <a:lnTo>
                    <a:pt x="0" y="1321465"/>
                  </a:lnTo>
                  <a:lnTo>
                    <a:pt x="0" y="1270639"/>
                  </a:lnTo>
                  <a:lnTo>
                    <a:pt x="0" y="1219814"/>
                  </a:lnTo>
                  <a:lnTo>
                    <a:pt x="0" y="1168988"/>
                  </a:lnTo>
                  <a:lnTo>
                    <a:pt x="0" y="1118162"/>
                  </a:lnTo>
                  <a:lnTo>
                    <a:pt x="0" y="1067337"/>
                  </a:lnTo>
                  <a:lnTo>
                    <a:pt x="0" y="1016511"/>
                  </a:lnTo>
                  <a:lnTo>
                    <a:pt x="0" y="965686"/>
                  </a:lnTo>
                  <a:lnTo>
                    <a:pt x="0" y="914860"/>
                  </a:lnTo>
                  <a:lnTo>
                    <a:pt x="0" y="864034"/>
                  </a:lnTo>
                  <a:lnTo>
                    <a:pt x="0" y="813209"/>
                  </a:lnTo>
                  <a:lnTo>
                    <a:pt x="0" y="762383"/>
                  </a:lnTo>
                  <a:lnTo>
                    <a:pt x="0" y="711558"/>
                  </a:lnTo>
                  <a:lnTo>
                    <a:pt x="0" y="660732"/>
                  </a:lnTo>
                  <a:lnTo>
                    <a:pt x="0" y="609907"/>
                  </a:lnTo>
                  <a:lnTo>
                    <a:pt x="0" y="559081"/>
                  </a:lnTo>
                  <a:lnTo>
                    <a:pt x="0" y="508255"/>
                  </a:lnTo>
                  <a:lnTo>
                    <a:pt x="0" y="457430"/>
                  </a:lnTo>
                  <a:lnTo>
                    <a:pt x="0" y="406604"/>
                  </a:lnTo>
                  <a:lnTo>
                    <a:pt x="0" y="355779"/>
                  </a:lnTo>
                  <a:lnTo>
                    <a:pt x="0" y="304953"/>
                  </a:lnTo>
                  <a:lnTo>
                    <a:pt x="1" y="254127"/>
                  </a:lnTo>
                  <a:lnTo>
                    <a:pt x="1" y="203302"/>
                  </a:lnTo>
                  <a:lnTo>
                    <a:pt x="1" y="152476"/>
                  </a:lnTo>
                  <a:lnTo>
                    <a:pt x="1" y="101651"/>
                  </a:lnTo>
                  <a:lnTo>
                    <a:pt x="1" y="50825"/>
                  </a:lnTo>
                  <a:lnTo>
                    <a:pt x="1" y="0"/>
                  </a:lnTo>
                </a:path>
              </a:pathLst>
            </a:custGeom>
            <a:ln w="38099">
              <a:solidFill>
                <a:srgbClr val="000000"/>
              </a:solidFill>
            </a:ln>
          </p:spPr>
          <p:txBody>
            <a:bodyPr wrap="square" lIns="0" tIns="0" rIns="0" bIns="0" rtlCol="0"/>
            <a:lstStyle/>
            <a:p>
              <a:endParaRPr/>
            </a:p>
          </p:txBody>
        </p:sp>
        <p:sp>
          <p:nvSpPr>
            <p:cNvPr id="29" name="object 29"/>
            <p:cNvSpPr/>
            <p:nvPr/>
          </p:nvSpPr>
          <p:spPr>
            <a:xfrm>
              <a:off x="1844964" y="3092450"/>
              <a:ext cx="6096635" cy="0"/>
            </a:xfrm>
            <a:custGeom>
              <a:avLst/>
              <a:gdLst/>
              <a:ahLst/>
              <a:cxnLst/>
              <a:rect l="l" t="t" r="r" b="b"/>
              <a:pathLst>
                <a:path w="6096634">
                  <a:moveTo>
                    <a:pt x="6096371" y="0"/>
                  </a:moveTo>
                  <a:lnTo>
                    <a:pt x="6045568" y="0"/>
                  </a:lnTo>
                  <a:lnTo>
                    <a:pt x="5994765" y="0"/>
                  </a:lnTo>
                  <a:lnTo>
                    <a:pt x="5943962" y="0"/>
                  </a:lnTo>
                  <a:lnTo>
                    <a:pt x="5893159" y="0"/>
                  </a:lnTo>
                  <a:lnTo>
                    <a:pt x="5842356" y="0"/>
                  </a:lnTo>
                  <a:lnTo>
                    <a:pt x="5791553" y="0"/>
                  </a:lnTo>
                  <a:lnTo>
                    <a:pt x="5740750" y="0"/>
                  </a:lnTo>
                  <a:lnTo>
                    <a:pt x="5689946" y="0"/>
                  </a:lnTo>
                  <a:lnTo>
                    <a:pt x="5639143" y="0"/>
                  </a:lnTo>
                  <a:lnTo>
                    <a:pt x="5588340" y="0"/>
                  </a:lnTo>
                  <a:lnTo>
                    <a:pt x="5537537" y="0"/>
                  </a:lnTo>
                  <a:lnTo>
                    <a:pt x="5486734" y="0"/>
                  </a:lnTo>
                  <a:lnTo>
                    <a:pt x="5435931" y="0"/>
                  </a:lnTo>
                  <a:lnTo>
                    <a:pt x="5385128" y="0"/>
                  </a:lnTo>
                  <a:lnTo>
                    <a:pt x="5334325" y="0"/>
                  </a:lnTo>
                  <a:lnTo>
                    <a:pt x="5283522" y="0"/>
                  </a:lnTo>
                  <a:lnTo>
                    <a:pt x="5232719" y="0"/>
                  </a:lnTo>
                  <a:lnTo>
                    <a:pt x="5181916" y="0"/>
                  </a:lnTo>
                  <a:lnTo>
                    <a:pt x="5131112" y="0"/>
                  </a:lnTo>
                  <a:lnTo>
                    <a:pt x="5080309" y="0"/>
                  </a:lnTo>
                  <a:lnTo>
                    <a:pt x="5029506" y="0"/>
                  </a:lnTo>
                  <a:lnTo>
                    <a:pt x="4978703" y="0"/>
                  </a:lnTo>
                  <a:lnTo>
                    <a:pt x="4927900" y="0"/>
                  </a:lnTo>
                  <a:lnTo>
                    <a:pt x="4877097" y="0"/>
                  </a:lnTo>
                  <a:lnTo>
                    <a:pt x="4826294" y="0"/>
                  </a:lnTo>
                  <a:lnTo>
                    <a:pt x="4775491" y="0"/>
                  </a:lnTo>
                  <a:lnTo>
                    <a:pt x="4724688" y="0"/>
                  </a:lnTo>
                  <a:lnTo>
                    <a:pt x="4673885" y="0"/>
                  </a:lnTo>
                  <a:lnTo>
                    <a:pt x="4623081" y="0"/>
                  </a:lnTo>
                  <a:lnTo>
                    <a:pt x="4572278" y="0"/>
                  </a:lnTo>
                  <a:lnTo>
                    <a:pt x="4521475" y="0"/>
                  </a:lnTo>
                  <a:lnTo>
                    <a:pt x="4470672" y="0"/>
                  </a:lnTo>
                  <a:lnTo>
                    <a:pt x="4419869" y="0"/>
                  </a:lnTo>
                  <a:lnTo>
                    <a:pt x="4369066" y="0"/>
                  </a:lnTo>
                  <a:lnTo>
                    <a:pt x="4318263" y="0"/>
                  </a:lnTo>
                  <a:lnTo>
                    <a:pt x="4267460" y="0"/>
                  </a:lnTo>
                  <a:lnTo>
                    <a:pt x="4216657" y="0"/>
                  </a:lnTo>
                  <a:lnTo>
                    <a:pt x="4165854" y="0"/>
                  </a:lnTo>
                  <a:lnTo>
                    <a:pt x="4115051" y="0"/>
                  </a:lnTo>
                  <a:lnTo>
                    <a:pt x="4064247" y="0"/>
                  </a:lnTo>
                  <a:lnTo>
                    <a:pt x="4013444" y="0"/>
                  </a:lnTo>
                  <a:lnTo>
                    <a:pt x="3962641" y="0"/>
                  </a:lnTo>
                  <a:lnTo>
                    <a:pt x="3911838" y="0"/>
                  </a:lnTo>
                  <a:lnTo>
                    <a:pt x="3861035" y="0"/>
                  </a:lnTo>
                  <a:lnTo>
                    <a:pt x="3810232" y="0"/>
                  </a:lnTo>
                  <a:lnTo>
                    <a:pt x="3759429" y="0"/>
                  </a:lnTo>
                  <a:lnTo>
                    <a:pt x="3708626" y="0"/>
                  </a:lnTo>
                  <a:lnTo>
                    <a:pt x="3657823" y="0"/>
                  </a:lnTo>
                  <a:lnTo>
                    <a:pt x="3607020" y="0"/>
                  </a:lnTo>
                  <a:lnTo>
                    <a:pt x="3556216" y="1"/>
                  </a:lnTo>
                  <a:lnTo>
                    <a:pt x="3505413" y="1"/>
                  </a:lnTo>
                  <a:lnTo>
                    <a:pt x="3454610" y="1"/>
                  </a:lnTo>
                  <a:lnTo>
                    <a:pt x="3403807" y="1"/>
                  </a:lnTo>
                  <a:lnTo>
                    <a:pt x="3353004" y="1"/>
                  </a:lnTo>
                  <a:lnTo>
                    <a:pt x="3302201" y="1"/>
                  </a:lnTo>
                  <a:lnTo>
                    <a:pt x="3251398" y="1"/>
                  </a:lnTo>
                  <a:lnTo>
                    <a:pt x="3200595" y="1"/>
                  </a:lnTo>
                  <a:lnTo>
                    <a:pt x="3149792" y="1"/>
                  </a:lnTo>
                  <a:lnTo>
                    <a:pt x="3098989" y="1"/>
                  </a:lnTo>
                  <a:lnTo>
                    <a:pt x="3048185" y="1"/>
                  </a:lnTo>
                  <a:lnTo>
                    <a:pt x="2997382" y="1"/>
                  </a:lnTo>
                  <a:lnTo>
                    <a:pt x="2946579" y="1"/>
                  </a:lnTo>
                  <a:lnTo>
                    <a:pt x="2895776" y="1"/>
                  </a:lnTo>
                  <a:lnTo>
                    <a:pt x="2844973" y="1"/>
                  </a:lnTo>
                  <a:lnTo>
                    <a:pt x="2794170" y="1"/>
                  </a:lnTo>
                  <a:lnTo>
                    <a:pt x="2743367" y="1"/>
                  </a:lnTo>
                  <a:lnTo>
                    <a:pt x="2692564" y="1"/>
                  </a:lnTo>
                  <a:lnTo>
                    <a:pt x="2641761" y="1"/>
                  </a:lnTo>
                  <a:lnTo>
                    <a:pt x="2590958" y="1"/>
                  </a:lnTo>
                  <a:lnTo>
                    <a:pt x="2540154" y="1"/>
                  </a:lnTo>
                  <a:lnTo>
                    <a:pt x="2489351" y="0"/>
                  </a:lnTo>
                  <a:lnTo>
                    <a:pt x="2438548" y="0"/>
                  </a:lnTo>
                  <a:lnTo>
                    <a:pt x="2387745" y="0"/>
                  </a:lnTo>
                  <a:lnTo>
                    <a:pt x="2336942" y="0"/>
                  </a:lnTo>
                  <a:lnTo>
                    <a:pt x="2286139" y="0"/>
                  </a:lnTo>
                  <a:lnTo>
                    <a:pt x="2235336" y="0"/>
                  </a:lnTo>
                  <a:lnTo>
                    <a:pt x="2184533" y="0"/>
                  </a:lnTo>
                  <a:lnTo>
                    <a:pt x="2133730" y="0"/>
                  </a:lnTo>
                  <a:lnTo>
                    <a:pt x="2082927" y="0"/>
                  </a:lnTo>
                  <a:lnTo>
                    <a:pt x="2032123" y="0"/>
                  </a:lnTo>
                  <a:lnTo>
                    <a:pt x="1981320" y="0"/>
                  </a:lnTo>
                  <a:lnTo>
                    <a:pt x="1930517" y="0"/>
                  </a:lnTo>
                  <a:lnTo>
                    <a:pt x="1879714" y="0"/>
                  </a:lnTo>
                  <a:lnTo>
                    <a:pt x="1828911" y="0"/>
                  </a:lnTo>
                  <a:lnTo>
                    <a:pt x="1778108" y="0"/>
                  </a:lnTo>
                  <a:lnTo>
                    <a:pt x="1727305" y="0"/>
                  </a:lnTo>
                  <a:lnTo>
                    <a:pt x="1676502" y="0"/>
                  </a:lnTo>
                  <a:lnTo>
                    <a:pt x="1625699" y="0"/>
                  </a:lnTo>
                  <a:lnTo>
                    <a:pt x="1574896" y="0"/>
                  </a:lnTo>
                  <a:lnTo>
                    <a:pt x="1524092" y="0"/>
                  </a:lnTo>
                  <a:lnTo>
                    <a:pt x="1473289" y="0"/>
                  </a:lnTo>
                  <a:lnTo>
                    <a:pt x="1422486" y="0"/>
                  </a:lnTo>
                  <a:lnTo>
                    <a:pt x="1371683" y="0"/>
                  </a:lnTo>
                  <a:lnTo>
                    <a:pt x="1320880" y="0"/>
                  </a:lnTo>
                  <a:lnTo>
                    <a:pt x="1270077" y="0"/>
                  </a:lnTo>
                  <a:lnTo>
                    <a:pt x="1219274" y="0"/>
                  </a:lnTo>
                  <a:lnTo>
                    <a:pt x="1168471" y="0"/>
                  </a:lnTo>
                  <a:lnTo>
                    <a:pt x="1117668" y="0"/>
                  </a:lnTo>
                  <a:lnTo>
                    <a:pt x="1066865" y="0"/>
                  </a:lnTo>
                  <a:lnTo>
                    <a:pt x="1016061" y="0"/>
                  </a:lnTo>
                  <a:lnTo>
                    <a:pt x="965258" y="0"/>
                  </a:lnTo>
                  <a:lnTo>
                    <a:pt x="914455" y="0"/>
                  </a:lnTo>
                  <a:lnTo>
                    <a:pt x="863652" y="0"/>
                  </a:lnTo>
                  <a:lnTo>
                    <a:pt x="812849" y="0"/>
                  </a:lnTo>
                  <a:lnTo>
                    <a:pt x="762046" y="0"/>
                  </a:lnTo>
                  <a:lnTo>
                    <a:pt x="711243" y="0"/>
                  </a:lnTo>
                  <a:lnTo>
                    <a:pt x="660440" y="0"/>
                  </a:lnTo>
                  <a:lnTo>
                    <a:pt x="609637" y="0"/>
                  </a:lnTo>
                  <a:lnTo>
                    <a:pt x="558834" y="0"/>
                  </a:lnTo>
                  <a:lnTo>
                    <a:pt x="508030" y="0"/>
                  </a:lnTo>
                  <a:lnTo>
                    <a:pt x="457227" y="0"/>
                  </a:lnTo>
                  <a:lnTo>
                    <a:pt x="406424" y="0"/>
                  </a:lnTo>
                  <a:lnTo>
                    <a:pt x="355621" y="0"/>
                  </a:lnTo>
                  <a:lnTo>
                    <a:pt x="304818" y="0"/>
                  </a:lnTo>
                  <a:lnTo>
                    <a:pt x="254015" y="0"/>
                  </a:lnTo>
                  <a:lnTo>
                    <a:pt x="203212" y="0"/>
                  </a:lnTo>
                  <a:lnTo>
                    <a:pt x="152409" y="0"/>
                  </a:lnTo>
                  <a:lnTo>
                    <a:pt x="101606" y="0"/>
                  </a:lnTo>
                  <a:lnTo>
                    <a:pt x="50803" y="0"/>
                  </a:lnTo>
                  <a:lnTo>
                    <a:pt x="0" y="0"/>
                  </a:lnTo>
                </a:path>
              </a:pathLst>
            </a:custGeom>
            <a:ln w="50799">
              <a:solidFill>
                <a:srgbClr val="53585F"/>
              </a:solidFill>
            </a:ln>
          </p:spPr>
          <p:txBody>
            <a:bodyPr wrap="square" lIns="0" tIns="0" rIns="0" bIns="0" rtlCol="0"/>
            <a:lstStyle/>
            <a:p>
              <a:endParaRPr/>
            </a:p>
          </p:txBody>
        </p:sp>
      </p:grpSp>
      <p:sp>
        <p:nvSpPr>
          <p:cNvPr id="30" name="object 30"/>
          <p:cNvSpPr txBox="1">
            <a:spLocks noGrp="1"/>
          </p:cNvSpPr>
          <p:nvPr>
            <p:ph type="title"/>
          </p:nvPr>
        </p:nvSpPr>
        <p:spPr>
          <a:prstGeom prst="rect">
            <a:avLst/>
          </a:prstGeom>
        </p:spPr>
        <p:txBody>
          <a:bodyPr vert="horz" wrap="square" lIns="0" tIns="185416" rIns="0" bIns="0" rtlCol="0">
            <a:spAutoFit/>
          </a:bodyPr>
          <a:lstStyle/>
          <a:p>
            <a:pPr marL="5417185">
              <a:lnSpc>
                <a:spcPct val="100000"/>
              </a:lnSpc>
              <a:spcBef>
                <a:spcPts val="100"/>
              </a:spcBef>
            </a:pPr>
            <a:r>
              <a:rPr sz="3600" spc="-10" dirty="0">
                <a:solidFill>
                  <a:srgbClr val="C82506"/>
                </a:solidFill>
                <a:latin typeface="Arial MT"/>
                <a:cs typeface="Arial MT"/>
              </a:rPr>
              <a:t>Author</a:t>
            </a:r>
            <a:endParaRPr sz="3600">
              <a:latin typeface="Arial MT"/>
              <a:cs typeface="Arial MT"/>
            </a:endParaRPr>
          </a:p>
        </p:txBody>
      </p:sp>
      <p:sp>
        <p:nvSpPr>
          <p:cNvPr id="32" name="object 32"/>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65</a:t>
            </a:fld>
            <a:endParaRPr spc="-25" dirty="0"/>
          </a:p>
        </p:txBody>
      </p:sp>
      <p:sp>
        <p:nvSpPr>
          <p:cNvPr id="31" name="object 31"/>
          <p:cNvSpPr txBox="1"/>
          <p:nvPr/>
        </p:nvSpPr>
        <p:spPr>
          <a:xfrm>
            <a:off x="5867909" y="7498839"/>
            <a:ext cx="1219835" cy="574040"/>
          </a:xfrm>
          <a:prstGeom prst="rect">
            <a:avLst/>
          </a:prstGeom>
        </p:spPr>
        <p:txBody>
          <a:bodyPr vert="horz" wrap="square" lIns="0" tIns="12700" rIns="0" bIns="0" rtlCol="0">
            <a:spAutoFit/>
          </a:bodyPr>
          <a:lstStyle/>
          <a:p>
            <a:pPr marL="12700">
              <a:lnSpc>
                <a:spcPct val="100000"/>
              </a:lnSpc>
              <a:spcBef>
                <a:spcPts val="100"/>
              </a:spcBef>
            </a:pPr>
            <a:r>
              <a:rPr sz="3600" spc="-10" dirty="0">
                <a:solidFill>
                  <a:srgbClr val="00882B"/>
                </a:solidFill>
                <a:latin typeface="Arial MT"/>
                <a:cs typeface="Arial MT"/>
              </a:rPr>
              <a:t>Editor</a:t>
            </a:r>
            <a:endParaRPr sz="3600">
              <a:latin typeface="Arial MT"/>
              <a:cs typeface="Arial MT"/>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127849" y="7137400"/>
            <a:ext cx="1066800" cy="1066800"/>
            <a:chOff x="3127849" y="7137400"/>
            <a:chExt cx="1066800" cy="1066800"/>
          </a:xfrm>
        </p:grpSpPr>
        <p:pic>
          <p:nvPicPr>
            <p:cNvPr id="3" name="object 3"/>
            <p:cNvPicPr/>
            <p:nvPr/>
          </p:nvPicPr>
          <p:blipFill>
            <a:blip r:embed="rId2" cstate="print"/>
            <a:stretch>
              <a:fillRect/>
            </a:stretch>
          </p:blipFill>
          <p:spPr>
            <a:xfrm>
              <a:off x="3127849" y="7137400"/>
              <a:ext cx="1066805" cy="1066800"/>
            </a:xfrm>
            <a:prstGeom prst="rect">
              <a:avLst/>
            </a:prstGeom>
          </p:spPr>
        </p:pic>
        <p:pic>
          <p:nvPicPr>
            <p:cNvPr id="4" name="object 4"/>
            <p:cNvPicPr/>
            <p:nvPr/>
          </p:nvPicPr>
          <p:blipFill>
            <a:blip r:embed="rId3" cstate="print"/>
            <a:stretch>
              <a:fillRect/>
            </a:stretch>
          </p:blipFill>
          <p:spPr>
            <a:xfrm>
              <a:off x="3165949" y="7150100"/>
              <a:ext cx="990604" cy="990600"/>
            </a:xfrm>
            <a:prstGeom prst="rect">
              <a:avLst/>
            </a:prstGeom>
          </p:spPr>
        </p:pic>
      </p:grpSp>
      <p:sp>
        <p:nvSpPr>
          <p:cNvPr id="5" name="object 5"/>
          <p:cNvSpPr txBox="1"/>
          <p:nvPr/>
        </p:nvSpPr>
        <p:spPr>
          <a:xfrm>
            <a:off x="3496121" y="7348219"/>
            <a:ext cx="330835" cy="558800"/>
          </a:xfrm>
          <a:prstGeom prst="rect">
            <a:avLst/>
          </a:prstGeom>
        </p:spPr>
        <p:txBody>
          <a:bodyPr vert="horz" wrap="square" lIns="0" tIns="12700" rIns="0" bIns="0" rtlCol="0">
            <a:spAutoFit/>
          </a:bodyPr>
          <a:lstStyle/>
          <a:p>
            <a:pPr marL="12700">
              <a:lnSpc>
                <a:spcPct val="100000"/>
              </a:lnSpc>
              <a:spcBef>
                <a:spcPts val="100"/>
              </a:spcBef>
            </a:pPr>
            <a:r>
              <a:rPr sz="3500" spc="-50" dirty="0">
                <a:solidFill>
                  <a:srgbClr val="FFFFFF"/>
                </a:solidFill>
                <a:latin typeface="Arial MT"/>
                <a:cs typeface="Arial MT"/>
              </a:rPr>
              <a:t>A</a:t>
            </a:r>
            <a:endParaRPr sz="3500">
              <a:latin typeface="Arial MT"/>
              <a:cs typeface="Arial MT"/>
            </a:endParaRPr>
          </a:p>
        </p:txBody>
      </p:sp>
      <p:grpSp>
        <p:nvGrpSpPr>
          <p:cNvPr id="6" name="object 6"/>
          <p:cNvGrpSpPr/>
          <p:nvPr/>
        </p:nvGrpSpPr>
        <p:grpSpPr>
          <a:xfrm>
            <a:off x="765649" y="4368800"/>
            <a:ext cx="1066800" cy="1066800"/>
            <a:chOff x="765649" y="4368800"/>
            <a:chExt cx="1066800" cy="1066800"/>
          </a:xfrm>
        </p:grpSpPr>
        <p:pic>
          <p:nvPicPr>
            <p:cNvPr id="7" name="object 7"/>
            <p:cNvPicPr/>
            <p:nvPr/>
          </p:nvPicPr>
          <p:blipFill>
            <a:blip r:embed="rId2" cstate="print"/>
            <a:stretch>
              <a:fillRect/>
            </a:stretch>
          </p:blipFill>
          <p:spPr>
            <a:xfrm>
              <a:off x="765649" y="4368800"/>
              <a:ext cx="1066806" cy="1066800"/>
            </a:xfrm>
            <a:prstGeom prst="rect">
              <a:avLst/>
            </a:prstGeom>
          </p:spPr>
        </p:pic>
        <p:pic>
          <p:nvPicPr>
            <p:cNvPr id="8" name="object 8"/>
            <p:cNvPicPr/>
            <p:nvPr/>
          </p:nvPicPr>
          <p:blipFill>
            <a:blip r:embed="rId4" cstate="print"/>
            <a:stretch>
              <a:fillRect/>
            </a:stretch>
          </p:blipFill>
          <p:spPr>
            <a:xfrm>
              <a:off x="803749" y="4381500"/>
              <a:ext cx="990606" cy="990600"/>
            </a:xfrm>
            <a:prstGeom prst="rect">
              <a:avLst/>
            </a:prstGeom>
          </p:spPr>
        </p:pic>
      </p:grpSp>
      <p:sp>
        <p:nvSpPr>
          <p:cNvPr id="9" name="object 9"/>
          <p:cNvSpPr txBox="1"/>
          <p:nvPr/>
        </p:nvSpPr>
        <p:spPr>
          <a:xfrm>
            <a:off x="1133922" y="4579619"/>
            <a:ext cx="330835" cy="558800"/>
          </a:xfrm>
          <a:prstGeom prst="rect">
            <a:avLst/>
          </a:prstGeom>
        </p:spPr>
        <p:txBody>
          <a:bodyPr vert="horz" wrap="square" lIns="0" tIns="12700" rIns="0" bIns="0" rtlCol="0">
            <a:spAutoFit/>
          </a:bodyPr>
          <a:lstStyle/>
          <a:p>
            <a:pPr marL="12700">
              <a:lnSpc>
                <a:spcPct val="100000"/>
              </a:lnSpc>
              <a:spcBef>
                <a:spcPts val="100"/>
              </a:spcBef>
            </a:pPr>
            <a:r>
              <a:rPr sz="3500" spc="-50" dirty="0">
                <a:solidFill>
                  <a:srgbClr val="FFFFFF"/>
                </a:solidFill>
                <a:latin typeface="Arial MT"/>
                <a:cs typeface="Arial MT"/>
              </a:rPr>
              <a:t>A</a:t>
            </a:r>
            <a:endParaRPr sz="3500">
              <a:latin typeface="Arial MT"/>
              <a:cs typeface="Arial MT"/>
            </a:endParaRPr>
          </a:p>
        </p:txBody>
      </p:sp>
      <p:grpSp>
        <p:nvGrpSpPr>
          <p:cNvPr id="10" name="object 10"/>
          <p:cNvGrpSpPr/>
          <p:nvPr/>
        </p:nvGrpSpPr>
        <p:grpSpPr>
          <a:xfrm>
            <a:off x="1594474" y="5227419"/>
            <a:ext cx="4962525" cy="2976880"/>
            <a:chOff x="1594474" y="5227419"/>
            <a:chExt cx="4962525" cy="2976880"/>
          </a:xfrm>
        </p:grpSpPr>
        <p:sp>
          <p:nvSpPr>
            <p:cNvPr id="11" name="object 11"/>
            <p:cNvSpPr/>
            <p:nvPr/>
          </p:nvSpPr>
          <p:spPr>
            <a:xfrm>
              <a:off x="1619874" y="5252819"/>
              <a:ext cx="1522730" cy="1784985"/>
            </a:xfrm>
            <a:custGeom>
              <a:avLst/>
              <a:gdLst/>
              <a:ahLst/>
              <a:cxnLst/>
              <a:rect l="l" t="t" r="r" b="b"/>
              <a:pathLst>
                <a:path w="1522730" h="1784984">
                  <a:moveTo>
                    <a:pt x="1522708" y="1784678"/>
                  </a:moveTo>
                  <a:lnTo>
                    <a:pt x="0" y="0"/>
                  </a:lnTo>
                </a:path>
              </a:pathLst>
            </a:custGeom>
            <a:ln w="50799">
              <a:solidFill>
                <a:srgbClr val="53585F"/>
              </a:solidFill>
            </a:ln>
          </p:spPr>
          <p:txBody>
            <a:bodyPr wrap="square" lIns="0" tIns="0" rIns="0" bIns="0" rtlCol="0"/>
            <a:lstStyle/>
            <a:p>
              <a:endParaRPr/>
            </a:p>
          </p:txBody>
        </p:sp>
        <p:sp>
          <p:nvSpPr>
            <p:cNvPr id="12" name="object 12"/>
            <p:cNvSpPr/>
            <p:nvPr/>
          </p:nvSpPr>
          <p:spPr>
            <a:xfrm>
              <a:off x="3078752" y="6983035"/>
              <a:ext cx="213995" cy="229870"/>
            </a:xfrm>
            <a:custGeom>
              <a:avLst/>
              <a:gdLst/>
              <a:ahLst/>
              <a:cxnLst/>
              <a:rect l="l" t="t" r="r" b="b"/>
              <a:pathLst>
                <a:path w="213995" h="229870">
                  <a:moveTo>
                    <a:pt x="213464" y="229837"/>
                  </a:moveTo>
                  <a:lnTo>
                    <a:pt x="0" y="108923"/>
                  </a:lnTo>
                  <a:lnTo>
                    <a:pt x="127663" y="0"/>
                  </a:lnTo>
                  <a:lnTo>
                    <a:pt x="213464" y="229837"/>
                  </a:lnTo>
                  <a:close/>
                </a:path>
              </a:pathLst>
            </a:custGeom>
            <a:solidFill>
              <a:srgbClr val="53585F"/>
            </a:solidFill>
          </p:spPr>
          <p:txBody>
            <a:bodyPr wrap="square" lIns="0" tIns="0" rIns="0" bIns="0" rtlCol="0"/>
            <a:lstStyle/>
            <a:p>
              <a:endParaRPr/>
            </a:p>
          </p:txBody>
        </p:sp>
        <p:sp>
          <p:nvSpPr>
            <p:cNvPr id="13" name="object 13"/>
            <p:cNvSpPr/>
            <p:nvPr/>
          </p:nvSpPr>
          <p:spPr>
            <a:xfrm>
              <a:off x="3078752" y="6983035"/>
              <a:ext cx="213995" cy="229870"/>
            </a:xfrm>
            <a:custGeom>
              <a:avLst/>
              <a:gdLst/>
              <a:ahLst/>
              <a:cxnLst/>
              <a:rect l="l" t="t" r="r" b="b"/>
              <a:pathLst>
                <a:path w="213995" h="229870">
                  <a:moveTo>
                    <a:pt x="0" y="108923"/>
                  </a:moveTo>
                  <a:lnTo>
                    <a:pt x="213464" y="229837"/>
                  </a:lnTo>
                  <a:lnTo>
                    <a:pt x="127663" y="0"/>
                  </a:lnTo>
                  <a:lnTo>
                    <a:pt x="0" y="108923"/>
                  </a:lnTo>
                  <a:close/>
                </a:path>
              </a:pathLst>
            </a:custGeom>
            <a:ln w="50799">
              <a:solidFill>
                <a:srgbClr val="53585F"/>
              </a:solidFill>
            </a:ln>
          </p:spPr>
          <p:txBody>
            <a:bodyPr wrap="square" lIns="0" tIns="0" rIns="0" bIns="0" rtlCol="0"/>
            <a:lstStyle/>
            <a:p>
              <a:endParaRPr/>
            </a:p>
          </p:txBody>
        </p:sp>
        <p:pic>
          <p:nvPicPr>
            <p:cNvPr id="14" name="object 14"/>
            <p:cNvPicPr/>
            <p:nvPr/>
          </p:nvPicPr>
          <p:blipFill>
            <a:blip r:embed="rId2" cstate="print"/>
            <a:stretch>
              <a:fillRect/>
            </a:stretch>
          </p:blipFill>
          <p:spPr>
            <a:xfrm>
              <a:off x="5490048" y="7137400"/>
              <a:ext cx="1066805" cy="1066800"/>
            </a:xfrm>
            <a:prstGeom prst="rect">
              <a:avLst/>
            </a:prstGeom>
          </p:spPr>
        </p:pic>
        <p:pic>
          <p:nvPicPr>
            <p:cNvPr id="15" name="object 15"/>
            <p:cNvPicPr/>
            <p:nvPr/>
          </p:nvPicPr>
          <p:blipFill>
            <a:blip r:embed="rId3" cstate="print"/>
            <a:stretch>
              <a:fillRect/>
            </a:stretch>
          </p:blipFill>
          <p:spPr>
            <a:xfrm>
              <a:off x="5528148" y="7150100"/>
              <a:ext cx="990604" cy="990600"/>
            </a:xfrm>
            <a:prstGeom prst="rect">
              <a:avLst/>
            </a:prstGeom>
          </p:spPr>
        </p:pic>
      </p:grpSp>
      <p:sp>
        <p:nvSpPr>
          <p:cNvPr id="16" name="object 16"/>
          <p:cNvSpPr txBox="1"/>
          <p:nvPr/>
        </p:nvSpPr>
        <p:spPr>
          <a:xfrm>
            <a:off x="5734779" y="7348219"/>
            <a:ext cx="577850" cy="558800"/>
          </a:xfrm>
          <a:prstGeom prst="rect">
            <a:avLst/>
          </a:prstGeom>
        </p:spPr>
        <p:txBody>
          <a:bodyPr vert="horz" wrap="square" lIns="0" tIns="12700" rIns="0" bIns="0" rtlCol="0">
            <a:spAutoFit/>
          </a:bodyPr>
          <a:lstStyle/>
          <a:p>
            <a:pPr marL="12700">
              <a:lnSpc>
                <a:spcPct val="100000"/>
              </a:lnSpc>
              <a:spcBef>
                <a:spcPts val="100"/>
              </a:spcBef>
            </a:pPr>
            <a:r>
              <a:rPr sz="3500" spc="-25" dirty="0">
                <a:solidFill>
                  <a:srgbClr val="FFFFFF"/>
                </a:solidFill>
                <a:latin typeface="Arial MT"/>
                <a:cs typeface="Arial MT"/>
              </a:rPr>
              <a:t>A1</a:t>
            </a:r>
            <a:endParaRPr sz="3500">
              <a:latin typeface="Arial MT"/>
              <a:cs typeface="Arial MT"/>
            </a:endParaRPr>
          </a:p>
        </p:txBody>
      </p:sp>
      <p:grpSp>
        <p:nvGrpSpPr>
          <p:cNvPr id="17" name="object 17"/>
          <p:cNvGrpSpPr/>
          <p:nvPr/>
        </p:nvGrpSpPr>
        <p:grpSpPr>
          <a:xfrm>
            <a:off x="4130964" y="7137400"/>
            <a:ext cx="4788535" cy="1066800"/>
            <a:chOff x="4130964" y="7137400"/>
            <a:chExt cx="4788535" cy="1066800"/>
          </a:xfrm>
        </p:grpSpPr>
        <p:sp>
          <p:nvSpPr>
            <p:cNvPr id="18" name="object 18"/>
            <p:cNvSpPr/>
            <p:nvPr/>
          </p:nvSpPr>
          <p:spPr>
            <a:xfrm>
              <a:off x="4156364" y="7645399"/>
              <a:ext cx="1372235" cy="0"/>
            </a:xfrm>
            <a:custGeom>
              <a:avLst/>
              <a:gdLst/>
              <a:ahLst/>
              <a:cxnLst/>
              <a:rect l="l" t="t" r="r" b="b"/>
              <a:pathLst>
                <a:path w="1372235">
                  <a:moveTo>
                    <a:pt x="1371972" y="0"/>
                  </a:moveTo>
                  <a:lnTo>
                    <a:pt x="1371972" y="0"/>
                  </a:lnTo>
                  <a:lnTo>
                    <a:pt x="50813" y="0"/>
                  </a:lnTo>
                  <a:lnTo>
                    <a:pt x="0" y="0"/>
                  </a:lnTo>
                </a:path>
              </a:pathLst>
            </a:custGeom>
            <a:ln w="50799">
              <a:solidFill>
                <a:srgbClr val="53585F"/>
              </a:solidFill>
            </a:ln>
          </p:spPr>
          <p:txBody>
            <a:bodyPr wrap="square" lIns="0" tIns="0" rIns="0" bIns="0" rtlCol="0"/>
            <a:lstStyle/>
            <a:p>
              <a:endParaRPr/>
            </a:p>
          </p:txBody>
        </p:sp>
        <p:pic>
          <p:nvPicPr>
            <p:cNvPr id="19" name="object 19"/>
            <p:cNvPicPr/>
            <p:nvPr/>
          </p:nvPicPr>
          <p:blipFill>
            <a:blip r:embed="rId2" cstate="print"/>
            <a:stretch>
              <a:fillRect/>
            </a:stretch>
          </p:blipFill>
          <p:spPr>
            <a:xfrm>
              <a:off x="7852249" y="7137400"/>
              <a:ext cx="1066805" cy="1066800"/>
            </a:xfrm>
            <a:prstGeom prst="rect">
              <a:avLst/>
            </a:prstGeom>
          </p:spPr>
        </p:pic>
        <p:pic>
          <p:nvPicPr>
            <p:cNvPr id="20" name="object 20"/>
            <p:cNvPicPr/>
            <p:nvPr/>
          </p:nvPicPr>
          <p:blipFill>
            <a:blip r:embed="rId3" cstate="print"/>
            <a:stretch>
              <a:fillRect/>
            </a:stretch>
          </p:blipFill>
          <p:spPr>
            <a:xfrm>
              <a:off x="7890349" y="7150100"/>
              <a:ext cx="990604" cy="990600"/>
            </a:xfrm>
            <a:prstGeom prst="rect">
              <a:avLst/>
            </a:prstGeom>
          </p:spPr>
        </p:pic>
      </p:grpSp>
      <p:sp>
        <p:nvSpPr>
          <p:cNvPr id="21" name="object 21"/>
          <p:cNvSpPr txBox="1"/>
          <p:nvPr/>
        </p:nvSpPr>
        <p:spPr>
          <a:xfrm>
            <a:off x="8096979" y="7348219"/>
            <a:ext cx="577850" cy="558800"/>
          </a:xfrm>
          <a:prstGeom prst="rect">
            <a:avLst/>
          </a:prstGeom>
        </p:spPr>
        <p:txBody>
          <a:bodyPr vert="horz" wrap="square" lIns="0" tIns="12700" rIns="0" bIns="0" rtlCol="0">
            <a:spAutoFit/>
          </a:bodyPr>
          <a:lstStyle/>
          <a:p>
            <a:pPr marL="12700">
              <a:lnSpc>
                <a:spcPct val="100000"/>
              </a:lnSpc>
              <a:spcBef>
                <a:spcPts val="100"/>
              </a:spcBef>
            </a:pPr>
            <a:r>
              <a:rPr sz="3500" spc="-25" dirty="0">
                <a:solidFill>
                  <a:srgbClr val="FFFFFF"/>
                </a:solidFill>
                <a:latin typeface="Arial MT"/>
                <a:cs typeface="Arial MT"/>
              </a:rPr>
              <a:t>A2</a:t>
            </a:r>
            <a:endParaRPr sz="3500">
              <a:latin typeface="Arial MT"/>
              <a:cs typeface="Arial MT"/>
            </a:endParaRPr>
          </a:p>
        </p:txBody>
      </p:sp>
      <p:grpSp>
        <p:nvGrpSpPr>
          <p:cNvPr id="22" name="object 22"/>
          <p:cNvGrpSpPr/>
          <p:nvPr/>
        </p:nvGrpSpPr>
        <p:grpSpPr>
          <a:xfrm>
            <a:off x="6493164" y="4343400"/>
            <a:ext cx="2451735" cy="3327400"/>
            <a:chOff x="6493164" y="4343400"/>
            <a:chExt cx="2451735" cy="3327400"/>
          </a:xfrm>
        </p:grpSpPr>
        <p:sp>
          <p:nvSpPr>
            <p:cNvPr id="23" name="object 23"/>
            <p:cNvSpPr/>
            <p:nvPr/>
          </p:nvSpPr>
          <p:spPr>
            <a:xfrm>
              <a:off x="6518564" y="7645399"/>
              <a:ext cx="1372235" cy="0"/>
            </a:xfrm>
            <a:custGeom>
              <a:avLst/>
              <a:gdLst/>
              <a:ahLst/>
              <a:cxnLst/>
              <a:rect l="l" t="t" r="r" b="b"/>
              <a:pathLst>
                <a:path w="1372234">
                  <a:moveTo>
                    <a:pt x="1371972" y="0"/>
                  </a:moveTo>
                  <a:lnTo>
                    <a:pt x="1321158" y="0"/>
                  </a:lnTo>
                  <a:lnTo>
                    <a:pt x="1270345" y="0"/>
                  </a:lnTo>
                  <a:lnTo>
                    <a:pt x="1219531" y="0"/>
                  </a:lnTo>
                  <a:lnTo>
                    <a:pt x="1168717" y="0"/>
                  </a:lnTo>
                  <a:lnTo>
                    <a:pt x="1117903" y="0"/>
                  </a:lnTo>
                  <a:lnTo>
                    <a:pt x="1067089" y="0"/>
                  </a:lnTo>
                  <a:lnTo>
                    <a:pt x="1016276" y="0"/>
                  </a:lnTo>
                  <a:lnTo>
                    <a:pt x="965462" y="0"/>
                  </a:lnTo>
                  <a:lnTo>
                    <a:pt x="914648" y="0"/>
                  </a:lnTo>
                  <a:lnTo>
                    <a:pt x="863834" y="0"/>
                  </a:lnTo>
                  <a:lnTo>
                    <a:pt x="813020" y="0"/>
                  </a:lnTo>
                  <a:lnTo>
                    <a:pt x="762207" y="0"/>
                  </a:lnTo>
                  <a:lnTo>
                    <a:pt x="711393" y="0"/>
                  </a:lnTo>
                  <a:lnTo>
                    <a:pt x="660579" y="0"/>
                  </a:lnTo>
                  <a:lnTo>
                    <a:pt x="609765" y="0"/>
                  </a:lnTo>
                  <a:lnTo>
                    <a:pt x="558951" y="0"/>
                  </a:lnTo>
                  <a:lnTo>
                    <a:pt x="508138" y="0"/>
                  </a:lnTo>
                  <a:lnTo>
                    <a:pt x="457324" y="0"/>
                  </a:lnTo>
                  <a:lnTo>
                    <a:pt x="406510" y="0"/>
                  </a:lnTo>
                  <a:lnTo>
                    <a:pt x="355696" y="0"/>
                  </a:lnTo>
                  <a:lnTo>
                    <a:pt x="304882" y="0"/>
                  </a:lnTo>
                  <a:lnTo>
                    <a:pt x="254069" y="0"/>
                  </a:lnTo>
                  <a:lnTo>
                    <a:pt x="203255" y="0"/>
                  </a:lnTo>
                  <a:lnTo>
                    <a:pt x="152441" y="0"/>
                  </a:lnTo>
                  <a:lnTo>
                    <a:pt x="101627" y="0"/>
                  </a:lnTo>
                  <a:lnTo>
                    <a:pt x="50813" y="0"/>
                  </a:lnTo>
                  <a:lnTo>
                    <a:pt x="0" y="0"/>
                  </a:lnTo>
                </a:path>
              </a:pathLst>
            </a:custGeom>
            <a:ln w="50799">
              <a:solidFill>
                <a:srgbClr val="53585F"/>
              </a:solidFill>
            </a:ln>
          </p:spPr>
          <p:txBody>
            <a:bodyPr wrap="square" lIns="0" tIns="0" rIns="0" bIns="0" rtlCol="0"/>
            <a:lstStyle/>
            <a:p>
              <a:endParaRPr/>
            </a:p>
          </p:txBody>
        </p:sp>
        <p:pic>
          <p:nvPicPr>
            <p:cNvPr id="24" name="object 24"/>
            <p:cNvPicPr/>
            <p:nvPr/>
          </p:nvPicPr>
          <p:blipFill>
            <a:blip r:embed="rId5" cstate="print"/>
            <a:stretch>
              <a:fillRect/>
            </a:stretch>
          </p:blipFill>
          <p:spPr>
            <a:xfrm>
              <a:off x="7826849" y="4343400"/>
              <a:ext cx="1117605" cy="1117600"/>
            </a:xfrm>
            <a:prstGeom prst="rect">
              <a:avLst/>
            </a:prstGeom>
          </p:spPr>
        </p:pic>
        <p:pic>
          <p:nvPicPr>
            <p:cNvPr id="25" name="object 25"/>
            <p:cNvPicPr/>
            <p:nvPr/>
          </p:nvPicPr>
          <p:blipFill>
            <a:blip r:embed="rId4" cstate="print"/>
            <a:stretch>
              <a:fillRect/>
            </a:stretch>
          </p:blipFill>
          <p:spPr>
            <a:xfrm>
              <a:off x="7890349" y="4381500"/>
              <a:ext cx="990604" cy="990600"/>
            </a:xfrm>
            <a:prstGeom prst="rect">
              <a:avLst/>
            </a:prstGeom>
          </p:spPr>
        </p:pic>
      </p:grpSp>
      <p:sp>
        <p:nvSpPr>
          <p:cNvPr id="26" name="object 26"/>
          <p:cNvSpPr txBox="1"/>
          <p:nvPr/>
        </p:nvSpPr>
        <p:spPr>
          <a:xfrm>
            <a:off x="8096979" y="4579619"/>
            <a:ext cx="577850" cy="558800"/>
          </a:xfrm>
          <a:prstGeom prst="rect">
            <a:avLst/>
          </a:prstGeom>
        </p:spPr>
        <p:txBody>
          <a:bodyPr vert="horz" wrap="square" lIns="0" tIns="12700" rIns="0" bIns="0" rtlCol="0">
            <a:spAutoFit/>
          </a:bodyPr>
          <a:lstStyle/>
          <a:p>
            <a:pPr marL="12700">
              <a:lnSpc>
                <a:spcPct val="100000"/>
              </a:lnSpc>
              <a:spcBef>
                <a:spcPts val="100"/>
              </a:spcBef>
            </a:pPr>
            <a:r>
              <a:rPr sz="3500" spc="-25" dirty="0">
                <a:solidFill>
                  <a:srgbClr val="FFFFFF"/>
                </a:solidFill>
                <a:latin typeface="Arial MT"/>
                <a:cs typeface="Arial MT"/>
              </a:rPr>
              <a:t>A2</a:t>
            </a:r>
            <a:endParaRPr sz="3500">
              <a:latin typeface="Arial MT"/>
              <a:cs typeface="Arial MT"/>
            </a:endParaRPr>
          </a:p>
        </p:txBody>
      </p:sp>
      <p:grpSp>
        <p:nvGrpSpPr>
          <p:cNvPr id="27" name="object 27"/>
          <p:cNvGrpSpPr/>
          <p:nvPr/>
        </p:nvGrpSpPr>
        <p:grpSpPr>
          <a:xfrm>
            <a:off x="1768764" y="1600200"/>
            <a:ext cx="9766935" cy="5568950"/>
            <a:chOff x="1768764" y="1600200"/>
            <a:chExt cx="9766935" cy="5568950"/>
          </a:xfrm>
        </p:grpSpPr>
        <p:sp>
          <p:nvSpPr>
            <p:cNvPr id="28" name="object 28"/>
            <p:cNvSpPr/>
            <p:nvPr/>
          </p:nvSpPr>
          <p:spPr>
            <a:xfrm>
              <a:off x="8385650" y="5371205"/>
              <a:ext cx="0" cy="1779270"/>
            </a:xfrm>
            <a:custGeom>
              <a:avLst/>
              <a:gdLst/>
              <a:ahLst/>
              <a:cxnLst/>
              <a:rect l="l" t="t" r="r" b="b"/>
              <a:pathLst>
                <a:path h="1779270">
                  <a:moveTo>
                    <a:pt x="1" y="1778894"/>
                  </a:moveTo>
                  <a:lnTo>
                    <a:pt x="1" y="1728069"/>
                  </a:lnTo>
                  <a:lnTo>
                    <a:pt x="1" y="1677243"/>
                  </a:lnTo>
                  <a:lnTo>
                    <a:pt x="1" y="1626418"/>
                  </a:lnTo>
                  <a:lnTo>
                    <a:pt x="1" y="1575592"/>
                  </a:lnTo>
                  <a:lnTo>
                    <a:pt x="1" y="1524767"/>
                  </a:lnTo>
                  <a:lnTo>
                    <a:pt x="0" y="1473941"/>
                  </a:lnTo>
                  <a:lnTo>
                    <a:pt x="0" y="1423116"/>
                  </a:lnTo>
                  <a:lnTo>
                    <a:pt x="0" y="1372290"/>
                  </a:lnTo>
                  <a:lnTo>
                    <a:pt x="0" y="1321464"/>
                  </a:lnTo>
                  <a:lnTo>
                    <a:pt x="0" y="1270639"/>
                  </a:lnTo>
                  <a:lnTo>
                    <a:pt x="0" y="1219813"/>
                  </a:lnTo>
                  <a:lnTo>
                    <a:pt x="0" y="1168988"/>
                  </a:lnTo>
                  <a:lnTo>
                    <a:pt x="0" y="1118162"/>
                  </a:lnTo>
                  <a:lnTo>
                    <a:pt x="0" y="1067337"/>
                  </a:lnTo>
                  <a:lnTo>
                    <a:pt x="0" y="1016511"/>
                  </a:lnTo>
                  <a:lnTo>
                    <a:pt x="0" y="965686"/>
                  </a:lnTo>
                  <a:lnTo>
                    <a:pt x="0" y="914860"/>
                  </a:lnTo>
                  <a:lnTo>
                    <a:pt x="0" y="864034"/>
                  </a:lnTo>
                  <a:lnTo>
                    <a:pt x="0" y="813209"/>
                  </a:lnTo>
                  <a:lnTo>
                    <a:pt x="0" y="762383"/>
                  </a:lnTo>
                  <a:lnTo>
                    <a:pt x="0" y="711558"/>
                  </a:lnTo>
                  <a:lnTo>
                    <a:pt x="0" y="660732"/>
                  </a:lnTo>
                  <a:lnTo>
                    <a:pt x="0" y="609907"/>
                  </a:lnTo>
                  <a:lnTo>
                    <a:pt x="0" y="559081"/>
                  </a:lnTo>
                  <a:lnTo>
                    <a:pt x="0" y="508255"/>
                  </a:lnTo>
                  <a:lnTo>
                    <a:pt x="0" y="457430"/>
                  </a:lnTo>
                  <a:lnTo>
                    <a:pt x="0" y="406604"/>
                  </a:lnTo>
                  <a:lnTo>
                    <a:pt x="0" y="355779"/>
                  </a:lnTo>
                  <a:lnTo>
                    <a:pt x="0" y="304953"/>
                  </a:lnTo>
                  <a:lnTo>
                    <a:pt x="0" y="254127"/>
                  </a:lnTo>
                  <a:lnTo>
                    <a:pt x="0" y="203302"/>
                  </a:lnTo>
                  <a:lnTo>
                    <a:pt x="0" y="152476"/>
                  </a:lnTo>
                  <a:lnTo>
                    <a:pt x="0" y="101651"/>
                  </a:lnTo>
                  <a:lnTo>
                    <a:pt x="0" y="50825"/>
                  </a:lnTo>
                  <a:lnTo>
                    <a:pt x="0" y="0"/>
                  </a:lnTo>
                </a:path>
              </a:pathLst>
            </a:custGeom>
            <a:ln w="38099">
              <a:solidFill>
                <a:srgbClr val="000000"/>
              </a:solidFill>
            </a:ln>
          </p:spPr>
          <p:txBody>
            <a:bodyPr wrap="square" lIns="0" tIns="0" rIns="0" bIns="0" rtlCol="0"/>
            <a:lstStyle/>
            <a:p>
              <a:endParaRPr/>
            </a:p>
          </p:txBody>
        </p:sp>
        <p:sp>
          <p:nvSpPr>
            <p:cNvPr id="29" name="object 29"/>
            <p:cNvSpPr/>
            <p:nvPr/>
          </p:nvSpPr>
          <p:spPr>
            <a:xfrm>
              <a:off x="1794164" y="2688987"/>
              <a:ext cx="8659495" cy="2188210"/>
            </a:xfrm>
            <a:custGeom>
              <a:avLst/>
              <a:gdLst/>
              <a:ahLst/>
              <a:cxnLst/>
              <a:rect l="l" t="t" r="r" b="b"/>
              <a:pathLst>
                <a:path w="8659495" h="2188210">
                  <a:moveTo>
                    <a:pt x="6096371" y="2187812"/>
                  </a:moveTo>
                  <a:lnTo>
                    <a:pt x="6096371" y="2187812"/>
                  </a:lnTo>
                  <a:lnTo>
                    <a:pt x="50803" y="2187812"/>
                  </a:lnTo>
                  <a:lnTo>
                    <a:pt x="0" y="2187812"/>
                  </a:lnTo>
                </a:path>
                <a:path w="8659495" h="2188210">
                  <a:moveTo>
                    <a:pt x="8658868" y="0"/>
                  </a:moveTo>
                  <a:lnTo>
                    <a:pt x="6930960" y="1828562"/>
                  </a:lnTo>
                </a:path>
              </a:pathLst>
            </a:custGeom>
            <a:ln w="50799">
              <a:solidFill>
                <a:srgbClr val="53585F"/>
              </a:solidFill>
            </a:ln>
          </p:spPr>
          <p:txBody>
            <a:bodyPr wrap="square" lIns="0" tIns="0" rIns="0" bIns="0" rtlCol="0"/>
            <a:lstStyle/>
            <a:p>
              <a:endParaRPr/>
            </a:p>
          </p:txBody>
        </p:sp>
        <p:sp>
          <p:nvSpPr>
            <p:cNvPr id="30" name="object 30"/>
            <p:cNvSpPr/>
            <p:nvPr/>
          </p:nvSpPr>
          <p:spPr>
            <a:xfrm>
              <a:off x="10392047" y="2521427"/>
              <a:ext cx="219710" cy="225425"/>
            </a:xfrm>
            <a:custGeom>
              <a:avLst/>
              <a:gdLst/>
              <a:ahLst/>
              <a:cxnLst/>
              <a:rect l="l" t="t" r="r" b="b"/>
              <a:pathLst>
                <a:path w="219709" h="225425">
                  <a:moveTo>
                    <a:pt x="121972" y="225188"/>
                  </a:moveTo>
                  <a:lnTo>
                    <a:pt x="0" y="109929"/>
                  </a:lnTo>
                  <a:lnTo>
                    <a:pt x="219322" y="0"/>
                  </a:lnTo>
                  <a:lnTo>
                    <a:pt x="121972" y="225188"/>
                  </a:lnTo>
                  <a:close/>
                </a:path>
              </a:pathLst>
            </a:custGeom>
            <a:solidFill>
              <a:srgbClr val="53585F"/>
            </a:solidFill>
          </p:spPr>
          <p:txBody>
            <a:bodyPr wrap="square" lIns="0" tIns="0" rIns="0" bIns="0" rtlCol="0"/>
            <a:lstStyle/>
            <a:p>
              <a:endParaRPr/>
            </a:p>
          </p:txBody>
        </p:sp>
        <p:sp>
          <p:nvSpPr>
            <p:cNvPr id="31" name="object 31"/>
            <p:cNvSpPr/>
            <p:nvPr/>
          </p:nvSpPr>
          <p:spPr>
            <a:xfrm>
              <a:off x="10392047" y="2521427"/>
              <a:ext cx="219710" cy="225425"/>
            </a:xfrm>
            <a:custGeom>
              <a:avLst/>
              <a:gdLst/>
              <a:ahLst/>
              <a:cxnLst/>
              <a:rect l="l" t="t" r="r" b="b"/>
              <a:pathLst>
                <a:path w="219709" h="225425">
                  <a:moveTo>
                    <a:pt x="121972" y="225188"/>
                  </a:moveTo>
                  <a:lnTo>
                    <a:pt x="219322" y="0"/>
                  </a:lnTo>
                  <a:lnTo>
                    <a:pt x="0" y="109929"/>
                  </a:lnTo>
                  <a:lnTo>
                    <a:pt x="121972" y="225188"/>
                  </a:lnTo>
                  <a:close/>
                </a:path>
              </a:pathLst>
            </a:custGeom>
            <a:ln w="50799">
              <a:solidFill>
                <a:srgbClr val="53585F"/>
              </a:solidFill>
            </a:ln>
          </p:spPr>
          <p:txBody>
            <a:bodyPr wrap="square" lIns="0" tIns="0" rIns="0" bIns="0" rtlCol="0"/>
            <a:lstStyle/>
            <a:p>
              <a:endParaRPr/>
            </a:p>
          </p:txBody>
        </p:sp>
        <p:pic>
          <p:nvPicPr>
            <p:cNvPr id="32" name="object 32"/>
            <p:cNvPicPr/>
            <p:nvPr/>
          </p:nvPicPr>
          <p:blipFill>
            <a:blip r:embed="rId2" cstate="print"/>
            <a:stretch>
              <a:fillRect/>
            </a:stretch>
          </p:blipFill>
          <p:spPr>
            <a:xfrm>
              <a:off x="10468449" y="1600200"/>
              <a:ext cx="1066805" cy="1066800"/>
            </a:xfrm>
            <a:prstGeom prst="rect">
              <a:avLst/>
            </a:prstGeom>
          </p:spPr>
        </p:pic>
        <p:pic>
          <p:nvPicPr>
            <p:cNvPr id="33" name="object 33"/>
            <p:cNvPicPr/>
            <p:nvPr/>
          </p:nvPicPr>
          <p:blipFill>
            <a:blip r:embed="rId3" cstate="print"/>
            <a:stretch>
              <a:fillRect/>
            </a:stretch>
          </p:blipFill>
          <p:spPr>
            <a:xfrm>
              <a:off x="10506549" y="1612900"/>
              <a:ext cx="990604" cy="990600"/>
            </a:xfrm>
            <a:prstGeom prst="rect">
              <a:avLst/>
            </a:prstGeom>
          </p:spPr>
        </p:pic>
      </p:grpSp>
      <p:sp>
        <p:nvSpPr>
          <p:cNvPr id="34" name="object 34"/>
          <p:cNvSpPr txBox="1"/>
          <p:nvPr/>
        </p:nvSpPr>
        <p:spPr>
          <a:xfrm>
            <a:off x="9557294" y="996949"/>
            <a:ext cx="2889885" cy="1372870"/>
          </a:xfrm>
          <a:prstGeom prst="rect">
            <a:avLst/>
          </a:prstGeom>
        </p:spPr>
        <p:txBody>
          <a:bodyPr vert="horz" wrap="square" lIns="0" tIns="12700" rIns="0" bIns="0" rtlCol="0">
            <a:spAutoFit/>
          </a:bodyPr>
          <a:lstStyle/>
          <a:p>
            <a:pPr algn="ctr">
              <a:lnSpc>
                <a:spcPct val="100000"/>
              </a:lnSpc>
              <a:spcBef>
                <a:spcPts val="100"/>
              </a:spcBef>
            </a:pPr>
            <a:r>
              <a:rPr sz="2500" dirty="0">
                <a:latin typeface="Arial MT"/>
                <a:cs typeface="Arial MT"/>
              </a:rPr>
              <a:t>Forked</a:t>
            </a:r>
            <a:r>
              <a:rPr sz="2500" spc="-25" dirty="0">
                <a:latin typeface="Arial MT"/>
                <a:cs typeface="Arial MT"/>
              </a:rPr>
              <a:t> </a:t>
            </a:r>
            <a:r>
              <a:rPr sz="2500" dirty="0">
                <a:latin typeface="Arial MT"/>
                <a:cs typeface="Arial MT"/>
              </a:rPr>
              <a:t>from</a:t>
            </a:r>
            <a:r>
              <a:rPr sz="2500" spc="-20" dirty="0">
                <a:latin typeface="Arial MT"/>
                <a:cs typeface="Arial MT"/>
              </a:rPr>
              <a:t> </a:t>
            </a:r>
            <a:r>
              <a:rPr sz="2500" spc="-10" dirty="0">
                <a:latin typeface="Arial MT"/>
                <a:cs typeface="Arial MT"/>
              </a:rPr>
              <a:t>Red</a:t>
            </a:r>
            <a:r>
              <a:rPr sz="2500" spc="-20" dirty="0">
                <a:latin typeface="Arial MT"/>
                <a:cs typeface="Arial MT"/>
              </a:rPr>
              <a:t> </a:t>
            </a:r>
            <a:r>
              <a:rPr sz="2500" spc="-25" dirty="0">
                <a:latin typeface="Arial MT"/>
                <a:cs typeface="Arial MT"/>
              </a:rPr>
              <a:t>A2</a:t>
            </a:r>
            <a:endParaRPr sz="2500">
              <a:latin typeface="Arial MT"/>
              <a:cs typeface="Arial MT"/>
            </a:endParaRPr>
          </a:p>
          <a:p>
            <a:pPr>
              <a:lnSpc>
                <a:spcPct val="100000"/>
              </a:lnSpc>
              <a:spcBef>
                <a:spcPts val="535"/>
              </a:spcBef>
            </a:pPr>
            <a:endParaRPr sz="2500">
              <a:latin typeface="Arial MT"/>
              <a:cs typeface="Arial MT"/>
            </a:endParaRPr>
          </a:p>
          <a:p>
            <a:pPr algn="ctr">
              <a:lnSpc>
                <a:spcPct val="100000"/>
              </a:lnSpc>
            </a:pPr>
            <a:r>
              <a:rPr sz="3500" spc="-25" dirty="0">
                <a:solidFill>
                  <a:srgbClr val="FFFFFF"/>
                </a:solidFill>
                <a:latin typeface="Arial MT"/>
                <a:cs typeface="Arial MT"/>
              </a:rPr>
              <a:t>A2</a:t>
            </a:r>
            <a:endParaRPr sz="3500">
              <a:latin typeface="Arial MT"/>
              <a:cs typeface="Arial MT"/>
            </a:endParaRPr>
          </a:p>
        </p:txBody>
      </p:sp>
      <p:grpSp>
        <p:nvGrpSpPr>
          <p:cNvPr id="35" name="object 35"/>
          <p:cNvGrpSpPr/>
          <p:nvPr/>
        </p:nvGrpSpPr>
        <p:grpSpPr>
          <a:xfrm>
            <a:off x="11496964" y="1600200"/>
            <a:ext cx="1508125" cy="1066800"/>
            <a:chOff x="11496964" y="1600200"/>
            <a:chExt cx="1508125" cy="1066800"/>
          </a:xfrm>
        </p:grpSpPr>
        <p:sp>
          <p:nvSpPr>
            <p:cNvPr id="36" name="object 36"/>
            <p:cNvSpPr/>
            <p:nvPr/>
          </p:nvSpPr>
          <p:spPr>
            <a:xfrm>
              <a:off x="11496964" y="2108200"/>
              <a:ext cx="1508125" cy="0"/>
            </a:xfrm>
            <a:custGeom>
              <a:avLst/>
              <a:gdLst/>
              <a:ahLst/>
              <a:cxnLst/>
              <a:rect l="l" t="t" r="r" b="b"/>
              <a:pathLst>
                <a:path w="1508125">
                  <a:moveTo>
                    <a:pt x="1507836" y="0"/>
                  </a:moveTo>
                  <a:lnTo>
                    <a:pt x="1507836" y="0"/>
                  </a:lnTo>
                  <a:lnTo>
                    <a:pt x="50812" y="0"/>
                  </a:lnTo>
                  <a:lnTo>
                    <a:pt x="0" y="0"/>
                  </a:lnTo>
                </a:path>
              </a:pathLst>
            </a:custGeom>
            <a:ln w="50799">
              <a:solidFill>
                <a:srgbClr val="53585F"/>
              </a:solidFill>
            </a:ln>
          </p:spPr>
          <p:txBody>
            <a:bodyPr wrap="square" lIns="0" tIns="0" rIns="0" bIns="0" rtlCol="0"/>
            <a:lstStyle/>
            <a:p>
              <a:endParaRPr/>
            </a:p>
          </p:txBody>
        </p:sp>
        <p:pic>
          <p:nvPicPr>
            <p:cNvPr id="37" name="object 37"/>
            <p:cNvPicPr/>
            <p:nvPr/>
          </p:nvPicPr>
          <p:blipFill>
            <a:blip r:embed="rId6" cstate="print"/>
            <a:stretch>
              <a:fillRect/>
            </a:stretch>
          </p:blipFill>
          <p:spPr>
            <a:xfrm>
              <a:off x="12983048" y="1600200"/>
              <a:ext cx="21752" cy="1066800"/>
            </a:xfrm>
            <a:prstGeom prst="rect">
              <a:avLst/>
            </a:prstGeom>
          </p:spPr>
        </p:pic>
      </p:grpSp>
      <p:sp>
        <p:nvSpPr>
          <p:cNvPr id="38" name="object 38"/>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66</a:t>
            </a:fld>
            <a:endParaRPr spc="-25"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67</a:t>
            </a:fld>
            <a:endParaRPr spc="-25" dirty="0"/>
          </a:p>
        </p:txBody>
      </p:sp>
      <p:sp>
        <p:nvSpPr>
          <p:cNvPr id="2" name="object 2"/>
          <p:cNvSpPr txBox="1">
            <a:spLocks noGrp="1"/>
          </p:cNvSpPr>
          <p:nvPr>
            <p:ph type="title"/>
          </p:nvPr>
        </p:nvSpPr>
        <p:spPr>
          <a:xfrm>
            <a:off x="1237034" y="950468"/>
            <a:ext cx="10523220" cy="1076960"/>
          </a:xfrm>
          <a:prstGeom prst="rect">
            <a:avLst/>
          </a:prstGeom>
        </p:spPr>
        <p:txBody>
          <a:bodyPr vert="horz" wrap="square" lIns="0" tIns="12700" rIns="0" bIns="0" rtlCol="0">
            <a:spAutoFit/>
          </a:bodyPr>
          <a:lstStyle/>
          <a:p>
            <a:pPr marL="12700">
              <a:lnSpc>
                <a:spcPct val="100000"/>
              </a:lnSpc>
              <a:spcBef>
                <a:spcPts val="100"/>
              </a:spcBef>
            </a:pPr>
            <a:r>
              <a:rPr sz="6900" spc="130" dirty="0"/>
              <a:t>Git</a:t>
            </a:r>
            <a:r>
              <a:rPr sz="6900" spc="-240" dirty="0"/>
              <a:t> </a:t>
            </a:r>
            <a:r>
              <a:rPr sz="6900" spc="75" dirty="0"/>
              <a:t>Collaboration</a:t>
            </a:r>
            <a:r>
              <a:rPr sz="6900" spc="-235" dirty="0"/>
              <a:t> </a:t>
            </a:r>
            <a:r>
              <a:rPr sz="6900" spc="-10" dirty="0"/>
              <a:t>Workflow</a:t>
            </a:r>
            <a:endParaRPr sz="6900"/>
          </a:p>
        </p:txBody>
      </p:sp>
      <p:sp>
        <p:nvSpPr>
          <p:cNvPr id="3" name="object 3"/>
          <p:cNvSpPr txBox="1"/>
          <p:nvPr/>
        </p:nvSpPr>
        <p:spPr>
          <a:xfrm>
            <a:off x="834727" y="2576245"/>
            <a:ext cx="10524490" cy="6164580"/>
          </a:xfrm>
          <a:prstGeom prst="rect">
            <a:avLst/>
          </a:prstGeom>
        </p:spPr>
        <p:txBody>
          <a:bodyPr vert="horz" wrap="square" lIns="0" tIns="12700" rIns="0" bIns="0" rtlCol="0">
            <a:spAutoFit/>
          </a:bodyPr>
          <a:lstStyle/>
          <a:p>
            <a:pPr marL="800100" indent="-787400">
              <a:lnSpc>
                <a:spcPct val="100000"/>
              </a:lnSpc>
              <a:spcBef>
                <a:spcPts val="100"/>
              </a:spcBef>
              <a:buAutoNum type="arabicPeriod"/>
              <a:tabLst>
                <a:tab pos="800100" algn="l"/>
              </a:tabLst>
            </a:pPr>
            <a:r>
              <a:rPr sz="3600" i="1" spc="-265" dirty="0">
                <a:solidFill>
                  <a:srgbClr val="C82506"/>
                </a:solidFill>
                <a:latin typeface="Verdana"/>
                <a:cs typeface="Verdana"/>
              </a:rPr>
              <a:t>Fork</a:t>
            </a:r>
            <a:r>
              <a:rPr sz="3600" i="1" spc="-215" dirty="0">
                <a:solidFill>
                  <a:srgbClr val="C82506"/>
                </a:solidFill>
                <a:latin typeface="Verdana"/>
                <a:cs typeface="Verdana"/>
              </a:rPr>
              <a:t> </a:t>
            </a:r>
            <a:r>
              <a:rPr sz="3600" dirty="0">
                <a:latin typeface="Tahoma"/>
                <a:cs typeface="Tahoma"/>
              </a:rPr>
              <a:t>a</a:t>
            </a:r>
            <a:r>
              <a:rPr sz="3600" spc="-80" dirty="0">
                <a:latin typeface="Tahoma"/>
                <a:cs typeface="Tahoma"/>
              </a:rPr>
              <a:t> </a:t>
            </a:r>
            <a:r>
              <a:rPr sz="3600" dirty="0">
                <a:latin typeface="Tahoma"/>
                <a:cs typeface="Tahoma"/>
              </a:rPr>
              <a:t>repository</a:t>
            </a:r>
            <a:r>
              <a:rPr sz="3600" spc="-80" dirty="0">
                <a:latin typeface="Tahoma"/>
                <a:cs typeface="Tahoma"/>
              </a:rPr>
              <a:t> </a:t>
            </a:r>
            <a:r>
              <a:rPr sz="3600" dirty="0">
                <a:latin typeface="Tahoma"/>
                <a:cs typeface="Tahoma"/>
              </a:rPr>
              <a:t>to</a:t>
            </a:r>
            <a:r>
              <a:rPr sz="3600" spc="-80" dirty="0">
                <a:latin typeface="Tahoma"/>
                <a:cs typeface="Tahoma"/>
              </a:rPr>
              <a:t> </a:t>
            </a:r>
            <a:r>
              <a:rPr sz="3600" dirty="0">
                <a:latin typeface="Tahoma"/>
                <a:cs typeface="Tahoma"/>
              </a:rPr>
              <a:t>make</a:t>
            </a:r>
            <a:r>
              <a:rPr sz="3600" spc="-80" dirty="0">
                <a:latin typeface="Tahoma"/>
                <a:cs typeface="Tahoma"/>
              </a:rPr>
              <a:t> </a:t>
            </a:r>
            <a:r>
              <a:rPr sz="3600" dirty="0">
                <a:latin typeface="Tahoma"/>
                <a:cs typeface="Tahoma"/>
              </a:rPr>
              <a:t>a</a:t>
            </a:r>
            <a:r>
              <a:rPr sz="3600" spc="-85" dirty="0">
                <a:latin typeface="Tahoma"/>
                <a:cs typeface="Tahoma"/>
              </a:rPr>
              <a:t> </a:t>
            </a:r>
            <a:r>
              <a:rPr sz="3600" spc="125" dirty="0">
                <a:latin typeface="Tahoma"/>
                <a:cs typeface="Tahoma"/>
              </a:rPr>
              <a:t>copy</a:t>
            </a:r>
            <a:r>
              <a:rPr sz="3600" spc="-80" dirty="0">
                <a:latin typeface="Tahoma"/>
                <a:cs typeface="Tahoma"/>
              </a:rPr>
              <a:t> </a:t>
            </a:r>
            <a:r>
              <a:rPr sz="3600" dirty="0">
                <a:latin typeface="Tahoma"/>
                <a:cs typeface="Tahoma"/>
              </a:rPr>
              <a:t>of</a:t>
            </a:r>
            <a:r>
              <a:rPr sz="3600" spc="-85" dirty="0">
                <a:latin typeface="Tahoma"/>
                <a:cs typeface="Tahoma"/>
              </a:rPr>
              <a:t> </a:t>
            </a:r>
            <a:r>
              <a:rPr sz="3600" spc="-25" dirty="0">
                <a:latin typeface="Tahoma"/>
                <a:cs typeface="Tahoma"/>
              </a:rPr>
              <a:t>it.</a:t>
            </a:r>
            <a:endParaRPr sz="3600">
              <a:latin typeface="Tahoma"/>
              <a:cs typeface="Tahoma"/>
            </a:endParaRPr>
          </a:p>
          <a:p>
            <a:pPr marL="800100" marR="1737995" indent="-788035">
              <a:lnSpc>
                <a:spcPts val="3890"/>
              </a:lnSpc>
              <a:spcBef>
                <a:spcPts val="4255"/>
              </a:spcBef>
              <a:buAutoNum type="arabicPeriod"/>
              <a:tabLst>
                <a:tab pos="800100" algn="l"/>
              </a:tabLst>
            </a:pPr>
            <a:r>
              <a:rPr sz="3600" i="1" spc="-175" dirty="0">
                <a:solidFill>
                  <a:srgbClr val="C82506"/>
                </a:solidFill>
                <a:latin typeface="Verdana"/>
                <a:cs typeface="Verdana"/>
              </a:rPr>
              <a:t>Clone</a:t>
            </a:r>
            <a:r>
              <a:rPr sz="3600" i="1" spc="-215" dirty="0">
                <a:solidFill>
                  <a:srgbClr val="C82506"/>
                </a:solidFill>
                <a:latin typeface="Verdana"/>
                <a:cs typeface="Verdana"/>
              </a:rPr>
              <a:t> </a:t>
            </a:r>
            <a:r>
              <a:rPr sz="3600" dirty="0">
                <a:latin typeface="Tahoma"/>
                <a:cs typeface="Tahoma"/>
              </a:rPr>
              <a:t>the</a:t>
            </a:r>
            <a:r>
              <a:rPr sz="3600" spc="-70" dirty="0">
                <a:latin typeface="Tahoma"/>
                <a:cs typeface="Tahoma"/>
              </a:rPr>
              <a:t> </a:t>
            </a:r>
            <a:r>
              <a:rPr sz="3600" dirty="0">
                <a:latin typeface="Tahoma"/>
                <a:cs typeface="Tahoma"/>
              </a:rPr>
              <a:t>repository</a:t>
            </a:r>
            <a:r>
              <a:rPr sz="3600" spc="-70" dirty="0">
                <a:latin typeface="Tahoma"/>
                <a:cs typeface="Tahoma"/>
              </a:rPr>
              <a:t> </a:t>
            </a:r>
            <a:r>
              <a:rPr sz="3600" dirty="0">
                <a:latin typeface="Tahoma"/>
                <a:cs typeface="Tahoma"/>
              </a:rPr>
              <a:t>you</a:t>
            </a:r>
            <a:r>
              <a:rPr sz="3600" spc="-70" dirty="0">
                <a:latin typeface="Tahoma"/>
                <a:cs typeface="Tahoma"/>
              </a:rPr>
              <a:t> </a:t>
            </a:r>
            <a:r>
              <a:rPr sz="3600" dirty="0">
                <a:latin typeface="Tahoma"/>
                <a:cs typeface="Tahoma"/>
              </a:rPr>
              <a:t>forked</a:t>
            </a:r>
            <a:r>
              <a:rPr sz="3600" spc="-75" dirty="0">
                <a:latin typeface="Tahoma"/>
                <a:cs typeface="Tahoma"/>
              </a:rPr>
              <a:t> </a:t>
            </a:r>
            <a:r>
              <a:rPr sz="3600" dirty="0">
                <a:latin typeface="Tahoma"/>
                <a:cs typeface="Tahoma"/>
              </a:rPr>
              <a:t>to</a:t>
            </a:r>
            <a:r>
              <a:rPr sz="3600" spc="-70" dirty="0">
                <a:latin typeface="Tahoma"/>
                <a:cs typeface="Tahoma"/>
              </a:rPr>
              <a:t> </a:t>
            </a:r>
            <a:r>
              <a:rPr sz="3600" spc="-20" dirty="0">
                <a:latin typeface="Tahoma"/>
                <a:cs typeface="Tahoma"/>
              </a:rPr>
              <a:t>your </a:t>
            </a:r>
            <a:r>
              <a:rPr sz="3600" spc="55" dirty="0">
                <a:latin typeface="Tahoma"/>
                <a:cs typeface="Tahoma"/>
              </a:rPr>
              <a:t>workspace.</a:t>
            </a:r>
            <a:endParaRPr sz="3600">
              <a:latin typeface="Tahoma"/>
              <a:cs typeface="Tahoma"/>
            </a:endParaRPr>
          </a:p>
          <a:p>
            <a:pPr marL="800100" marR="283210" indent="-788035">
              <a:lnSpc>
                <a:spcPts val="3890"/>
              </a:lnSpc>
              <a:spcBef>
                <a:spcPts val="4195"/>
              </a:spcBef>
              <a:buAutoNum type="arabicPeriod"/>
              <a:tabLst>
                <a:tab pos="800100" algn="l"/>
              </a:tabLst>
            </a:pPr>
            <a:r>
              <a:rPr sz="3600" spc="85" dirty="0">
                <a:latin typeface="Tahoma"/>
                <a:cs typeface="Tahoma"/>
              </a:rPr>
              <a:t>Do</a:t>
            </a:r>
            <a:r>
              <a:rPr sz="3600" spc="-135" dirty="0">
                <a:latin typeface="Tahoma"/>
                <a:cs typeface="Tahoma"/>
              </a:rPr>
              <a:t> </a:t>
            </a:r>
            <a:r>
              <a:rPr sz="3600" dirty="0">
                <a:latin typeface="Tahoma"/>
                <a:cs typeface="Tahoma"/>
              </a:rPr>
              <a:t>your</a:t>
            </a:r>
            <a:r>
              <a:rPr sz="3600" spc="-130" dirty="0">
                <a:latin typeface="Tahoma"/>
                <a:cs typeface="Tahoma"/>
              </a:rPr>
              <a:t> </a:t>
            </a:r>
            <a:r>
              <a:rPr sz="3600" dirty="0">
                <a:latin typeface="Tahoma"/>
                <a:cs typeface="Tahoma"/>
              </a:rPr>
              <a:t>work</a:t>
            </a:r>
            <a:r>
              <a:rPr sz="3600" spc="-130" dirty="0">
                <a:latin typeface="Tahoma"/>
                <a:cs typeface="Tahoma"/>
              </a:rPr>
              <a:t> </a:t>
            </a:r>
            <a:r>
              <a:rPr sz="3600" spc="55" dirty="0">
                <a:latin typeface="Tahoma"/>
                <a:cs typeface="Tahoma"/>
              </a:rPr>
              <a:t>and</a:t>
            </a:r>
            <a:r>
              <a:rPr sz="3600" spc="-110" dirty="0">
                <a:latin typeface="Tahoma"/>
                <a:cs typeface="Tahoma"/>
              </a:rPr>
              <a:t> </a:t>
            </a:r>
            <a:r>
              <a:rPr sz="3600" i="1" spc="-254" dirty="0">
                <a:solidFill>
                  <a:srgbClr val="C82506"/>
                </a:solidFill>
                <a:latin typeface="Verdana"/>
                <a:cs typeface="Verdana"/>
              </a:rPr>
              <a:t>commit </a:t>
            </a:r>
            <a:r>
              <a:rPr sz="3600" dirty="0">
                <a:latin typeface="Tahoma"/>
                <a:cs typeface="Tahoma"/>
              </a:rPr>
              <a:t>the</a:t>
            </a:r>
            <a:r>
              <a:rPr sz="3600" spc="-130" dirty="0">
                <a:latin typeface="Tahoma"/>
                <a:cs typeface="Tahoma"/>
              </a:rPr>
              <a:t> </a:t>
            </a:r>
            <a:r>
              <a:rPr sz="3600" spc="70" dirty="0">
                <a:latin typeface="Tahoma"/>
                <a:cs typeface="Tahoma"/>
              </a:rPr>
              <a:t>changes</a:t>
            </a:r>
            <a:r>
              <a:rPr sz="3600" spc="-130" dirty="0">
                <a:latin typeface="Tahoma"/>
                <a:cs typeface="Tahoma"/>
              </a:rPr>
              <a:t> </a:t>
            </a:r>
            <a:r>
              <a:rPr sz="3600" dirty="0">
                <a:latin typeface="Tahoma"/>
                <a:cs typeface="Tahoma"/>
              </a:rPr>
              <a:t>in</a:t>
            </a:r>
            <a:r>
              <a:rPr sz="3600" spc="-130" dirty="0">
                <a:latin typeface="Tahoma"/>
                <a:cs typeface="Tahoma"/>
              </a:rPr>
              <a:t> </a:t>
            </a:r>
            <a:r>
              <a:rPr sz="3600" spc="-20" dirty="0">
                <a:latin typeface="Tahoma"/>
                <a:cs typeface="Tahoma"/>
              </a:rPr>
              <a:t>your </a:t>
            </a:r>
            <a:r>
              <a:rPr sz="3600" spc="55" dirty="0">
                <a:latin typeface="Tahoma"/>
                <a:cs typeface="Tahoma"/>
              </a:rPr>
              <a:t>workspace.</a:t>
            </a:r>
            <a:endParaRPr sz="3600">
              <a:latin typeface="Tahoma"/>
              <a:cs typeface="Tahoma"/>
            </a:endParaRPr>
          </a:p>
          <a:p>
            <a:pPr marL="800100" marR="5080" indent="-788035">
              <a:lnSpc>
                <a:spcPts val="3890"/>
              </a:lnSpc>
              <a:spcBef>
                <a:spcPts val="4195"/>
              </a:spcBef>
              <a:buAutoNum type="arabicPeriod"/>
              <a:tabLst>
                <a:tab pos="800100" algn="l"/>
              </a:tabLst>
            </a:pPr>
            <a:r>
              <a:rPr sz="3600" i="1" spc="-165" dirty="0">
                <a:solidFill>
                  <a:srgbClr val="C82506"/>
                </a:solidFill>
                <a:latin typeface="Verdana"/>
                <a:cs typeface="Verdana"/>
              </a:rPr>
              <a:t>Push</a:t>
            </a:r>
            <a:r>
              <a:rPr sz="3600" i="1" spc="-260" dirty="0">
                <a:solidFill>
                  <a:srgbClr val="C82506"/>
                </a:solidFill>
                <a:latin typeface="Verdana"/>
                <a:cs typeface="Verdana"/>
              </a:rPr>
              <a:t> </a:t>
            </a:r>
            <a:r>
              <a:rPr sz="3600" dirty="0">
                <a:latin typeface="Tahoma"/>
                <a:cs typeface="Tahoma"/>
              </a:rPr>
              <a:t>the</a:t>
            </a:r>
            <a:r>
              <a:rPr sz="3600" spc="-120" dirty="0">
                <a:latin typeface="Tahoma"/>
                <a:cs typeface="Tahoma"/>
              </a:rPr>
              <a:t> </a:t>
            </a:r>
            <a:r>
              <a:rPr sz="3600" dirty="0">
                <a:latin typeface="Tahoma"/>
                <a:cs typeface="Tahoma"/>
              </a:rPr>
              <a:t>repository</a:t>
            </a:r>
            <a:r>
              <a:rPr sz="3600" spc="-120" dirty="0">
                <a:latin typeface="Tahoma"/>
                <a:cs typeface="Tahoma"/>
              </a:rPr>
              <a:t> </a:t>
            </a:r>
            <a:r>
              <a:rPr sz="3600" dirty="0">
                <a:latin typeface="Tahoma"/>
                <a:cs typeface="Tahoma"/>
              </a:rPr>
              <a:t>to</a:t>
            </a:r>
            <a:r>
              <a:rPr sz="3600" spc="-125" dirty="0">
                <a:latin typeface="Tahoma"/>
                <a:cs typeface="Tahoma"/>
              </a:rPr>
              <a:t> </a:t>
            </a:r>
            <a:r>
              <a:rPr sz="3600" dirty="0">
                <a:latin typeface="Tahoma"/>
                <a:cs typeface="Tahoma"/>
              </a:rPr>
              <a:t>the</a:t>
            </a:r>
            <a:r>
              <a:rPr sz="3600" spc="-120" dirty="0">
                <a:latin typeface="Tahoma"/>
                <a:cs typeface="Tahoma"/>
              </a:rPr>
              <a:t> </a:t>
            </a:r>
            <a:r>
              <a:rPr sz="3600" dirty="0">
                <a:latin typeface="Tahoma"/>
                <a:cs typeface="Tahoma"/>
              </a:rPr>
              <a:t>server</a:t>
            </a:r>
            <a:r>
              <a:rPr sz="3600" spc="-120" dirty="0">
                <a:latin typeface="Tahoma"/>
                <a:cs typeface="Tahoma"/>
              </a:rPr>
              <a:t> </a:t>
            </a:r>
            <a:r>
              <a:rPr sz="3600" dirty="0">
                <a:latin typeface="Tahoma"/>
                <a:cs typeface="Tahoma"/>
              </a:rPr>
              <a:t>to</a:t>
            </a:r>
            <a:r>
              <a:rPr sz="3600" spc="-125" dirty="0">
                <a:latin typeface="Tahoma"/>
                <a:cs typeface="Tahoma"/>
              </a:rPr>
              <a:t> </a:t>
            </a:r>
            <a:r>
              <a:rPr sz="3600" spc="-10" dirty="0">
                <a:latin typeface="Tahoma"/>
                <a:cs typeface="Tahoma"/>
              </a:rPr>
              <a:t>synchronize them.</a:t>
            </a:r>
            <a:endParaRPr sz="3600">
              <a:latin typeface="Tahoma"/>
              <a:cs typeface="Tahoma"/>
            </a:endParaRPr>
          </a:p>
          <a:p>
            <a:pPr marL="800100" indent="-787400">
              <a:lnSpc>
                <a:spcPct val="100000"/>
              </a:lnSpc>
              <a:spcBef>
                <a:spcPts val="3710"/>
              </a:spcBef>
              <a:buAutoNum type="arabicPeriod"/>
              <a:tabLst>
                <a:tab pos="800100" algn="l"/>
              </a:tabLst>
            </a:pPr>
            <a:r>
              <a:rPr sz="3600" spc="80" dirty="0">
                <a:latin typeface="Tahoma"/>
                <a:cs typeface="Tahoma"/>
              </a:rPr>
              <a:t>Open</a:t>
            </a:r>
            <a:r>
              <a:rPr sz="3600" spc="-100" dirty="0">
                <a:latin typeface="Tahoma"/>
                <a:cs typeface="Tahoma"/>
              </a:rPr>
              <a:t> </a:t>
            </a:r>
            <a:r>
              <a:rPr sz="3600" dirty="0">
                <a:latin typeface="Tahoma"/>
                <a:cs typeface="Tahoma"/>
              </a:rPr>
              <a:t>a</a:t>
            </a:r>
            <a:r>
              <a:rPr sz="3600" spc="-90" dirty="0">
                <a:latin typeface="Tahoma"/>
                <a:cs typeface="Tahoma"/>
              </a:rPr>
              <a:t> </a:t>
            </a:r>
            <a:r>
              <a:rPr sz="3600" i="1" spc="-285" dirty="0">
                <a:solidFill>
                  <a:srgbClr val="C82506"/>
                </a:solidFill>
                <a:latin typeface="Verdana"/>
                <a:cs typeface="Verdana"/>
              </a:rPr>
              <a:t>merge</a:t>
            </a:r>
            <a:r>
              <a:rPr sz="3600" i="1" spc="-240" dirty="0">
                <a:solidFill>
                  <a:srgbClr val="C82506"/>
                </a:solidFill>
                <a:latin typeface="Verdana"/>
                <a:cs typeface="Verdana"/>
              </a:rPr>
              <a:t> </a:t>
            </a:r>
            <a:r>
              <a:rPr sz="3600" i="1" spc="-250" dirty="0">
                <a:solidFill>
                  <a:srgbClr val="C82506"/>
                </a:solidFill>
                <a:latin typeface="Verdana"/>
                <a:cs typeface="Verdana"/>
              </a:rPr>
              <a:t>request</a:t>
            </a:r>
            <a:r>
              <a:rPr sz="3600" i="1" spc="-210" dirty="0">
                <a:solidFill>
                  <a:srgbClr val="C82506"/>
                </a:solidFill>
                <a:latin typeface="Verdana"/>
                <a:cs typeface="Verdana"/>
              </a:rPr>
              <a:t> </a:t>
            </a:r>
            <a:r>
              <a:rPr sz="3600" dirty="0">
                <a:latin typeface="Tahoma"/>
                <a:cs typeface="Tahoma"/>
              </a:rPr>
              <a:t>to</a:t>
            </a:r>
            <a:r>
              <a:rPr sz="3600" spc="-100" dirty="0">
                <a:latin typeface="Tahoma"/>
                <a:cs typeface="Tahoma"/>
              </a:rPr>
              <a:t> </a:t>
            </a:r>
            <a:r>
              <a:rPr sz="3600" dirty="0">
                <a:latin typeface="Tahoma"/>
                <a:cs typeface="Tahoma"/>
              </a:rPr>
              <a:t>origin</a:t>
            </a:r>
            <a:r>
              <a:rPr sz="3600" spc="-100" dirty="0">
                <a:latin typeface="Tahoma"/>
                <a:cs typeface="Tahoma"/>
              </a:rPr>
              <a:t> </a:t>
            </a:r>
            <a:r>
              <a:rPr sz="3600" dirty="0">
                <a:latin typeface="Tahoma"/>
                <a:cs typeface="Tahoma"/>
              </a:rPr>
              <a:t>repository</a:t>
            </a:r>
            <a:r>
              <a:rPr sz="3600" spc="-95" dirty="0">
                <a:latin typeface="Tahoma"/>
                <a:cs typeface="Tahoma"/>
              </a:rPr>
              <a:t> </a:t>
            </a:r>
            <a:r>
              <a:rPr sz="3600" spc="-50" dirty="0">
                <a:latin typeface="Tahoma"/>
                <a:cs typeface="Tahoma"/>
              </a:rPr>
              <a:t>.</a:t>
            </a:r>
            <a:endParaRPr sz="3600">
              <a:latin typeface="Tahoma"/>
              <a:cs typeface="Tahoma"/>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68</a:t>
            </a:fld>
            <a:endParaRPr spc="-25" dirty="0"/>
          </a:p>
        </p:txBody>
      </p:sp>
      <p:sp>
        <p:nvSpPr>
          <p:cNvPr id="2" name="object 2"/>
          <p:cNvSpPr txBox="1"/>
          <p:nvPr/>
        </p:nvSpPr>
        <p:spPr>
          <a:xfrm>
            <a:off x="1174092" y="2778633"/>
            <a:ext cx="6043930" cy="2555240"/>
          </a:xfrm>
          <a:prstGeom prst="rect">
            <a:avLst/>
          </a:prstGeom>
        </p:spPr>
        <p:txBody>
          <a:bodyPr vert="horz" wrap="square" lIns="0" tIns="12700" rIns="0" bIns="0" rtlCol="0">
            <a:spAutoFit/>
          </a:bodyPr>
          <a:lstStyle/>
          <a:p>
            <a:pPr marL="280035" indent="-267335">
              <a:lnSpc>
                <a:spcPct val="100000"/>
              </a:lnSpc>
              <a:spcBef>
                <a:spcPts val="100"/>
              </a:spcBef>
              <a:buSzPct val="75000"/>
              <a:buChar char="•"/>
              <a:tabLst>
                <a:tab pos="280035" algn="l"/>
              </a:tabLst>
            </a:pPr>
            <a:r>
              <a:rPr sz="2400" b="1" dirty="0">
                <a:solidFill>
                  <a:srgbClr val="0070C0"/>
                </a:solidFill>
                <a:latin typeface="Arial"/>
                <a:cs typeface="Arial"/>
              </a:rPr>
              <a:t>git</a:t>
            </a:r>
            <a:r>
              <a:rPr sz="2400" b="1" spc="-15" dirty="0">
                <a:solidFill>
                  <a:srgbClr val="0070C0"/>
                </a:solidFill>
                <a:latin typeface="Arial"/>
                <a:cs typeface="Arial"/>
              </a:rPr>
              <a:t> </a:t>
            </a:r>
            <a:r>
              <a:rPr sz="2400" b="1" dirty="0">
                <a:solidFill>
                  <a:srgbClr val="0070C0"/>
                </a:solidFill>
                <a:latin typeface="Arial"/>
                <a:cs typeface="Arial"/>
              </a:rPr>
              <a:t>clone</a:t>
            </a:r>
            <a:r>
              <a:rPr sz="2400" b="1" spc="-15" dirty="0">
                <a:solidFill>
                  <a:srgbClr val="0070C0"/>
                </a:solidFill>
                <a:latin typeface="Arial"/>
                <a:cs typeface="Arial"/>
              </a:rPr>
              <a:t> </a:t>
            </a:r>
            <a:r>
              <a:rPr sz="2400" b="1" spc="-10" dirty="0">
                <a:solidFill>
                  <a:srgbClr val="0070C0"/>
                </a:solidFill>
                <a:latin typeface="Arial"/>
                <a:cs typeface="Arial"/>
              </a:rPr>
              <a:t>[url]</a:t>
            </a:r>
            <a:endParaRPr sz="2400">
              <a:latin typeface="Arial"/>
              <a:cs typeface="Arial"/>
            </a:endParaRPr>
          </a:p>
          <a:p>
            <a:pPr>
              <a:lnSpc>
                <a:spcPct val="100000"/>
              </a:lnSpc>
              <a:spcBef>
                <a:spcPts val="40"/>
              </a:spcBef>
              <a:buClr>
                <a:srgbClr val="0070C0"/>
              </a:buClr>
              <a:buFont typeface="Arial"/>
              <a:buChar char="•"/>
            </a:pPr>
            <a:endParaRPr sz="2400">
              <a:latin typeface="Arial"/>
              <a:cs typeface="Arial"/>
            </a:endParaRPr>
          </a:p>
          <a:p>
            <a:pPr marL="884555" lvl="1" indent="-301625">
              <a:lnSpc>
                <a:spcPct val="100000"/>
              </a:lnSpc>
              <a:buSzPct val="75000"/>
              <a:buChar char="•"/>
              <a:tabLst>
                <a:tab pos="884555" algn="l"/>
              </a:tabLst>
            </a:pPr>
            <a:r>
              <a:rPr sz="2400" spc="65" dirty="0">
                <a:latin typeface="Tahoma"/>
                <a:cs typeface="Tahoma"/>
              </a:rPr>
              <a:t>Clone</a:t>
            </a:r>
            <a:r>
              <a:rPr sz="2400" spc="-100" dirty="0">
                <a:latin typeface="Tahoma"/>
                <a:cs typeface="Tahoma"/>
              </a:rPr>
              <a:t> </a:t>
            </a:r>
            <a:r>
              <a:rPr sz="2400" dirty="0">
                <a:latin typeface="Tahoma"/>
                <a:cs typeface="Tahoma"/>
              </a:rPr>
              <a:t>a</a:t>
            </a:r>
            <a:r>
              <a:rPr sz="2400" spc="-100" dirty="0">
                <a:latin typeface="Tahoma"/>
                <a:cs typeface="Tahoma"/>
              </a:rPr>
              <a:t> </a:t>
            </a:r>
            <a:r>
              <a:rPr sz="2400" dirty="0">
                <a:latin typeface="Tahoma"/>
                <a:cs typeface="Tahoma"/>
              </a:rPr>
              <a:t>repository</a:t>
            </a:r>
            <a:r>
              <a:rPr sz="2400" spc="-100" dirty="0">
                <a:latin typeface="Tahoma"/>
                <a:cs typeface="Tahoma"/>
              </a:rPr>
              <a:t> </a:t>
            </a:r>
            <a:r>
              <a:rPr sz="2400" dirty="0">
                <a:latin typeface="Tahoma"/>
                <a:cs typeface="Tahoma"/>
              </a:rPr>
              <a:t>from</a:t>
            </a:r>
            <a:r>
              <a:rPr sz="2400" spc="-95" dirty="0">
                <a:latin typeface="Tahoma"/>
                <a:cs typeface="Tahoma"/>
              </a:rPr>
              <a:t> </a:t>
            </a:r>
            <a:r>
              <a:rPr sz="2400" dirty="0">
                <a:latin typeface="Tahoma"/>
                <a:cs typeface="Tahoma"/>
              </a:rPr>
              <a:t>remote</a:t>
            </a:r>
            <a:r>
              <a:rPr sz="2400" spc="-100" dirty="0">
                <a:latin typeface="Tahoma"/>
                <a:cs typeface="Tahoma"/>
              </a:rPr>
              <a:t> </a:t>
            </a:r>
            <a:r>
              <a:rPr sz="2400" spc="-10" dirty="0">
                <a:latin typeface="Tahoma"/>
                <a:cs typeface="Tahoma"/>
              </a:rPr>
              <a:t>server</a:t>
            </a:r>
            <a:endParaRPr sz="2400">
              <a:latin typeface="Tahoma"/>
              <a:cs typeface="Tahoma"/>
            </a:endParaRPr>
          </a:p>
          <a:p>
            <a:pPr marL="280035" indent="-267335">
              <a:lnSpc>
                <a:spcPct val="100000"/>
              </a:lnSpc>
              <a:spcBef>
                <a:spcPts val="2800"/>
              </a:spcBef>
              <a:buSzPct val="75000"/>
              <a:buChar char="•"/>
              <a:tabLst>
                <a:tab pos="280035" algn="l"/>
              </a:tabLst>
            </a:pPr>
            <a:r>
              <a:rPr sz="2400" b="1" dirty="0">
                <a:solidFill>
                  <a:srgbClr val="0070C0"/>
                </a:solidFill>
                <a:latin typeface="Arial"/>
                <a:cs typeface="Arial"/>
              </a:rPr>
              <a:t>git</a:t>
            </a:r>
            <a:r>
              <a:rPr sz="2400" b="1" spc="10" dirty="0">
                <a:solidFill>
                  <a:srgbClr val="0070C0"/>
                </a:solidFill>
                <a:latin typeface="Arial"/>
                <a:cs typeface="Arial"/>
              </a:rPr>
              <a:t> </a:t>
            </a:r>
            <a:r>
              <a:rPr sz="2400" b="1" dirty="0">
                <a:solidFill>
                  <a:srgbClr val="0070C0"/>
                </a:solidFill>
                <a:latin typeface="Arial"/>
                <a:cs typeface="Arial"/>
              </a:rPr>
              <a:t>push</a:t>
            </a:r>
            <a:r>
              <a:rPr sz="2400" b="1" spc="10" dirty="0">
                <a:solidFill>
                  <a:srgbClr val="0070C0"/>
                </a:solidFill>
                <a:latin typeface="Arial"/>
                <a:cs typeface="Arial"/>
              </a:rPr>
              <a:t> </a:t>
            </a:r>
            <a:r>
              <a:rPr sz="2400" b="1" dirty="0">
                <a:solidFill>
                  <a:srgbClr val="0070C0"/>
                </a:solidFill>
                <a:latin typeface="Arial"/>
                <a:cs typeface="Arial"/>
              </a:rPr>
              <a:t>[url]</a:t>
            </a:r>
            <a:r>
              <a:rPr sz="2400" b="1" spc="10" dirty="0">
                <a:solidFill>
                  <a:srgbClr val="0070C0"/>
                </a:solidFill>
                <a:latin typeface="Arial"/>
                <a:cs typeface="Arial"/>
              </a:rPr>
              <a:t> </a:t>
            </a:r>
            <a:r>
              <a:rPr sz="2400" b="1" spc="-20" dirty="0">
                <a:solidFill>
                  <a:srgbClr val="0070C0"/>
                </a:solidFill>
                <a:latin typeface="Arial"/>
                <a:cs typeface="Arial"/>
              </a:rPr>
              <a:t>[branch-</a:t>
            </a:r>
            <a:r>
              <a:rPr sz="2400" b="1" spc="-10" dirty="0">
                <a:solidFill>
                  <a:srgbClr val="0070C0"/>
                </a:solidFill>
                <a:latin typeface="Arial"/>
                <a:cs typeface="Arial"/>
              </a:rPr>
              <a:t>name]</a:t>
            </a:r>
            <a:endParaRPr sz="2400">
              <a:latin typeface="Arial"/>
              <a:cs typeface="Arial"/>
            </a:endParaRPr>
          </a:p>
          <a:p>
            <a:pPr>
              <a:lnSpc>
                <a:spcPct val="100000"/>
              </a:lnSpc>
              <a:spcBef>
                <a:spcPts val="40"/>
              </a:spcBef>
              <a:buClr>
                <a:srgbClr val="0070C0"/>
              </a:buClr>
              <a:buFont typeface="Arial"/>
              <a:buChar char="•"/>
            </a:pPr>
            <a:endParaRPr sz="2400">
              <a:latin typeface="Arial"/>
              <a:cs typeface="Arial"/>
            </a:endParaRPr>
          </a:p>
          <a:p>
            <a:pPr marL="884555" lvl="1" indent="-301625">
              <a:lnSpc>
                <a:spcPct val="100000"/>
              </a:lnSpc>
              <a:buSzPct val="75000"/>
              <a:buChar char="•"/>
              <a:tabLst>
                <a:tab pos="884555" algn="l"/>
              </a:tabLst>
            </a:pPr>
            <a:r>
              <a:rPr sz="2400" spc="65" dirty="0">
                <a:latin typeface="Tahoma"/>
                <a:cs typeface="Tahoma"/>
              </a:rPr>
              <a:t>Push</a:t>
            </a:r>
            <a:r>
              <a:rPr sz="2400" spc="-80" dirty="0">
                <a:latin typeface="Tahoma"/>
                <a:cs typeface="Tahoma"/>
              </a:rPr>
              <a:t> </a:t>
            </a:r>
            <a:r>
              <a:rPr sz="2400" dirty="0">
                <a:latin typeface="Tahoma"/>
                <a:cs typeface="Tahoma"/>
              </a:rPr>
              <a:t>committed</a:t>
            </a:r>
            <a:r>
              <a:rPr sz="2400" spc="-80" dirty="0">
                <a:latin typeface="Tahoma"/>
                <a:cs typeface="Tahoma"/>
              </a:rPr>
              <a:t> </a:t>
            </a:r>
            <a:r>
              <a:rPr sz="2400" dirty="0">
                <a:latin typeface="Tahoma"/>
                <a:cs typeface="Tahoma"/>
              </a:rPr>
              <a:t>file</a:t>
            </a:r>
            <a:r>
              <a:rPr sz="2400" spc="-80" dirty="0">
                <a:latin typeface="Tahoma"/>
                <a:cs typeface="Tahoma"/>
              </a:rPr>
              <a:t> </a:t>
            </a:r>
            <a:r>
              <a:rPr sz="2400" dirty="0">
                <a:latin typeface="Tahoma"/>
                <a:cs typeface="Tahoma"/>
              </a:rPr>
              <a:t>to</a:t>
            </a:r>
            <a:r>
              <a:rPr sz="2400" spc="-80" dirty="0">
                <a:latin typeface="Tahoma"/>
                <a:cs typeface="Tahoma"/>
              </a:rPr>
              <a:t> </a:t>
            </a:r>
            <a:r>
              <a:rPr sz="2400" dirty="0">
                <a:latin typeface="Tahoma"/>
                <a:cs typeface="Tahoma"/>
              </a:rPr>
              <a:t>remote</a:t>
            </a:r>
            <a:r>
              <a:rPr sz="2400" spc="-80" dirty="0">
                <a:latin typeface="Tahoma"/>
                <a:cs typeface="Tahoma"/>
              </a:rPr>
              <a:t> </a:t>
            </a:r>
            <a:r>
              <a:rPr sz="2400" spc="-10" dirty="0">
                <a:latin typeface="Tahoma"/>
                <a:cs typeface="Tahoma"/>
              </a:rPr>
              <a:t>server</a:t>
            </a:r>
            <a:endParaRPr sz="2400">
              <a:latin typeface="Tahoma"/>
              <a:cs typeface="Tahoma"/>
            </a:endParaRPr>
          </a:p>
        </p:txBody>
      </p:sp>
      <p:sp>
        <p:nvSpPr>
          <p:cNvPr id="3" name="object 3"/>
          <p:cNvSpPr txBox="1">
            <a:spLocks noGrp="1"/>
          </p:cNvSpPr>
          <p:nvPr>
            <p:ph type="title"/>
          </p:nvPr>
        </p:nvSpPr>
        <p:spPr>
          <a:prstGeom prst="rect">
            <a:avLst/>
          </a:prstGeom>
        </p:spPr>
        <p:txBody>
          <a:bodyPr vert="horz" wrap="square" lIns="0" tIns="713863" rIns="0" bIns="0" rtlCol="0">
            <a:spAutoFit/>
          </a:bodyPr>
          <a:lstStyle/>
          <a:p>
            <a:pPr marL="890269">
              <a:lnSpc>
                <a:spcPct val="100000"/>
              </a:lnSpc>
              <a:spcBef>
                <a:spcPts val="100"/>
              </a:spcBef>
            </a:pPr>
            <a:r>
              <a:rPr sz="7200" spc="320" dirty="0"/>
              <a:t>Basic</a:t>
            </a:r>
            <a:r>
              <a:rPr sz="7200" spc="-260" dirty="0"/>
              <a:t> </a:t>
            </a:r>
            <a:r>
              <a:rPr sz="7200" spc="140" dirty="0"/>
              <a:t>Git</a:t>
            </a:r>
            <a:r>
              <a:rPr sz="7200" spc="-260" dirty="0"/>
              <a:t> </a:t>
            </a:r>
            <a:r>
              <a:rPr sz="7200" spc="220" dirty="0"/>
              <a:t>Commands</a:t>
            </a:r>
            <a:r>
              <a:rPr sz="7200" spc="-260" dirty="0"/>
              <a:t> </a:t>
            </a:r>
            <a:r>
              <a:rPr sz="7200" spc="-440" dirty="0"/>
              <a:t>(2/2)</a:t>
            </a:r>
            <a:endParaRPr sz="720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69</a:t>
            </a:fld>
            <a:endParaRPr spc="-25" dirty="0"/>
          </a:p>
        </p:txBody>
      </p:sp>
      <p:sp>
        <p:nvSpPr>
          <p:cNvPr id="2" name="object 2"/>
          <p:cNvSpPr txBox="1">
            <a:spLocks noGrp="1"/>
          </p:cNvSpPr>
          <p:nvPr>
            <p:ph type="title"/>
          </p:nvPr>
        </p:nvSpPr>
        <p:spPr>
          <a:prstGeom prst="rect">
            <a:avLst/>
          </a:prstGeom>
        </p:spPr>
        <p:txBody>
          <a:bodyPr vert="horz" wrap="square" lIns="0" tIns="496439" rIns="0" bIns="0" rtlCol="0">
            <a:spAutoFit/>
          </a:bodyPr>
          <a:lstStyle/>
          <a:p>
            <a:pPr marL="4505960">
              <a:lnSpc>
                <a:spcPct val="100000"/>
              </a:lnSpc>
              <a:spcBef>
                <a:spcPts val="100"/>
              </a:spcBef>
            </a:pPr>
            <a:r>
              <a:rPr spc="-10" dirty="0"/>
              <a:t>Outline</a:t>
            </a:r>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403225" indent="-390525">
              <a:lnSpc>
                <a:spcPct val="100000"/>
              </a:lnSpc>
              <a:spcBef>
                <a:spcPts val="100"/>
              </a:spcBef>
              <a:buSzPct val="74193"/>
              <a:buChar char="•"/>
              <a:tabLst>
                <a:tab pos="403225" algn="l"/>
              </a:tabLst>
            </a:pPr>
            <a:r>
              <a:rPr dirty="0">
                <a:solidFill>
                  <a:srgbClr val="A6A6A6"/>
                </a:solidFill>
              </a:rPr>
              <a:t>General</a:t>
            </a:r>
            <a:r>
              <a:rPr spc="50" dirty="0">
                <a:solidFill>
                  <a:srgbClr val="A6A6A6"/>
                </a:solidFill>
              </a:rPr>
              <a:t> </a:t>
            </a:r>
            <a:r>
              <a:rPr spc="-20" dirty="0">
                <a:solidFill>
                  <a:srgbClr val="A6A6A6"/>
                </a:solidFill>
              </a:rPr>
              <a:t>Rule</a:t>
            </a:r>
          </a:p>
          <a:p>
            <a:pPr marL="403225" indent="-390525">
              <a:lnSpc>
                <a:spcPct val="100000"/>
              </a:lnSpc>
              <a:spcBef>
                <a:spcPts val="3600"/>
              </a:spcBef>
              <a:buSzPct val="74193"/>
              <a:buChar char="•"/>
              <a:tabLst>
                <a:tab pos="403225" algn="l"/>
              </a:tabLst>
            </a:pPr>
            <a:r>
              <a:rPr spc="-20" dirty="0">
                <a:solidFill>
                  <a:srgbClr val="A6A6A6"/>
                </a:solidFill>
              </a:rPr>
              <a:t>Introduction</a:t>
            </a:r>
            <a:r>
              <a:rPr spc="-135" dirty="0">
                <a:solidFill>
                  <a:srgbClr val="A6A6A6"/>
                </a:solidFill>
              </a:rPr>
              <a:t> </a:t>
            </a:r>
            <a:r>
              <a:rPr dirty="0">
                <a:solidFill>
                  <a:srgbClr val="A6A6A6"/>
                </a:solidFill>
              </a:rPr>
              <a:t>to</a:t>
            </a:r>
            <a:r>
              <a:rPr spc="-130" dirty="0">
                <a:solidFill>
                  <a:srgbClr val="A6A6A6"/>
                </a:solidFill>
              </a:rPr>
              <a:t> </a:t>
            </a:r>
            <a:r>
              <a:rPr spc="30" dirty="0">
                <a:solidFill>
                  <a:srgbClr val="A6A6A6"/>
                </a:solidFill>
              </a:rPr>
              <a:t>Git</a:t>
            </a:r>
          </a:p>
          <a:p>
            <a:pPr marL="1185545" lvl="1" indent="-390525">
              <a:lnSpc>
                <a:spcPct val="100000"/>
              </a:lnSpc>
              <a:spcBef>
                <a:spcPts val="2110"/>
              </a:spcBef>
              <a:buSzPct val="74193"/>
              <a:buChar char="•"/>
              <a:tabLst>
                <a:tab pos="1185545" algn="l"/>
              </a:tabLst>
            </a:pPr>
            <a:r>
              <a:rPr sz="3100" dirty="0">
                <a:solidFill>
                  <a:srgbClr val="A6A6A6"/>
                </a:solidFill>
                <a:latin typeface="Tahoma"/>
                <a:cs typeface="Tahoma"/>
              </a:rPr>
              <a:t>Version</a:t>
            </a:r>
            <a:r>
              <a:rPr sz="3100" spc="-85" dirty="0">
                <a:solidFill>
                  <a:srgbClr val="A6A6A6"/>
                </a:solidFill>
                <a:latin typeface="Tahoma"/>
                <a:cs typeface="Tahoma"/>
              </a:rPr>
              <a:t> </a:t>
            </a:r>
            <a:r>
              <a:rPr sz="3100" spc="-10" dirty="0">
                <a:solidFill>
                  <a:srgbClr val="A6A6A6"/>
                </a:solidFill>
                <a:latin typeface="Tahoma"/>
                <a:cs typeface="Tahoma"/>
              </a:rPr>
              <a:t>control</a:t>
            </a:r>
            <a:endParaRPr sz="3100">
              <a:latin typeface="Tahoma"/>
              <a:cs typeface="Tahoma"/>
            </a:endParaRPr>
          </a:p>
          <a:p>
            <a:pPr marL="1185545" lvl="1" indent="-390525">
              <a:lnSpc>
                <a:spcPct val="100000"/>
              </a:lnSpc>
              <a:spcBef>
                <a:spcPts val="1739"/>
              </a:spcBef>
              <a:buSzPct val="74193"/>
              <a:buChar char="•"/>
              <a:tabLst>
                <a:tab pos="1185545" algn="l"/>
              </a:tabLst>
            </a:pPr>
            <a:r>
              <a:rPr sz="3100" spc="60" dirty="0">
                <a:solidFill>
                  <a:srgbClr val="A6A6A6"/>
                </a:solidFill>
                <a:latin typeface="Tahoma"/>
                <a:cs typeface="Tahoma"/>
              </a:rPr>
              <a:t>Git</a:t>
            </a:r>
            <a:r>
              <a:rPr sz="3100" spc="-114" dirty="0">
                <a:solidFill>
                  <a:srgbClr val="A6A6A6"/>
                </a:solidFill>
                <a:latin typeface="Tahoma"/>
                <a:cs typeface="Tahoma"/>
              </a:rPr>
              <a:t> </a:t>
            </a:r>
            <a:r>
              <a:rPr sz="3100" spc="125" dirty="0">
                <a:solidFill>
                  <a:srgbClr val="A6A6A6"/>
                </a:solidFill>
                <a:latin typeface="Tahoma"/>
                <a:cs typeface="Tahoma"/>
              </a:rPr>
              <a:t>Basics</a:t>
            </a:r>
            <a:endParaRPr sz="3100">
              <a:latin typeface="Tahoma"/>
              <a:cs typeface="Tahoma"/>
            </a:endParaRPr>
          </a:p>
          <a:p>
            <a:pPr marL="1185545" lvl="1" indent="-390525">
              <a:lnSpc>
                <a:spcPct val="100000"/>
              </a:lnSpc>
              <a:spcBef>
                <a:spcPts val="1739"/>
              </a:spcBef>
              <a:buSzPct val="74193"/>
              <a:buChar char="•"/>
              <a:tabLst>
                <a:tab pos="1185545" algn="l"/>
              </a:tabLst>
            </a:pPr>
            <a:r>
              <a:rPr sz="3100" spc="-140" dirty="0">
                <a:solidFill>
                  <a:srgbClr val="A6A6A6"/>
                </a:solidFill>
                <a:latin typeface="Tahoma"/>
                <a:cs typeface="Tahoma"/>
              </a:rPr>
              <a:t>Try</a:t>
            </a:r>
            <a:r>
              <a:rPr sz="3100" spc="-105" dirty="0">
                <a:solidFill>
                  <a:srgbClr val="A6A6A6"/>
                </a:solidFill>
                <a:latin typeface="Tahoma"/>
                <a:cs typeface="Tahoma"/>
              </a:rPr>
              <a:t> </a:t>
            </a:r>
            <a:r>
              <a:rPr sz="3100" spc="-20" dirty="0">
                <a:solidFill>
                  <a:srgbClr val="A6A6A6"/>
                </a:solidFill>
                <a:latin typeface="Tahoma"/>
                <a:cs typeface="Tahoma"/>
              </a:rPr>
              <a:t>Git!</a:t>
            </a:r>
            <a:endParaRPr sz="3100">
              <a:latin typeface="Tahoma"/>
              <a:cs typeface="Tahoma"/>
            </a:endParaRPr>
          </a:p>
          <a:p>
            <a:pPr marL="1185545" lvl="1" indent="-390525">
              <a:lnSpc>
                <a:spcPct val="100000"/>
              </a:lnSpc>
              <a:spcBef>
                <a:spcPts val="1739"/>
              </a:spcBef>
              <a:buSzPct val="74193"/>
              <a:buChar char="•"/>
              <a:tabLst>
                <a:tab pos="1185545" algn="l"/>
              </a:tabLst>
            </a:pPr>
            <a:r>
              <a:rPr sz="3100" dirty="0">
                <a:solidFill>
                  <a:srgbClr val="A6A6A6"/>
                </a:solidFill>
                <a:latin typeface="Tahoma"/>
                <a:cs typeface="Tahoma"/>
              </a:rPr>
              <a:t>Remote</a:t>
            </a:r>
            <a:r>
              <a:rPr sz="3100" spc="100" dirty="0">
                <a:solidFill>
                  <a:srgbClr val="A6A6A6"/>
                </a:solidFill>
                <a:latin typeface="Tahoma"/>
                <a:cs typeface="Tahoma"/>
              </a:rPr>
              <a:t> </a:t>
            </a:r>
            <a:r>
              <a:rPr sz="3100" spc="-10" dirty="0">
                <a:solidFill>
                  <a:srgbClr val="A6A6A6"/>
                </a:solidFill>
                <a:latin typeface="Tahoma"/>
                <a:cs typeface="Tahoma"/>
              </a:rPr>
              <a:t>Repositories</a:t>
            </a:r>
            <a:endParaRPr sz="3100">
              <a:latin typeface="Tahoma"/>
              <a:cs typeface="Tahoma"/>
            </a:endParaRPr>
          </a:p>
          <a:p>
            <a:pPr marL="403225" indent="-390525">
              <a:lnSpc>
                <a:spcPct val="100000"/>
              </a:lnSpc>
              <a:spcBef>
                <a:spcPts val="3229"/>
              </a:spcBef>
              <a:buSzPct val="74193"/>
              <a:buChar char="•"/>
              <a:tabLst>
                <a:tab pos="403225" algn="l"/>
              </a:tabLst>
            </a:pPr>
            <a:r>
              <a:rPr spc="75" dirty="0">
                <a:solidFill>
                  <a:srgbClr val="000000"/>
                </a:solidFill>
              </a:rPr>
              <a:t>How</a:t>
            </a:r>
            <a:r>
              <a:rPr spc="-100" dirty="0">
                <a:solidFill>
                  <a:srgbClr val="000000"/>
                </a:solidFill>
              </a:rPr>
              <a:t> </a:t>
            </a:r>
            <a:r>
              <a:rPr dirty="0">
                <a:solidFill>
                  <a:srgbClr val="000000"/>
                </a:solidFill>
              </a:rPr>
              <a:t>to</a:t>
            </a:r>
            <a:r>
              <a:rPr spc="-95" dirty="0">
                <a:solidFill>
                  <a:srgbClr val="000000"/>
                </a:solidFill>
              </a:rPr>
              <a:t> </a:t>
            </a:r>
            <a:r>
              <a:rPr dirty="0">
                <a:solidFill>
                  <a:srgbClr val="000000"/>
                </a:solidFill>
              </a:rPr>
              <a:t>Submit</a:t>
            </a:r>
            <a:r>
              <a:rPr spc="-95" dirty="0">
                <a:solidFill>
                  <a:srgbClr val="000000"/>
                </a:solidFill>
              </a:rPr>
              <a:t> </a:t>
            </a:r>
            <a:r>
              <a:rPr dirty="0">
                <a:solidFill>
                  <a:srgbClr val="000000"/>
                </a:solidFill>
              </a:rPr>
              <a:t>Your</a:t>
            </a:r>
            <a:r>
              <a:rPr spc="-100" dirty="0">
                <a:solidFill>
                  <a:srgbClr val="000000"/>
                </a:solidFill>
              </a:rPr>
              <a:t> </a:t>
            </a:r>
            <a:r>
              <a:rPr spc="150" dirty="0">
                <a:solidFill>
                  <a:srgbClr val="000000"/>
                </a:solidFill>
              </a:rPr>
              <a:t>Code</a:t>
            </a:r>
            <a:r>
              <a:rPr spc="-95" dirty="0">
                <a:solidFill>
                  <a:srgbClr val="000000"/>
                </a:solidFill>
              </a:rPr>
              <a:t> </a:t>
            </a:r>
            <a:r>
              <a:rPr dirty="0">
                <a:solidFill>
                  <a:srgbClr val="000000"/>
                </a:solidFill>
              </a:rPr>
              <a:t>to</a:t>
            </a:r>
            <a:r>
              <a:rPr spc="-95" dirty="0">
                <a:solidFill>
                  <a:srgbClr val="000000"/>
                </a:solidFill>
              </a:rPr>
              <a:t> </a:t>
            </a:r>
            <a:r>
              <a:rPr spc="-10" dirty="0">
                <a:solidFill>
                  <a:srgbClr val="000000"/>
                </a:solidFill>
              </a:rPr>
              <a:t>Gitlab</a:t>
            </a:r>
          </a:p>
          <a:p>
            <a:pPr marL="403225" indent="-390525">
              <a:lnSpc>
                <a:spcPct val="100000"/>
              </a:lnSpc>
              <a:spcBef>
                <a:spcPts val="3600"/>
              </a:spcBef>
              <a:buSzPct val="74193"/>
              <a:buChar char="•"/>
              <a:tabLst>
                <a:tab pos="403225" algn="l"/>
              </a:tabLst>
            </a:pPr>
            <a:r>
              <a:rPr dirty="0">
                <a:solidFill>
                  <a:srgbClr val="A6A6A6"/>
                </a:solidFill>
              </a:rPr>
              <a:t>Tools</a:t>
            </a:r>
            <a:r>
              <a:rPr spc="-130" dirty="0">
                <a:solidFill>
                  <a:srgbClr val="A6A6A6"/>
                </a:solidFill>
              </a:rPr>
              <a:t> </a:t>
            </a:r>
            <a:r>
              <a:rPr spc="-155" dirty="0">
                <a:solidFill>
                  <a:srgbClr val="A6A6A6"/>
                </a:solidFill>
              </a:rPr>
              <a:t>&amp;</a:t>
            </a:r>
            <a:r>
              <a:rPr spc="-114" dirty="0">
                <a:solidFill>
                  <a:srgbClr val="A6A6A6"/>
                </a:solidFill>
              </a:rPr>
              <a:t> </a:t>
            </a:r>
            <a:r>
              <a:rPr spc="-10" dirty="0">
                <a:solidFill>
                  <a:srgbClr val="A6A6A6"/>
                </a:solidFill>
              </a:rPr>
              <a:t>References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622830" y="2443612"/>
            <a:ext cx="5435184" cy="5000369"/>
          </a:xfrm>
          <a:prstGeom prst="rect">
            <a:avLst/>
          </a:prstGeom>
        </p:spPr>
      </p:pic>
      <p:sp>
        <p:nvSpPr>
          <p:cNvPr id="3" name="object 3"/>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70</a:t>
            </a:fld>
            <a:endParaRPr spc="-25"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71</a:t>
            </a:fld>
            <a:endParaRPr spc="-25" dirty="0"/>
          </a:p>
        </p:txBody>
      </p:sp>
      <p:sp>
        <p:nvSpPr>
          <p:cNvPr id="2" name="object 2"/>
          <p:cNvSpPr txBox="1">
            <a:spLocks noGrp="1"/>
          </p:cNvSpPr>
          <p:nvPr>
            <p:ph type="title"/>
          </p:nvPr>
        </p:nvSpPr>
        <p:spPr>
          <a:prstGeom prst="rect">
            <a:avLst/>
          </a:prstGeom>
        </p:spPr>
        <p:txBody>
          <a:bodyPr vert="horz" wrap="square" lIns="0" tIns="496439" rIns="0" bIns="0" rtlCol="0">
            <a:spAutoFit/>
          </a:bodyPr>
          <a:lstStyle/>
          <a:p>
            <a:pPr marL="4770120">
              <a:lnSpc>
                <a:spcPct val="100000"/>
              </a:lnSpc>
              <a:spcBef>
                <a:spcPts val="100"/>
              </a:spcBef>
            </a:pPr>
            <a:r>
              <a:rPr spc="114" dirty="0"/>
              <a:t>Gitlab</a:t>
            </a:r>
          </a:p>
        </p:txBody>
      </p:sp>
      <p:sp>
        <p:nvSpPr>
          <p:cNvPr id="3" name="object 3"/>
          <p:cNvSpPr txBox="1"/>
          <p:nvPr/>
        </p:nvSpPr>
        <p:spPr>
          <a:xfrm>
            <a:off x="987424" y="2620136"/>
            <a:ext cx="11684000" cy="2738120"/>
          </a:xfrm>
          <a:prstGeom prst="rect">
            <a:avLst/>
          </a:prstGeom>
        </p:spPr>
        <p:txBody>
          <a:bodyPr vert="horz" wrap="square" lIns="0" tIns="12700" rIns="0" bIns="0" rtlCol="0">
            <a:spAutoFit/>
          </a:bodyPr>
          <a:lstStyle/>
          <a:p>
            <a:pPr marL="456565" indent="-443865">
              <a:lnSpc>
                <a:spcPct val="100000"/>
              </a:lnSpc>
              <a:spcBef>
                <a:spcPts val="100"/>
              </a:spcBef>
              <a:buSzPct val="75000"/>
              <a:buChar char="•"/>
              <a:tabLst>
                <a:tab pos="456565" algn="l"/>
              </a:tabLst>
            </a:pPr>
            <a:r>
              <a:rPr sz="3600" dirty="0">
                <a:latin typeface="Tahoma"/>
                <a:cs typeface="Tahoma"/>
              </a:rPr>
              <a:t>We</a:t>
            </a:r>
            <a:r>
              <a:rPr sz="3600" spc="-100" dirty="0">
                <a:latin typeface="Tahoma"/>
                <a:cs typeface="Tahoma"/>
              </a:rPr>
              <a:t> </a:t>
            </a:r>
            <a:r>
              <a:rPr sz="3600" dirty="0">
                <a:latin typeface="Tahoma"/>
                <a:cs typeface="Tahoma"/>
              </a:rPr>
              <a:t>have</a:t>
            </a:r>
            <a:r>
              <a:rPr sz="3600" spc="-100" dirty="0">
                <a:latin typeface="Tahoma"/>
                <a:cs typeface="Tahoma"/>
              </a:rPr>
              <a:t> </a:t>
            </a:r>
            <a:r>
              <a:rPr sz="3600" dirty="0">
                <a:latin typeface="Tahoma"/>
                <a:cs typeface="Tahoma"/>
              </a:rPr>
              <a:t>created</a:t>
            </a:r>
            <a:r>
              <a:rPr sz="3600" spc="-105" dirty="0">
                <a:latin typeface="Tahoma"/>
                <a:cs typeface="Tahoma"/>
              </a:rPr>
              <a:t> </a:t>
            </a:r>
            <a:r>
              <a:rPr sz="3600" spc="65" dirty="0">
                <a:latin typeface="Tahoma"/>
                <a:cs typeface="Tahoma"/>
              </a:rPr>
              <a:t>account</a:t>
            </a:r>
            <a:r>
              <a:rPr sz="3600" spc="-105" dirty="0">
                <a:latin typeface="Tahoma"/>
                <a:cs typeface="Tahoma"/>
              </a:rPr>
              <a:t> </a:t>
            </a:r>
            <a:r>
              <a:rPr sz="3600" dirty="0">
                <a:latin typeface="Tahoma"/>
                <a:cs typeface="Tahoma"/>
              </a:rPr>
              <a:t>for</a:t>
            </a:r>
            <a:r>
              <a:rPr sz="3600" spc="-100" dirty="0">
                <a:latin typeface="Tahoma"/>
                <a:cs typeface="Tahoma"/>
              </a:rPr>
              <a:t> </a:t>
            </a:r>
            <a:r>
              <a:rPr sz="3600" spc="-25" dirty="0">
                <a:latin typeface="Tahoma"/>
                <a:cs typeface="Tahoma"/>
              </a:rPr>
              <a:t>you</a:t>
            </a:r>
            <a:endParaRPr sz="3600" dirty="0">
              <a:latin typeface="Tahoma"/>
              <a:cs typeface="Tahoma"/>
            </a:endParaRPr>
          </a:p>
          <a:p>
            <a:pPr marL="456565" indent="-443865">
              <a:lnSpc>
                <a:spcPct val="100000"/>
              </a:lnSpc>
              <a:spcBef>
                <a:spcPts val="4200"/>
              </a:spcBef>
              <a:buSzPct val="75000"/>
              <a:buChar char="•"/>
              <a:tabLst>
                <a:tab pos="456565" algn="l"/>
              </a:tabLst>
            </a:pPr>
            <a:r>
              <a:rPr sz="3600" dirty="0">
                <a:latin typeface="Tahoma"/>
                <a:cs typeface="Tahoma"/>
              </a:rPr>
              <a:t>Account:</a:t>
            </a:r>
            <a:r>
              <a:rPr sz="3600" spc="25" dirty="0">
                <a:latin typeface="Tahoma"/>
                <a:cs typeface="Tahoma"/>
              </a:rPr>
              <a:t> </a:t>
            </a:r>
            <a:r>
              <a:rPr sz="3600" dirty="0">
                <a:latin typeface="Tahoma"/>
                <a:cs typeface="Tahoma"/>
              </a:rPr>
              <a:t>Email</a:t>
            </a:r>
            <a:r>
              <a:rPr sz="3600" spc="35" dirty="0">
                <a:latin typeface="Tahoma"/>
                <a:cs typeface="Tahoma"/>
              </a:rPr>
              <a:t> </a:t>
            </a:r>
            <a:r>
              <a:rPr sz="3600" spc="-100" dirty="0">
                <a:latin typeface="Tahoma"/>
                <a:cs typeface="Tahoma"/>
              </a:rPr>
              <a:t>(e.g.</a:t>
            </a:r>
            <a:r>
              <a:rPr sz="3600" spc="30" dirty="0">
                <a:latin typeface="Tahoma"/>
                <a:cs typeface="Tahoma"/>
              </a:rPr>
              <a:t> </a:t>
            </a:r>
            <a:r>
              <a:rPr sz="3600" spc="-10" dirty="0">
                <a:latin typeface="Tahoma"/>
                <a:cs typeface="Tahoma"/>
                <a:hlinkClick r:id="rId2"/>
              </a:rPr>
              <a:t>ssta2026@datalab.cs.nthu.edu.tw)</a:t>
            </a:r>
            <a:endParaRPr sz="3600" dirty="0">
              <a:latin typeface="Tahoma"/>
              <a:cs typeface="Tahoma"/>
            </a:endParaRPr>
          </a:p>
          <a:p>
            <a:pPr marL="456565" indent="-443865">
              <a:lnSpc>
                <a:spcPct val="100000"/>
              </a:lnSpc>
              <a:spcBef>
                <a:spcPts val="4200"/>
              </a:spcBef>
              <a:buSzPct val="75000"/>
              <a:buChar char="•"/>
              <a:tabLst>
                <a:tab pos="456565" algn="l"/>
              </a:tabLst>
            </a:pPr>
            <a:r>
              <a:rPr sz="3600" spc="45" dirty="0">
                <a:latin typeface="Tahoma"/>
                <a:cs typeface="Tahoma"/>
              </a:rPr>
              <a:t>Password:</a:t>
            </a:r>
            <a:r>
              <a:rPr sz="3600" spc="-125" dirty="0">
                <a:latin typeface="Tahoma"/>
                <a:cs typeface="Tahoma"/>
              </a:rPr>
              <a:t> </a:t>
            </a:r>
            <a:r>
              <a:rPr sz="3600" dirty="0">
                <a:latin typeface="Tahoma"/>
                <a:cs typeface="Tahoma"/>
              </a:rPr>
              <a:t>student</a:t>
            </a:r>
            <a:r>
              <a:rPr sz="3600" spc="-120" dirty="0">
                <a:latin typeface="Tahoma"/>
                <a:cs typeface="Tahoma"/>
              </a:rPr>
              <a:t> </a:t>
            </a:r>
            <a:r>
              <a:rPr sz="3600" spc="-175" dirty="0">
                <a:latin typeface="Tahoma"/>
                <a:cs typeface="Tahoma"/>
              </a:rPr>
              <a:t>ID</a:t>
            </a:r>
            <a:r>
              <a:rPr sz="3600" spc="-105" dirty="0">
                <a:latin typeface="Tahoma"/>
                <a:cs typeface="Tahoma"/>
              </a:rPr>
              <a:t> </a:t>
            </a:r>
            <a:r>
              <a:rPr sz="3600" spc="-100" dirty="0">
                <a:latin typeface="Tahoma"/>
                <a:cs typeface="Tahoma"/>
              </a:rPr>
              <a:t>(e.g.</a:t>
            </a:r>
            <a:r>
              <a:rPr sz="3600" spc="-114" dirty="0">
                <a:latin typeface="Tahoma"/>
                <a:cs typeface="Tahoma"/>
              </a:rPr>
              <a:t> </a:t>
            </a:r>
            <a:r>
              <a:rPr sz="3600" spc="-10" dirty="0">
                <a:latin typeface="Tahoma"/>
                <a:cs typeface="Tahoma"/>
              </a:rPr>
              <a:t>114012345)</a:t>
            </a:r>
            <a:endParaRPr sz="3600" dirty="0">
              <a:latin typeface="Tahoma"/>
              <a:cs typeface="Tahoma"/>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96439" rIns="0" bIns="0" rtlCol="0">
            <a:spAutoFit/>
          </a:bodyPr>
          <a:lstStyle/>
          <a:p>
            <a:pPr marL="4770120">
              <a:lnSpc>
                <a:spcPct val="100000"/>
              </a:lnSpc>
              <a:spcBef>
                <a:spcPts val="100"/>
              </a:spcBef>
            </a:pPr>
            <a:r>
              <a:rPr spc="114" dirty="0"/>
              <a:t>Gitlab</a:t>
            </a:r>
          </a:p>
        </p:txBody>
      </p:sp>
      <p:pic>
        <p:nvPicPr>
          <p:cNvPr id="3" name="object 3"/>
          <p:cNvPicPr/>
          <p:nvPr/>
        </p:nvPicPr>
        <p:blipFill>
          <a:blip r:embed="rId2" cstate="print"/>
          <a:stretch>
            <a:fillRect/>
          </a:stretch>
        </p:blipFill>
        <p:spPr>
          <a:xfrm>
            <a:off x="0" y="3940019"/>
            <a:ext cx="13004800" cy="3600033"/>
          </a:xfrm>
          <a:prstGeom prst="rect">
            <a:avLst/>
          </a:prstGeom>
        </p:spPr>
      </p:pic>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72</a:t>
            </a:fld>
            <a:endParaRPr spc="-25"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96439" rIns="0" bIns="0" rtlCol="0">
            <a:spAutoFit/>
          </a:bodyPr>
          <a:lstStyle/>
          <a:p>
            <a:pPr marL="4770120">
              <a:lnSpc>
                <a:spcPct val="100000"/>
              </a:lnSpc>
              <a:spcBef>
                <a:spcPts val="100"/>
              </a:spcBef>
            </a:pPr>
            <a:r>
              <a:rPr spc="114" dirty="0"/>
              <a:t>Gitlab</a:t>
            </a:r>
          </a:p>
        </p:txBody>
      </p:sp>
      <p:pic>
        <p:nvPicPr>
          <p:cNvPr id="3" name="object 3"/>
          <p:cNvPicPr/>
          <p:nvPr/>
        </p:nvPicPr>
        <p:blipFill>
          <a:blip r:embed="rId2" cstate="print"/>
          <a:stretch>
            <a:fillRect/>
          </a:stretch>
        </p:blipFill>
        <p:spPr>
          <a:xfrm>
            <a:off x="490719" y="2965450"/>
            <a:ext cx="11972041" cy="4621862"/>
          </a:xfrm>
          <a:prstGeom prst="rect">
            <a:avLst/>
          </a:prstGeom>
        </p:spPr>
      </p:pic>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73</a:t>
            </a:fld>
            <a:endParaRPr spc="-25"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96439" rIns="0" bIns="0" rtlCol="0">
            <a:spAutoFit/>
          </a:bodyPr>
          <a:lstStyle/>
          <a:p>
            <a:pPr marL="4770120">
              <a:lnSpc>
                <a:spcPct val="100000"/>
              </a:lnSpc>
              <a:spcBef>
                <a:spcPts val="100"/>
              </a:spcBef>
            </a:pPr>
            <a:r>
              <a:rPr spc="114" dirty="0"/>
              <a:t>Gitlab</a:t>
            </a:r>
          </a:p>
        </p:txBody>
      </p:sp>
      <p:grpSp>
        <p:nvGrpSpPr>
          <p:cNvPr id="3" name="object 3"/>
          <p:cNvGrpSpPr/>
          <p:nvPr/>
        </p:nvGrpSpPr>
        <p:grpSpPr>
          <a:xfrm>
            <a:off x="1936138" y="2202543"/>
            <a:ext cx="8621395" cy="4756785"/>
            <a:chOff x="1936138" y="2202543"/>
            <a:chExt cx="8621395" cy="4756785"/>
          </a:xfrm>
        </p:grpSpPr>
        <p:pic>
          <p:nvPicPr>
            <p:cNvPr id="4" name="object 4"/>
            <p:cNvPicPr/>
            <p:nvPr/>
          </p:nvPicPr>
          <p:blipFill>
            <a:blip r:embed="rId2" cstate="print"/>
            <a:stretch>
              <a:fillRect/>
            </a:stretch>
          </p:blipFill>
          <p:spPr>
            <a:xfrm>
              <a:off x="1936138" y="2202543"/>
              <a:ext cx="8621368" cy="3927546"/>
            </a:xfrm>
            <a:prstGeom prst="rect">
              <a:avLst/>
            </a:prstGeom>
          </p:spPr>
        </p:pic>
        <p:sp>
          <p:nvSpPr>
            <p:cNvPr id="5" name="object 5"/>
            <p:cNvSpPr/>
            <p:nvPr/>
          </p:nvSpPr>
          <p:spPr>
            <a:xfrm>
              <a:off x="2862817" y="4495922"/>
              <a:ext cx="4237355" cy="2451100"/>
            </a:xfrm>
            <a:custGeom>
              <a:avLst/>
              <a:gdLst/>
              <a:ahLst/>
              <a:cxnLst/>
              <a:rect l="l" t="t" r="r" b="b"/>
              <a:pathLst>
                <a:path w="4237355" h="2451100">
                  <a:moveTo>
                    <a:pt x="2888749" y="672772"/>
                  </a:moveTo>
                  <a:lnTo>
                    <a:pt x="2022124" y="672772"/>
                  </a:lnTo>
                  <a:lnTo>
                    <a:pt x="4237137" y="0"/>
                  </a:lnTo>
                  <a:lnTo>
                    <a:pt x="2888749" y="672772"/>
                  </a:lnTo>
                  <a:close/>
                </a:path>
                <a:path w="4237355" h="2451100">
                  <a:moveTo>
                    <a:pt x="3170199" y="2450572"/>
                  </a:moveTo>
                  <a:lnTo>
                    <a:pt x="296299" y="2450572"/>
                  </a:lnTo>
                  <a:lnTo>
                    <a:pt x="248238" y="2446694"/>
                  </a:lnTo>
                  <a:lnTo>
                    <a:pt x="202646" y="2435467"/>
                  </a:lnTo>
                  <a:lnTo>
                    <a:pt x="160133" y="2417500"/>
                  </a:lnTo>
                  <a:lnTo>
                    <a:pt x="121309" y="2393403"/>
                  </a:lnTo>
                  <a:lnTo>
                    <a:pt x="86784" y="2363788"/>
                  </a:lnTo>
                  <a:lnTo>
                    <a:pt x="57168" y="2329263"/>
                  </a:lnTo>
                  <a:lnTo>
                    <a:pt x="33072" y="2290439"/>
                  </a:lnTo>
                  <a:lnTo>
                    <a:pt x="15105" y="2247926"/>
                  </a:lnTo>
                  <a:lnTo>
                    <a:pt x="3878" y="2202334"/>
                  </a:lnTo>
                  <a:lnTo>
                    <a:pt x="0" y="2154272"/>
                  </a:lnTo>
                  <a:lnTo>
                    <a:pt x="0" y="969072"/>
                  </a:lnTo>
                  <a:lnTo>
                    <a:pt x="3762" y="922441"/>
                  </a:lnTo>
                  <a:lnTo>
                    <a:pt x="3878" y="921011"/>
                  </a:lnTo>
                  <a:lnTo>
                    <a:pt x="15105" y="875419"/>
                  </a:lnTo>
                  <a:lnTo>
                    <a:pt x="33072" y="832905"/>
                  </a:lnTo>
                  <a:lnTo>
                    <a:pt x="57168" y="794081"/>
                  </a:lnTo>
                  <a:lnTo>
                    <a:pt x="86784" y="759556"/>
                  </a:lnTo>
                  <a:lnTo>
                    <a:pt x="121309" y="729941"/>
                  </a:lnTo>
                  <a:lnTo>
                    <a:pt x="160133" y="705845"/>
                  </a:lnTo>
                  <a:lnTo>
                    <a:pt x="202646" y="687878"/>
                  </a:lnTo>
                  <a:lnTo>
                    <a:pt x="248238" y="676650"/>
                  </a:lnTo>
                  <a:lnTo>
                    <a:pt x="296299" y="672772"/>
                  </a:lnTo>
                  <a:lnTo>
                    <a:pt x="3170199" y="672772"/>
                  </a:lnTo>
                  <a:lnTo>
                    <a:pt x="3216831" y="676463"/>
                  </a:lnTo>
                  <a:lnTo>
                    <a:pt x="3261894" y="687317"/>
                  </a:lnTo>
                  <a:lnTo>
                    <a:pt x="3304593" y="705004"/>
                  </a:lnTo>
                  <a:lnTo>
                    <a:pt x="3344132" y="729193"/>
                  </a:lnTo>
                  <a:lnTo>
                    <a:pt x="3379715" y="759556"/>
                  </a:lnTo>
                  <a:lnTo>
                    <a:pt x="3410078" y="795140"/>
                  </a:lnTo>
                  <a:lnTo>
                    <a:pt x="3434268" y="834679"/>
                  </a:lnTo>
                  <a:lnTo>
                    <a:pt x="3451955" y="877378"/>
                  </a:lnTo>
                  <a:lnTo>
                    <a:pt x="3462808" y="922441"/>
                  </a:lnTo>
                  <a:lnTo>
                    <a:pt x="3466499" y="969072"/>
                  </a:lnTo>
                  <a:lnTo>
                    <a:pt x="3466499" y="2154272"/>
                  </a:lnTo>
                  <a:lnTo>
                    <a:pt x="3462621" y="2202334"/>
                  </a:lnTo>
                  <a:lnTo>
                    <a:pt x="3451394" y="2247926"/>
                  </a:lnTo>
                  <a:lnTo>
                    <a:pt x="3433427" y="2290439"/>
                  </a:lnTo>
                  <a:lnTo>
                    <a:pt x="3409331" y="2329263"/>
                  </a:lnTo>
                  <a:lnTo>
                    <a:pt x="3379715" y="2363788"/>
                  </a:lnTo>
                  <a:lnTo>
                    <a:pt x="3345190" y="2393403"/>
                  </a:lnTo>
                  <a:lnTo>
                    <a:pt x="3306366" y="2417500"/>
                  </a:lnTo>
                  <a:lnTo>
                    <a:pt x="3263853" y="2435467"/>
                  </a:lnTo>
                  <a:lnTo>
                    <a:pt x="3218261" y="2446694"/>
                  </a:lnTo>
                  <a:lnTo>
                    <a:pt x="3170199" y="2450572"/>
                  </a:lnTo>
                  <a:close/>
                </a:path>
              </a:pathLst>
            </a:custGeom>
            <a:solidFill>
              <a:srgbClr val="C82506"/>
            </a:solidFill>
          </p:spPr>
          <p:txBody>
            <a:bodyPr wrap="square" lIns="0" tIns="0" rIns="0" bIns="0" rtlCol="0"/>
            <a:lstStyle/>
            <a:p>
              <a:endParaRPr/>
            </a:p>
          </p:txBody>
        </p:sp>
        <p:sp>
          <p:nvSpPr>
            <p:cNvPr id="6" name="object 6"/>
            <p:cNvSpPr/>
            <p:nvPr/>
          </p:nvSpPr>
          <p:spPr>
            <a:xfrm>
              <a:off x="2862817" y="4495922"/>
              <a:ext cx="4237355" cy="2451100"/>
            </a:xfrm>
            <a:custGeom>
              <a:avLst/>
              <a:gdLst/>
              <a:ahLst/>
              <a:cxnLst/>
              <a:rect l="l" t="t" r="r" b="b"/>
              <a:pathLst>
                <a:path w="4237355" h="2451100">
                  <a:moveTo>
                    <a:pt x="0" y="969072"/>
                  </a:moveTo>
                  <a:lnTo>
                    <a:pt x="3878" y="921011"/>
                  </a:lnTo>
                  <a:lnTo>
                    <a:pt x="15105" y="875419"/>
                  </a:lnTo>
                  <a:lnTo>
                    <a:pt x="33072" y="832905"/>
                  </a:lnTo>
                  <a:lnTo>
                    <a:pt x="57168" y="794081"/>
                  </a:lnTo>
                  <a:lnTo>
                    <a:pt x="86784" y="759556"/>
                  </a:lnTo>
                  <a:lnTo>
                    <a:pt x="121309" y="729941"/>
                  </a:lnTo>
                  <a:lnTo>
                    <a:pt x="160133" y="705845"/>
                  </a:lnTo>
                  <a:lnTo>
                    <a:pt x="202646" y="687878"/>
                  </a:lnTo>
                  <a:lnTo>
                    <a:pt x="248238" y="676650"/>
                  </a:lnTo>
                  <a:lnTo>
                    <a:pt x="296299" y="672772"/>
                  </a:lnTo>
                  <a:lnTo>
                    <a:pt x="2022124" y="672772"/>
                  </a:lnTo>
                  <a:lnTo>
                    <a:pt x="4237137" y="0"/>
                  </a:lnTo>
                  <a:lnTo>
                    <a:pt x="2888749" y="672772"/>
                  </a:lnTo>
                  <a:lnTo>
                    <a:pt x="3170199" y="672772"/>
                  </a:lnTo>
                  <a:lnTo>
                    <a:pt x="3216831" y="676463"/>
                  </a:lnTo>
                  <a:lnTo>
                    <a:pt x="3261894" y="687317"/>
                  </a:lnTo>
                  <a:lnTo>
                    <a:pt x="3304593" y="705004"/>
                  </a:lnTo>
                  <a:lnTo>
                    <a:pt x="3344132" y="729193"/>
                  </a:lnTo>
                  <a:lnTo>
                    <a:pt x="3379715" y="759556"/>
                  </a:lnTo>
                  <a:lnTo>
                    <a:pt x="3410078" y="795140"/>
                  </a:lnTo>
                  <a:lnTo>
                    <a:pt x="3434268" y="834679"/>
                  </a:lnTo>
                  <a:lnTo>
                    <a:pt x="3451955" y="877378"/>
                  </a:lnTo>
                  <a:lnTo>
                    <a:pt x="3462808" y="922441"/>
                  </a:lnTo>
                  <a:lnTo>
                    <a:pt x="3466499" y="969072"/>
                  </a:lnTo>
                  <a:lnTo>
                    <a:pt x="3466499" y="1413522"/>
                  </a:lnTo>
                  <a:lnTo>
                    <a:pt x="3466499" y="2154272"/>
                  </a:lnTo>
                  <a:lnTo>
                    <a:pt x="3462621" y="2202334"/>
                  </a:lnTo>
                  <a:lnTo>
                    <a:pt x="3451394" y="2247926"/>
                  </a:lnTo>
                  <a:lnTo>
                    <a:pt x="3433427" y="2290439"/>
                  </a:lnTo>
                  <a:lnTo>
                    <a:pt x="3409331" y="2329263"/>
                  </a:lnTo>
                  <a:lnTo>
                    <a:pt x="3379715" y="2363788"/>
                  </a:lnTo>
                  <a:lnTo>
                    <a:pt x="3345190" y="2393403"/>
                  </a:lnTo>
                  <a:lnTo>
                    <a:pt x="3306366" y="2417500"/>
                  </a:lnTo>
                  <a:lnTo>
                    <a:pt x="3263853" y="2435467"/>
                  </a:lnTo>
                  <a:lnTo>
                    <a:pt x="3218261" y="2446694"/>
                  </a:lnTo>
                  <a:lnTo>
                    <a:pt x="3170199" y="2450572"/>
                  </a:lnTo>
                  <a:lnTo>
                    <a:pt x="2888749" y="2450572"/>
                  </a:lnTo>
                  <a:lnTo>
                    <a:pt x="2022124" y="2450572"/>
                  </a:lnTo>
                  <a:lnTo>
                    <a:pt x="296299" y="2450572"/>
                  </a:lnTo>
                  <a:lnTo>
                    <a:pt x="248238" y="2446694"/>
                  </a:lnTo>
                  <a:lnTo>
                    <a:pt x="202646" y="2435467"/>
                  </a:lnTo>
                  <a:lnTo>
                    <a:pt x="160133" y="2417500"/>
                  </a:lnTo>
                  <a:lnTo>
                    <a:pt x="121309" y="2393403"/>
                  </a:lnTo>
                  <a:lnTo>
                    <a:pt x="86784" y="2363788"/>
                  </a:lnTo>
                  <a:lnTo>
                    <a:pt x="57168" y="2329263"/>
                  </a:lnTo>
                  <a:lnTo>
                    <a:pt x="33072" y="2290439"/>
                  </a:lnTo>
                  <a:lnTo>
                    <a:pt x="15105" y="2247926"/>
                  </a:lnTo>
                  <a:lnTo>
                    <a:pt x="3878" y="2202334"/>
                  </a:lnTo>
                  <a:lnTo>
                    <a:pt x="0" y="2154272"/>
                  </a:lnTo>
                  <a:lnTo>
                    <a:pt x="0" y="1413522"/>
                  </a:lnTo>
                  <a:lnTo>
                    <a:pt x="0" y="969072"/>
                  </a:lnTo>
                  <a:close/>
                </a:path>
              </a:pathLst>
            </a:custGeom>
            <a:ln w="25399">
              <a:solidFill>
                <a:srgbClr val="C82506"/>
              </a:solidFill>
            </a:ln>
          </p:spPr>
          <p:txBody>
            <a:bodyPr wrap="square" lIns="0" tIns="0" rIns="0" bIns="0" rtlCol="0"/>
            <a:lstStyle/>
            <a:p>
              <a:endParaRPr/>
            </a:p>
          </p:txBody>
        </p:sp>
      </p:grpSp>
      <p:sp>
        <p:nvSpPr>
          <p:cNvPr id="7" name="object 7"/>
          <p:cNvSpPr txBox="1"/>
          <p:nvPr/>
        </p:nvSpPr>
        <p:spPr>
          <a:xfrm>
            <a:off x="3100201" y="5558434"/>
            <a:ext cx="2366645" cy="635000"/>
          </a:xfrm>
          <a:prstGeom prst="rect">
            <a:avLst/>
          </a:prstGeom>
        </p:spPr>
        <p:txBody>
          <a:bodyPr vert="horz" wrap="square" lIns="0" tIns="12700" rIns="0" bIns="0" rtlCol="0">
            <a:spAutoFit/>
          </a:bodyPr>
          <a:lstStyle/>
          <a:p>
            <a:pPr marL="12700" marR="5080">
              <a:lnSpc>
                <a:spcPct val="100000"/>
              </a:lnSpc>
              <a:spcBef>
                <a:spcPts val="100"/>
              </a:spcBef>
            </a:pPr>
            <a:r>
              <a:rPr sz="2000" dirty="0">
                <a:solidFill>
                  <a:srgbClr val="FFFFFF"/>
                </a:solidFill>
                <a:latin typeface="Arial MT"/>
                <a:cs typeface="Arial MT"/>
              </a:rPr>
              <a:t>Email:</a:t>
            </a:r>
            <a:r>
              <a:rPr sz="2000" spc="-50" dirty="0">
                <a:solidFill>
                  <a:srgbClr val="FFFFFF"/>
                </a:solidFill>
                <a:latin typeface="Arial MT"/>
                <a:cs typeface="Arial MT"/>
              </a:rPr>
              <a:t> </a:t>
            </a:r>
            <a:r>
              <a:rPr sz="2000" dirty="0">
                <a:solidFill>
                  <a:srgbClr val="FFFFFF"/>
                </a:solidFill>
                <a:latin typeface="Arial MT"/>
                <a:cs typeface="Arial MT"/>
              </a:rPr>
              <a:t>your</a:t>
            </a:r>
            <a:r>
              <a:rPr sz="2000" spc="-45" dirty="0">
                <a:solidFill>
                  <a:srgbClr val="FFFFFF"/>
                </a:solidFill>
                <a:latin typeface="Arial MT"/>
                <a:cs typeface="Arial MT"/>
              </a:rPr>
              <a:t> </a:t>
            </a:r>
            <a:r>
              <a:rPr sz="2000" spc="-10" dirty="0">
                <a:solidFill>
                  <a:srgbClr val="FFFFFF"/>
                </a:solidFill>
                <a:latin typeface="Arial MT"/>
                <a:cs typeface="Arial MT"/>
              </a:rPr>
              <a:t>email Passward:</a:t>
            </a:r>
            <a:r>
              <a:rPr sz="2000" spc="-55" dirty="0">
                <a:solidFill>
                  <a:srgbClr val="FFFFFF"/>
                </a:solidFill>
                <a:latin typeface="Arial MT"/>
                <a:cs typeface="Arial MT"/>
              </a:rPr>
              <a:t> </a:t>
            </a:r>
            <a:r>
              <a:rPr sz="2000" spc="-10" dirty="0">
                <a:solidFill>
                  <a:srgbClr val="FFFFFF"/>
                </a:solidFill>
                <a:latin typeface="Arial MT"/>
                <a:cs typeface="Arial MT"/>
              </a:rPr>
              <a:t>studentID</a:t>
            </a:r>
            <a:endParaRPr sz="2000">
              <a:latin typeface="Arial MT"/>
              <a:cs typeface="Arial MT"/>
            </a:endParaRPr>
          </a:p>
        </p:txBody>
      </p:sp>
      <p:sp>
        <p:nvSpPr>
          <p:cNvPr id="8" name="object 8"/>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74</a:t>
            </a:fld>
            <a:endParaRPr spc="-25"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75</a:t>
            </a:fld>
            <a:endParaRPr spc="-25" dirty="0"/>
          </a:p>
        </p:txBody>
      </p:sp>
      <p:sp>
        <p:nvSpPr>
          <p:cNvPr id="2" name="object 2"/>
          <p:cNvSpPr txBox="1">
            <a:spLocks noGrp="1"/>
          </p:cNvSpPr>
          <p:nvPr>
            <p:ph type="title"/>
          </p:nvPr>
        </p:nvSpPr>
        <p:spPr>
          <a:xfrm>
            <a:off x="4367371" y="861059"/>
            <a:ext cx="4265930" cy="1244600"/>
          </a:xfrm>
          <a:prstGeom prst="rect">
            <a:avLst/>
          </a:prstGeom>
        </p:spPr>
        <p:txBody>
          <a:bodyPr vert="horz" wrap="square" lIns="0" tIns="12700" rIns="0" bIns="0" rtlCol="0">
            <a:spAutoFit/>
          </a:bodyPr>
          <a:lstStyle/>
          <a:p>
            <a:pPr marL="12700">
              <a:lnSpc>
                <a:spcPct val="100000"/>
              </a:lnSpc>
              <a:spcBef>
                <a:spcPts val="100"/>
              </a:spcBef>
            </a:pPr>
            <a:r>
              <a:rPr spc="-10" dirty="0"/>
              <a:t>Workflow</a:t>
            </a:r>
          </a:p>
        </p:txBody>
      </p:sp>
      <p:sp>
        <p:nvSpPr>
          <p:cNvPr id="3" name="object 3"/>
          <p:cNvSpPr txBox="1"/>
          <p:nvPr/>
        </p:nvSpPr>
        <p:spPr>
          <a:xfrm>
            <a:off x="987425" y="2588336"/>
            <a:ext cx="10247630" cy="6035040"/>
          </a:xfrm>
          <a:prstGeom prst="rect">
            <a:avLst/>
          </a:prstGeom>
        </p:spPr>
        <p:txBody>
          <a:bodyPr vert="horz" wrap="square" lIns="0" tIns="12700" rIns="0" bIns="0" rtlCol="0">
            <a:spAutoFit/>
          </a:bodyPr>
          <a:lstStyle/>
          <a:p>
            <a:pPr marL="372110" indent="-359410">
              <a:lnSpc>
                <a:spcPct val="100000"/>
              </a:lnSpc>
              <a:spcBef>
                <a:spcPts val="100"/>
              </a:spcBef>
              <a:buSzPct val="74137"/>
              <a:buChar char="•"/>
              <a:tabLst>
                <a:tab pos="372110" algn="l"/>
              </a:tabLst>
            </a:pPr>
            <a:r>
              <a:rPr sz="2900" dirty="0">
                <a:latin typeface="Tahoma"/>
                <a:cs typeface="Tahoma"/>
              </a:rPr>
              <a:t>For</a:t>
            </a:r>
            <a:r>
              <a:rPr sz="2900" spc="-90" dirty="0">
                <a:latin typeface="Tahoma"/>
                <a:cs typeface="Tahoma"/>
              </a:rPr>
              <a:t> </a:t>
            </a:r>
            <a:r>
              <a:rPr sz="2900" spc="55" dirty="0">
                <a:latin typeface="Tahoma"/>
                <a:cs typeface="Tahoma"/>
              </a:rPr>
              <a:t>each</a:t>
            </a:r>
            <a:r>
              <a:rPr sz="2900" spc="-90" dirty="0">
                <a:latin typeface="Tahoma"/>
                <a:cs typeface="Tahoma"/>
              </a:rPr>
              <a:t> </a:t>
            </a:r>
            <a:r>
              <a:rPr sz="2900" dirty="0">
                <a:latin typeface="Tahoma"/>
                <a:cs typeface="Tahoma"/>
              </a:rPr>
              <a:t>lab,</a:t>
            </a:r>
            <a:r>
              <a:rPr sz="2900" spc="-95" dirty="0">
                <a:latin typeface="Tahoma"/>
                <a:cs typeface="Tahoma"/>
              </a:rPr>
              <a:t> </a:t>
            </a:r>
            <a:r>
              <a:rPr sz="2900" dirty="0">
                <a:latin typeface="Tahoma"/>
                <a:cs typeface="Tahoma"/>
              </a:rPr>
              <a:t>you</a:t>
            </a:r>
            <a:r>
              <a:rPr sz="2900" spc="-90" dirty="0">
                <a:latin typeface="Tahoma"/>
                <a:cs typeface="Tahoma"/>
              </a:rPr>
              <a:t> </a:t>
            </a:r>
            <a:r>
              <a:rPr sz="2900" spc="50" dirty="0">
                <a:latin typeface="Tahoma"/>
                <a:cs typeface="Tahoma"/>
              </a:rPr>
              <a:t>should</a:t>
            </a:r>
            <a:r>
              <a:rPr sz="2900" spc="-95" dirty="0">
                <a:latin typeface="Tahoma"/>
                <a:cs typeface="Tahoma"/>
              </a:rPr>
              <a:t> </a:t>
            </a:r>
            <a:r>
              <a:rPr sz="2900" dirty="0">
                <a:latin typeface="Tahoma"/>
                <a:cs typeface="Tahoma"/>
              </a:rPr>
              <a:t>follow</a:t>
            </a:r>
            <a:r>
              <a:rPr sz="2900" spc="-95" dirty="0">
                <a:latin typeface="Tahoma"/>
                <a:cs typeface="Tahoma"/>
              </a:rPr>
              <a:t> </a:t>
            </a:r>
            <a:r>
              <a:rPr sz="2900" dirty="0">
                <a:latin typeface="Tahoma"/>
                <a:cs typeface="Tahoma"/>
              </a:rPr>
              <a:t>the</a:t>
            </a:r>
            <a:r>
              <a:rPr sz="2900" spc="-90" dirty="0">
                <a:latin typeface="Tahoma"/>
                <a:cs typeface="Tahoma"/>
              </a:rPr>
              <a:t> </a:t>
            </a:r>
            <a:r>
              <a:rPr sz="2900" dirty="0">
                <a:latin typeface="Tahoma"/>
                <a:cs typeface="Tahoma"/>
              </a:rPr>
              <a:t>workflow</a:t>
            </a:r>
            <a:r>
              <a:rPr sz="2900" spc="-95" dirty="0">
                <a:latin typeface="Tahoma"/>
                <a:cs typeface="Tahoma"/>
              </a:rPr>
              <a:t> </a:t>
            </a:r>
            <a:r>
              <a:rPr sz="2900" spc="-10" dirty="0">
                <a:latin typeface="Tahoma"/>
                <a:cs typeface="Tahoma"/>
              </a:rPr>
              <a:t>below</a:t>
            </a:r>
            <a:endParaRPr sz="2900">
              <a:latin typeface="Tahoma"/>
              <a:cs typeface="Tahoma"/>
            </a:endParaRPr>
          </a:p>
          <a:p>
            <a:pPr marL="1040765" lvl="1" indent="-636905">
              <a:lnSpc>
                <a:spcPct val="100000"/>
              </a:lnSpc>
              <a:spcBef>
                <a:spcPts val="3050"/>
              </a:spcBef>
              <a:buAutoNum type="arabicPeriod"/>
              <a:tabLst>
                <a:tab pos="1040765" algn="l"/>
              </a:tabLst>
            </a:pPr>
            <a:r>
              <a:rPr sz="2900" dirty="0">
                <a:latin typeface="Tahoma"/>
                <a:cs typeface="Tahoma"/>
              </a:rPr>
              <a:t>Fork</a:t>
            </a:r>
            <a:r>
              <a:rPr sz="2900" spc="-80" dirty="0">
                <a:latin typeface="Tahoma"/>
                <a:cs typeface="Tahoma"/>
              </a:rPr>
              <a:t> </a:t>
            </a:r>
            <a:r>
              <a:rPr sz="2900" dirty="0">
                <a:latin typeface="Tahoma"/>
                <a:cs typeface="Tahoma"/>
              </a:rPr>
              <a:t>our</a:t>
            </a:r>
            <a:r>
              <a:rPr sz="2900" spc="-80" dirty="0">
                <a:latin typeface="Tahoma"/>
                <a:cs typeface="Tahoma"/>
              </a:rPr>
              <a:t> </a:t>
            </a:r>
            <a:r>
              <a:rPr sz="2900" dirty="0">
                <a:latin typeface="Tahoma"/>
                <a:cs typeface="Tahoma"/>
              </a:rPr>
              <a:t>template</a:t>
            </a:r>
            <a:r>
              <a:rPr sz="2900" spc="-75" dirty="0">
                <a:latin typeface="Tahoma"/>
                <a:cs typeface="Tahoma"/>
              </a:rPr>
              <a:t> </a:t>
            </a:r>
            <a:r>
              <a:rPr sz="2900" dirty="0">
                <a:latin typeface="Tahoma"/>
                <a:cs typeface="Tahoma"/>
              </a:rPr>
              <a:t>repository</a:t>
            </a:r>
            <a:r>
              <a:rPr sz="2900" spc="-80" dirty="0">
                <a:latin typeface="Tahoma"/>
                <a:cs typeface="Tahoma"/>
              </a:rPr>
              <a:t> </a:t>
            </a:r>
            <a:r>
              <a:rPr sz="2900" dirty="0">
                <a:latin typeface="Tahoma"/>
                <a:cs typeface="Tahoma"/>
              </a:rPr>
              <a:t>on</a:t>
            </a:r>
            <a:r>
              <a:rPr sz="2900" spc="-80" dirty="0">
                <a:latin typeface="Tahoma"/>
                <a:cs typeface="Tahoma"/>
              </a:rPr>
              <a:t> </a:t>
            </a:r>
            <a:r>
              <a:rPr sz="2900" spc="-10" dirty="0">
                <a:latin typeface="Tahoma"/>
                <a:cs typeface="Tahoma"/>
              </a:rPr>
              <a:t>Gitlab</a:t>
            </a:r>
            <a:endParaRPr sz="2900">
              <a:latin typeface="Tahoma"/>
              <a:cs typeface="Tahoma"/>
            </a:endParaRPr>
          </a:p>
          <a:p>
            <a:pPr marL="1040765" lvl="1" indent="-636905">
              <a:lnSpc>
                <a:spcPct val="100000"/>
              </a:lnSpc>
              <a:spcBef>
                <a:spcPts val="2955"/>
              </a:spcBef>
              <a:buAutoNum type="arabicPeriod"/>
              <a:tabLst>
                <a:tab pos="1040765" algn="l"/>
              </a:tabLst>
            </a:pPr>
            <a:r>
              <a:rPr sz="2900" spc="80" dirty="0">
                <a:latin typeface="Tahoma"/>
                <a:cs typeface="Tahoma"/>
              </a:rPr>
              <a:t>Clone</a:t>
            </a:r>
            <a:r>
              <a:rPr sz="2900" spc="-95" dirty="0">
                <a:latin typeface="Tahoma"/>
                <a:cs typeface="Tahoma"/>
              </a:rPr>
              <a:t> </a:t>
            </a:r>
            <a:r>
              <a:rPr sz="2900" dirty="0">
                <a:latin typeface="Tahoma"/>
                <a:cs typeface="Tahoma"/>
              </a:rPr>
              <a:t>the</a:t>
            </a:r>
            <a:r>
              <a:rPr sz="2900" spc="-90" dirty="0">
                <a:latin typeface="Tahoma"/>
                <a:cs typeface="Tahoma"/>
              </a:rPr>
              <a:t> </a:t>
            </a:r>
            <a:r>
              <a:rPr sz="3600" b="1" spc="-135" dirty="0">
                <a:latin typeface="Tahoma"/>
                <a:cs typeface="Tahoma"/>
              </a:rPr>
              <a:t>forked</a:t>
            </a:r>
            <a:r>
              <a:rPr sz="3600" b="1" spc="-235" dirty="0">
                <a:latin typeface="Tahoma"/>
                <a:cs typeface="Tahoma"/>
              </a:rPr>
              <a:t> </a:t>
            </a:r>
            <a:r>
              <a:rPr sz="2900" dirty="0">
                <a:latin typeface="Tahoma"/>
                <a:cs typeface="Tahoma"/>
              </a:rPr>
              <a:t>repository</a:t>
            </a:r>
            <a:r>
              <a:rPr sz="2900" spc="-95" dirty="0">
                <a:latin typeface="Tahoma"/>
                <a:cs typeface="Tahoma"/>
              </a:rPr>
              <a:t> </a:t>
            </a:r>
            <a:r>
              <a:rPr sz="2900" dirty="0">
                <a:latin typeface="Tahoma"/>
                <a:cs typeface="Tahoma"/>
              </a:rPr>
              <a:t>to</a:t>
            </a:r>
            <a:r>
              <a:rPr sz="2900" spc="-90" dirty="0">
                <a:latin typeface="Tahoma"/>
                <a:cs typeface="Tahoma"/>
              </a:rPr>
              <a:t> </a:t>
            </a:r>
            <a:r>
              <a:rPr sz="2900" dirty="0">
                <a:latin typeface="Tahoma"/>
                <a:cs typeface="Tahoma"/>
              </a:rPr>
              <a:t>your</a:t>
            </a:r>
            <a:r>
              <a:rPr sz="2900" spc="-95" dirty="0">
                <a:latin typeface="Tahoma"/>
                <a:cs typeface="Tahoma"/>
              </a:rPr>
              <a:t> </a:t>
            </a:r>
            <a:r>
              <a:rPr sz="2900" spc="-10" dirty="0">
                <a:latin typeface="Tahoma"/>
                <a:cs typeface="Tahoma"/>
              </a:rPr>
              <a:t>computer</a:t>
            </a:r>
            <a:endParaRPr sz="2900">
              <a:latin typeface="Tahoma"/>
              <a:cs typeface="Tahoma"/>
            </a:endParaRPr>
          </a:p>
          <a:p>
            <a:pPr marL="1040765" lvl="1" indent="-636905">
              <a:lnSpc>
                <a:spcPct val="100000"/>
              </a:lnSpc>
              <a:spcBef>
                <a:spcPts val="3065"/>
              </a:spcBef>
              <a:buAutoNum type="arabicPeriod"/>
              <a:tabLst>
                <a:tab pos="1040765" algn="l"/>
              </a:tabLst>
            </a:pPr>
            <a:r>
              <a:rPr sz="2900" dirty="0">
                <a:latin typeface="Tahoma"/>
                <a:cs typeface="Tahoma"/>
              </a:rPr>
              <a:t>Finish</a:t>
            </a:r>
            <a:r>
              <a:rPr sz="2900" spc="-10" dirty="0">
                <a:latin typeface="Tahoma"/>
                <a:cs typeface="Tahoma"/>
              </a:rPr>
              <a:t> </a:t>
            </a:r>
            <a:r>
              <a:rPr sz="2900" dirty="0">
                <a:latin typeface="Tahoma"/>
                <a:cs typeface="Tahoma"/>
              </a:rPr>
              <a:t>your</a:t>
            </a:r>
            <a:r>
              <a:rPr sz="2900" spc="-5" dirty="0">
                <a:latin typeface="Tahoma"/>
                <a:cs typeface="Tahoma"/>
              </a:rPr>
              <a:t> </a:t>
            </a:r>
            <a:r>
              <a:rPr sz="2900" spc="-25" dirty="0">
                <a:latin typeface="Tahoma"/>
                <a:cs typeface="Tahoma"/>
              </a:rPr>
              <a:t>lab</a:t>
            </a:r>
            <a:endParaRPr sz="2900">
              <a:latin typeface="Tahoma"/>
              <a:cs typeface="Tahoma"/>
            </a:endParaRPr>
          </a:p>
          <a:p>
            <a:pPr marL="1040765" lvl="1" indent="-636905">
              <a:lnSpc>
                <a:spcPct val="100000"/>
              </a:lnSpc>
              <a:spcBef>
                <a:spcPts val="3050"/>
              </a:spcBef>
              <a:buAutoNum type="arabicPeriod"/>
              <a:tabLst>
                <a:tab pos="1040765" algn="l"/>
              </a:tabLst>
            </a:pPr>
            <a:r>
              <a:rPr sz="2900" spc="60" dirty="0">
                <a:latin typeface="Tahoma"/>
                <a:cs typeface="Tahoma"/>
              </a:rPr>
              <a:t>Commit</a:t>
            </a:r>
            <a:r>
              <a:rPr sz="2900" spc="-120" dirty="0">
                <a:latin typeface="Tahoma"/>
                <a:cs typeface="Tahoma"/>
              </a:rPr>
              <a:t> </a:t>
            </a:r>
            <a:r>
              <a:rPr sz="2900" dirty="0">
                <a:latin typeface="Tahoma"/>
                <a:cs typeface="Tahoma"/>
              </a:rPr>
              <a:t>in</a:t>
            </a:r>
            <a:r>
              <a:rPr sz="2900" spc="-110" dirty="0">
                <a:latin typeface="Tahoma"/>
                <a:cs typeface="Tahoma"/>
              </a:rPr>
              <a:t> </a:t>
            </a:r>
            <a:r>
              <a:rPr sz="2900" dirty="0">
                <a:latin typeface="Tahoma"/>
                <a:cs typeface="Tahoma"/>
              </a:rPr>
              <a:t>your</a:t>
            </a:r>
            <a:r>
              <a:rPr sz="2900" spc="-110" dirty="0">
                <a:latin typeface="Tahoma"/>
                <a:cs typeface="Tahoma"/>
              </a:rPr>
              <a:t> </a:t>
            </a:r>
            <a:r>
              <a:rPr sz="2900" spc="-10" dirty="0">
                <a:latin typeface="Tahoma"/>
                <a:cs typeface="Tahoma"/>
              </a:rPr>
              <a:t>computer</a:t>
            </a:r>
            <a:endParaRPr sz="2900">
              <a:latin typeface="Tahoma"/>
              <a:cs typeface="Tahoma"/>
            </a:endParaRPr>
          </a:p>
          <a:p>
            <a:pPr marL="1040765" lvl="1" indent="-636905">
              <a:lnSpc>
                <a:spcPct val="100000"/>
              </a:lnSpc>
              <a:spcBef>
                <a:spcPts val="3055"/>
              </a:spcBef>
              <a:buAutoNum type="arabicPeriod"/>
              <a:tabLst>
                <a:tab pos="1040765" algn="l"/>
              </a:tabLst>
            </a:pPr>
            <a:r>
              <a:rPr sz="2900" spc="80" dirty="0">
                <a:latin typeface="Tahoma"/>
                <a:cs typeface="Tahoma"/>
              </a:rPr>
              <a:t>Push</a:t>
            </a:r>
            <a:r>
              <a:rPr sz="2900" spc="-114" dirty="0">
                <a:latin typeface="Tahoma"/>
                <a:cs typeface="Tahoma"/>
              </a:rPr>
              <a:t> </a:t>
            </a:r>
            <a:r>
              <a:rPr sz="2900" dirty="0">
                <a:latin typeface="Tahoma"/>
                <a:cs typeface="Tahoma"/>
              </a:rPr>
              <a:t>to</a:t>
            </a:r>
            <a:r>
              <a:rPr sz="2900" spc="-114" dirty="0">
                <a:latin typeface="Tahoma"/>
                <a:cs typeface="Tahoma"/>
              </a:rPr>
              <a:t> </a:t>
            </a:r>
            <a:r>
              <a:rPr sz="2900" spc="-10" dirty="0">
                <a:latin typeface="Tahoma"/>
                <a:cs typeface="Tahoma"/>
              </a:rPr>
              <a:t>Gitlab</a:t>
            </a:r>
            <a:endParaRPr sz="2900">
              <a:latin typeface="Tahoma"/>
              <a:cs typeface="Tahoma"/>
            </a:endParaRPr>
          </a:p>
          <a:p>
            <a:pPr marL="1041400" marR="5080" lvl="1" indent="-637540">
              <a:lnSpc>
                <a:spcPct val="90700"/>
              </a:lnSpc>
              <a:spcBef>
                <a:spcPts val="3359"/>
              </a:spcBef>
              <a:buAutoNum type="arabicPeriod"/>
              <a:tabLst>
                <a:tab pos="1041400" algn="l"/>
              </a:tabLst>
            </a:pPr>
            <a:r>
              <a:rPr sz="2900" spc="90" dirty="0">
                <a:latin typeface="Tahoma"/>
                <a:cs typeface="Tahoma"/>
              </a:rPr>
              <a:t>Send</a:t>
            </a:r>
            <a:r>
              <a:rPr sz="2900" spc="-105" dirty="0">
                <a:latin typeface="Tahoma"/>
                <a:cs typeface="Tahoma"/>
              </a:rPr>
              <a:t> </a:t>
            </a:r>
            <a:r>
              <a:rPr sz="2900" dirty="0">
                <a:latin typeface="Tahoma"/>
                <a:cs typeface="Tahoma"/>
              </a:rPr>
              <a:t>merge</a:t>
            </a:r>
            <a:r>
              <a:rPr sz="2900" spc="-100" dirty="0">
                <a:latin typeface="Tahoma"/>
                <a:cs typeface="Tahoma"/>
              </a:rPr>
              <a:t> </a:t>
            </a:r>
            <a:r>
              <a:rPr sz="2900" dirty="0">
                <a:latin typeface="Tahoma"/>
                <a:cs typeface="Tahoma"/>
              </a:rPr>
              <a:t>request</a:t>
            </a:r>
            <a:r>
              <a:rPr sz="2900" spc="114" dirty="0">
                <a:latin typeface="Tahoma"/>
                <a:cs typeface="Tahoma"/>
              </a:rPr>
              <a:t> </a:t>
            </a:r>
            <a:r>
              <a:rPr sz="3600" dirty="0">
                <a:solidFill>
                  <a:srgbClr val="262626"/>
                </a:solidFill>
                <a:latin typeface="Tahoma"/>
                <a:cs typeface="Tahoma"/>
              </a:rPr>
              <a:t>of</a:t>
            </a:r>
            <a:r>
              <a:rPr sz="3600" spc="-120" dirty="0">
                <a:solidFill>
                  <a:srgbClr val="262626"/>
                </a:solidFill>
                <a:latin typeface="Tahoma"/>
                <a:cs typeface="Tahoma"/>
              </a:rPr>
              <a:t> </a:t>
            </a:r>
            <a:r>
              <a:rPr sz="3600" b="1" spc="-135" dirty="0">
                <a:solidFill>
                  <a:srgbClr val="FF4D41"/>
                </a:solidFill>
                <a:latin typeface="Tahoma"/>
                <a:cs typeface="Tahoma"/>
              </a:rPr>
              <a:t>your</a:t>
            </a:r>
            <a:r>
              <a:rPr sz="3600" b="1" spc="-50" dirty="0">
                <a:solidFill>
                  <a:srgbClr val="FF4D41"/>
                </a:solidFill>
                <a:latin typeface="Tahoma"/>
                <a:cs typeface="Tahoma"/>
              </a:rPr>
              <a:t> </a:t>
            </a:r>
            <a:r>
              <a:rPr sz="3600" b="1" spc="-105" dirty="0">
                <a:solidFill>
                  <a:srgbClr val="FF4D41"/>
                </a:solidFill>
                <a:latin typeface="Tahoma"/>
                <a:cs typeface="Tahoma"/>
              </a:rPr>
              <a:t>branch</a:t>
            </a:r>
            <a:r>
              <a:rPr sz="3600" b="1" spc="-235" dirty="0">
                <a:solidFill>
                  <a:srgbClr val="FF4D41"/>
                </a:solidFill>
                <a:latin typeface="Tahoma"/>
                <a:cs typeface="Tahoma"/>
              </a:rPr>
              <a:t> </a:t>
            </a:r>
            <a:r>
              <a:rPr sz="2900" dirty="0">
                <a:latin typeface="Tahoma"/>
                <a:cs typeface="Tahoma"/>
              </a:rPr>
              <a:t>to</a:t>
            </a:r>
            <a:r>
              <a:rPr sz="2900" spc="-100" dirty="0">
                <a:latin typeface="Tahoma"/>
                <a:cs typeface="Tahoma"/>
              </a:rPr>
              <a:t> </a:t>
            </a:r>
            <a:r>
              <a:rPr sz="2900" dirty="0">
                <a:latin typeface="Tahoma"/>
                <a:cs typeface="Tahoma"/>
              </a:rPr>
              <a:t>our</a:t>
            </a:r>
            <a:r>
              <a:rPr sz="2900" spc="-100" dirty="0">
                <a:latin typeface="Tahoma"/>
                <a:cs typeface="Tahoma"/>
              </a:rPr>
              <a:t> </a:t>
            </a:r>
            <a:r>
              <a:rPr sz="2900" spc="-10" dirty="0">
                <a:latin typeface="Tahoma"/>
                <a:cs typeface="Tahoma"/>
              </a:rPr>
              <a:t>template repository</a:t>
            </a:r>
            <a:endParaRPr sz="2900">
              <a:latin typeface="Tahoma"/>
              <a:cs typeface="Tahoma"/>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76</a:t>
            </a:fld>
            <a:endParaRPr spc="-25" dirty="0"/>
          </a:p>
        </p:txBody>
      </p:sp>
      <p:sp>
        <p:nvSpPr>
          <p:cNvPr id="2" name="object 2"/>
          <p:cNvSpPr txBox="1">
            <a:spLocks noGrp="1"/>
          </p:cNvSpPr>
          <p:nvPr>
            <p:ph type="title"/>
          </p:nvPr>
        </p:nvSpPr>
        <p:spPr>
          <a:xfrm>
            <a:off x="4367371" y="861059"/>
            <a:ext cx="4265930" cy="1244600"/>
          </a:xfrm>
          <a:prstGeom prst="rect">
            <a:avLst/>
          </a:prstGeom>
        </p:spPr>
        <p:txBody>
          <a:bodyPr vert="horz" wrap="square" lIns="0" tIns="12700" rIns="0" bIns="0" rtlCol="0">
            <a:spAutoFit/>
          </a:bodyPr>
          <a:lstStyle/>
          <a:p>
            <a:pPr marL="12700">
              <a:lnSpc>
                <a:spcPct val="100000"/>
              </a:lnSpc>
              <a:spcBef>
                <a:spcPts val="100"/>
              </a:spcBef>
            </a:pPr>
            <a:r>
              <a:rPr spc="-10" dirty="0"/>
              <a:t>Workflow</a:t>
            </a:r>
          </a:p>
        </p:txBody>
      </p:sp>
      <p:sp>
        <p:nvSpPr>
          <p:cNvPr id="3" name="object 3"/>
          <p:cNvSpPr txBox="1"/>
          <p:nvPr/>
        </p:nvSpPr>
        <p:spPr>
          <a:xfrm>
            <a:off x="987425" y="2588336"/>
            <a:ext cx="10121265" cy="6035040"/>
          </a:xfrm>
          <a:prstGeom prst="rect">
            <a:avLst/>
          </a:prstGeom>
        </p:spPr>
        <p:txBody>
          <a:bodyPr vert="horz" wrap="square" lIns="0" tIns="12700" rIns="0" bIns="0" rtlCol="0">
            <a:spAutoFit/>
          </a:bodyPr>
          <a:lstStyle/>
          <a:p>
            <a:pPr marL="372110" indent="-359410">
              <a:lnSpc>
                <a:spcPct val="100000"/>
              </a:lnSpc>
              <a:spcBef>
                <a:spcPts val="100"/>
              </a:spcBef>
              <a:buSzPct val="74137"/>
              <a:buChar char="•"/>
              <a:tabLst>
                <a:tab pos="372110" algn="l"/>
              </a:tabLst>
            </a:pPr>
            <a:r>
              <a:rPr sz="2900" dirty="0">
                <a:latin typeface="Tahoma"/>
                <a:cs typeface="Tahoma"/>
              </a:rPr>
              <a:t>For</a:t>
            </a:r>
            <a:r>
              <a:rPr sz="2900" spc="-90" dirty="0">
                <a:latin typeface="Tahoma"/>
                <a:cs typeface="Tahoma"/>
              </a:rPr>
              <a:t> </a:t>
            </a:r>
            <a:r>
              <a:rPr sz="2900" spc="55" dirty="0">
                <a:latin typeface="Tahoma"/>
                <a:cs typeface="Tahoma"/>
              </a:rPr>
              <a:t>each</a:t>
            </a:r>
            <a:r>
              <a:rPr sz="2900" spc="-90" dirty="0">
                <a:latin typeface="Tahoma"/>
                <a:cs typeface="Tahoma"/>
              </a:rPr>
              <a:t> </a:t>
            </a:r>
            <a:r>
              <a:rPr sz="2900" dirty="0">
                <a:latin typeface="Tahoma"/>
                <a:cs typeface="Tahoma"/>
              </a:rPr>
              <a:t>lab,</a:t>
            </a:r>
            <a:r>
              <a:rPr sz="2900" spc="-95" dirty="0">
                <a:latin typeface="Tahoma"/>
                <a:cs typeface="Tahoma"/>
              </a:rPr>
              <a:t> </a:t>
            </a:r>
            <a:r>
              <a:rPr sz="2900" dirty="0">
                <a:latin typeface="Tahoma"/>
                <a:cs typeface="Tahoma"/>
              </a:rPr>
              <a:t>you</a:t>
            </a:r>
            <a:r>
              <a:rPr sz="2900" spc="-90" dirty="0">
                <a:latin typeface="Tahoma"/>
                <a:cs typeface="Tahoma"/>
              </a:rPr>
              <a:t> </a:t>
            </a:r>
            <a:r>
              <a:rPr sz="2900" spc="50" dirty="0">
                <a:latin typeface="Tahoma"/>
                <a:cs typeface="Tahoma"/>
              </a:rPr>
              <a:t>should</a:t>
            </a:r>
            <a:r>
              <a:rPr sz="2900" spc="-95" dirty="0">
                <a:latin typeface="Tahoma"/>
                <a:cs typeface="Tahoma"/>
              </a:rPr>
              <a:t> </a:t>
            </a:r>
            <a:r>
              <a:rPr sz="2900" dirty="0">
                <a:latin typeface="Tahoma"/>
                <a:cs typeface="Tahoma"/>
              </a:rPr>
              <a:t>follow</a:t>
            </a:r>
            <a:r>
              <a:rPr sz="2900" spc="-95" dirty="0">
                <a:latin typeface="Tahoma"/>
                <a:cs typeface="Tahoma"/>
              </a:rPr>
              <a:t> </a:t>
            </a:r>
            <a:r>
              <a:rPr sz="2900" dirty="0">
                <a:latin typeface="Tahoma"/>
                <a:cs typeface="Tahoma"/>
              </a:rPr>
              <a:t>the</a:t>
            </a:r>
            <a:r>
              <a:rPr sz="2900" spc="-90" dirty="0">
                <a:latin typeface="Tahoma"/>
                <a:cs typeface="Tahoma"/>
              </a:rPr>
              <a:t> </a:t>
            </a:r>
            <a:r>
              <a:rPr sz="2900" dirty="0">
                <a:latin typeface="Tahoma"/>
                <a:cs typeface="Tahoma"/>
              </a:rPr>
              <a:t>workflow</a:t>
            </a:r>
            <a:r>
              <a:rPr sz="2900" spc="-95" dirty="0">
                <a:latin typeface="Tahoma"/>
                <a:cs typeface="Tahoma"/>
              </a:rPr>
              <a:t> </a:t>
            </a:r>
            <a:r>
              <a:rPr sz="2900" spc="-10" dirty="0">
                <a:latin typeface="Tahoma"/>
                <a:cs typeface="Tahoma"/>
              </a:rPr>
              <a:t>below</a:t>
            </a:r>
            <a:endParaRPr sz="2900">
              <a:latin typeface="Tahoma"/>
              <a:cs typeface="Tahoma"/>
            </a:endParaRPr>
          </a:p>
          <a:p>
            <a:pPr marL="1040765" lvl="1" indent="-636905">
              <a:lnSpc>
                <a:spcPct val="100000"/>
              </a:lnSpc>
              <a:spcBef>
                <a:spcPts val="3050"/>
              </a:spcBef>
              <a:buAutoNum type="arabicPeriod"/>
              <a:tabLst>
                <a:tab pos="1040765" algn="l"/>
              </a:tabLst>
            </a:pPr>
            <a:r>
              <a:rPr sz="2900" dirty="0">
                <a:latin typeface="Tahoma"/>
                <a:cs typeface="Tahoma"/>
              </a:rPr>
              <a:t>Fork</a:t>
            </a:r>
            <a:r>
              <a:rPr sz="2900" spc="-80" dirty="0">
                <a:latin typeface="Tahoma"/>
                <a:cs typeface="Tahoma"/>
              </a:rPr>
              <a:t> </a:t>
            </a:r>
            <a:r>
              <a:rPr sz="2900" dirty="0">
                <a:latin typeface="Tahoma"/>
                <a:cs typeface="Tahoma"/>
              </a:rPr>
              <a:t>our</a:t>
            </a:r>
            <a:r>
              <a:rPr sz="2900" spc="-80" dirty="0">
                <a:latin typeface="Tahoma"/>
                <a:cs typeface="Tahoma"/>
              </a:rPr>
              <a:t> </a:t>
            </a:r>
            <a:r>
              <a:rPr sz="2900" dirty="0">
                <a:latin typeface="Tahoma"/>
                <a:cs typeface="Tahoma"/>
              </a:rPr>
              <a:t>template</a:t>
            </a:r>
            <a:r>
              <a:rPr sz="2900" spc="-75" dirty="0">
                <a:latin typeface="Tahoma"/>
                <a:cs typeface="Tahoma"/>
              </a:rPr>
              <a:t> </a:t>
            </a:r>
            <a:r>
              <a:rPr sz="2900" dirty="0">
                <a:latin typeface="Tahoma"/>
                <a:cs typeface="Tahoma"/>
              </a:rPr>
              <a:t>repository</a:t>
            </a:r>
            <a:r>
              <a:rPr sz="2900" spc="-80" dirty="0">
                <a:latin typeface="Tahoma"/>
                <a:cs typeface="Tahoma"/>
              </a:rPr>
              <a:t> </a:t>
            </a:r>
            <a:r>
              <a:rPr sz="2900" dirty="0">
                <a:latin typeface="Tahoma"/>
                <a:cs typeface="Tahoma"/>
              </a:rPr>
              <a:t>on</a:t>
            </a:r>
            <a:r>
              <a:rPr sz="2900" spc="-80" dirty="0">
                <a:latin typeface="Tahoma"/>
                <a:cs typeface="Tahoma"/>
              </a:rPr>
              <a:t> </a:t>
            </a:r>
            <a:r>
              <a:rPr sz="2900" spc="-10" dirty="0">
                <a:latin typeface="Tahoma"/>
                <a:cs typeface="Tahoma"/>
              </a:rPr>
              <a:t>Gitlab</a:t>
            </a:r>
            <a:endParaRPr sz="2900">
              <a:latin typeface="Tahoma"/>
              <a:cs typeface="Tahoma"/>
            </a:endParaRPr>
          </a:p>
          <a:p>
            <a:pPr marL="1040765" lvl="1" indent="-636905">
              <a:lnSpc>
                <a:spcPct val="100000"/>
              </a:lnSpc>
              <a:spcBef>
                <a:spcPts val="2955"/>
              </a:spcBef>
              <a:buAutoNum type="arabicPeriod"/>
              <a:tabLst>
                <a:tab pos="1040765" algn="l"/>
              </a:tabLst>
            </a:pPr>
            <a:r>
              <a:rPr sz="2900" spc="80" dirty="0">
                <a:solidFill>
                  <a:srgbClr val="BDC3C7"/>
                </a:solidFill>
                <a:latin typeface="Tahoma"/>
                <a:cs typeface="Tahoma"/>
              </a:rPr>
              <a:t>Clone</a:t>
            </a:r>
            <a:r>
              <a:rPr sz="2900" spc="-95" dirty="0">
                <a:solidFill>
                  <a:srgbClr val="BDC3C7"/>
                </a:solidFill>
                <a:latin typeface="Tahoma"/>
                <a:cs typeface="Tahoma"/>
              </a:rPr>
              <a:t> </a:t>
            </a:r>
            <a:r>
              <a:rPr sz="2900" dirty="0">
                <a:solidFill>
                  <a:srgbClr val="BDC3C7"/>
                </a:solidFill>
                <a:latin typeface="Tahoma"/>
                <a:cs typeface="Tahoma"/>
              </a:rPr>
              <a:t>the</a:t>
            </a:r>
            <a:r>
              <a:rPr sz="2900" spc="-90" dirty="0">
                <a:solidFill>
                  <a:srgbClr val="BDC3C7"/>
                </a:solidFill>
                <a:latin typeface="Tahoma"/>
                <a:cs typeface="Tahoma"/>
              </a:rPr>
              <a:t> </a:t>
            </a:r>
            <a:r>
              <a:rPr sz="3600" b="1" spc="-135" dirty="0">
                <a:latin typeface="Tahoma"/>
                <a:cs typeface="Tahoma"/>
              </a:rPr>
              <a:t>forked</a:t>
            </a:r>
            <a:r>
              <a:rPr sz="3600" b="1" spc="-235" dirty="0">
                <a:latin typeface="Tahoma"/>
                <a:cs typeface="Tahoma"/>
              </a:rPr>
              <a:t> </a:t>
            </a:r>
            <a:r>
              <a:rPr sz="2900" dirty="0">
                <a:solidFill>
                  <a:srgbClr val="BDC3C7"/>
                </a:solidFill>
                <a:latin typeface="Tahoma"/>
                <a:cs typeface="Tahoma"/>
              </a:rPr>
              <a:t>repository</a:t>
            </a:r>
            <a:r>
              <a:rPr sz="2900" spc="-95" dirty="0">
                <a:solidFill>
                  <a:srgbClr val="BDC3C7"/>
                </a:solidFill>
                <a:latin typeface="Tahoma"/>
                <a:cs typeface="Tahoma"/>
              </a:rPr>
              <a:t> </a:t>
            </a:r>
            <a:r>
              <a:rPr sz="2900" dirty="0">
                <a:solidFill>
                  <a:srgbClr val="BDC3C7"/>
                </a:solidFill>
                <a:latin typeface="Tahoma"/>
                <a:cs typeface="Tahoma"/>
              </a:rPr>
              <a:t>to</a:t>
            </a:r>
            <a:r>
              <a:rPr sz="2900" spc="-90" dirty="0">
                <a:solidFill>
                  <a:srgbClr val="BDC3C7"/>
                </a:solidFill>
                <a:latin typeface="Tahoma"/>
                <a:cs typeface="Tahoma"/>
              </a:rPr>
              <a:t> </a:t>
            </a:r>
            <a:r>
              <a:rPr sz="2900" dirty="0">
                <a:solidFill>
                  <a:srgbClr val="BDC3C7"/>
                </a:solidFill>
                <a:latin typeface="Tahoma"/>
                <a:cs typeface="Tahoma"/>
              </a:rPr>
              <a:t>your</a:t>
            </a:r>
            <a:r>
              <a:rPr sz="2900" spc="-95" dirty="0">
                <a:solidFill>
                  <a:srgbClr val="BDC3C7"/>
                </a:solidFill>
                <a:latin typeface="Tahoma"/>
                <a:cs typeface="Tahoma"/>
              </a:rPr>
              <a:t> </a:t>
            </a:r>
            <a:r>
              <a:rPr sz="2900" spc="-10" dirty="0">
                <a:solidFill>
                  <a:srgbClr val="BDC3C7"/>
                </a:solidFill>
                <a:latin typeface="Tahoma"/>
                <a:cs typeface="Tahoma"/>
              </a:rPr>
              <a:t>computer</a:t>
            </a:r>
            <a:endParaRPr sz="2900">
              <a:latin typeface="Tahoma"/>
              <a:cs typeface="Tahoma"/>
            </a:endParaRPr>
          </a:p>
          <a:p>
            <a:pPr marL="1040765" lvl="1" indent="-636905">
              <a:lnSpc>
                <a:spcPct val="100000"/>
              </a:lnSpc>
              <a:spcBef>
                <a:spcPts val="3065"/>
              </a:spcBef>
              <a:buAutoNum type="arabicPeriod"/>
              <a:tabLst>
                <a:tab pos="1040765" algn="l"/>
              </a:tabLst>
            </a:pPr>
            <a:r>
              <a:rPr sz="2900" dirty="0">
                <a:solidFill>
                  <a:srgbClr val="BDC3C7"/>
                </a:solidFill>
                <a:latin typeface="Tahoma"/>
                <a:cs typeface="Tahoma"/>
              </a:rPr>
              <a:t>Finish</a:t>
            </a:r>
            <a:r>
              <a:rPr sz="2900" spc="-10" dirty="0">
                <a:solidFill>
                  <a:srgbClr val="BDC3C7"/>
                </a:solidFill>
                <a:latin typeface="Tahoma"/>
                <a:cs typeface="Tahoma"/>
              </a:rPr>
              <a:t> </a:t>
            </a:r>
            <a:r>
              <a:rPr sz="2900" dirty="0">
                <a:solidFill>
                  <a:srgbClr val="BDC3C7"/>
                </a:solidFill>
                <a:latin typeface="Tahoma"/>
                <a:cs typeface="Tahoma"/>
              </a:rPr>
              <a:t>your</a:t>
            </a:r>
            <a:r>
              <a:rPr sz="2900" spc="-5" dirty="0">
                <a:solidFill>
                  <a:srgbClr val="BDC3C7"/>
                </a:solidFill>
                <a:latin typeface="Tahoma"/>
                <a:cs typeface="Tahoma"/>
              </a:rPr>
              <a:t> </a:t>
            </a:r>
            <a:r>
              <a:rPr sz="2900" spc="-25" dirty="0">
                <a:solidFill>
                  <a:srgbClr val="BDC3C7"/>
                </a:solidFill>
                <a:latin typeface="Tahoma"/>
                <a:cs typeface="Tahoma"/>
              </a:rPr>
              <a:t>lab</a:t>
            </a:r>
            <a:endParaRPr sz="2900">
              <a:latin typeface="Tahoma"/>
              <a:cs typeface="Tahoma"/>
            </a:endParaRPr>
          </a:p>
          <a:p>
            <a:pPr marL="1040765" lvl="1" indent="-636905">
              <a:lnSpc>
                <a:spcPct val="100000"/>
              </a:lnSpc>
              <a:spcBef>
                <a:spcPts val="3050"/>
              </a:spcBef>
              <a:buAutoNum type="arabicPeriod"/>
              <a:tabLst>
                <a:tab pos="1040765" algn="l"/>
              </a:tabLst>
            </a:pPr>
            <a:r>
              <a:rPr sz="2900" spc="60" dirty="0">
                <a:solidFill>
                  <a:srgbClr val="BDC3C7"/>
                </a:solidFill>
                <a:latin typeface="Tahoma"/>
                <a:cs typeface="Tahoma"/>
              </a:rPr>
              <a:t>Commit</a:t>
            </a:r>
            <a:r>
              <a:rPr sz="2900" spc="-120" dirty="0">
                <a:solidFill>
                  <a:srgbClr val="BDC3C7"/>
                </a:solidFill>
                <a:latin typeface="Tahoma"/>
                <a:cs typeface="Tahoma"/>
              </a:rPr>
              <a:t> </a:t>
            </a:r>
            <a:r>
              <a:rPr sz="2900" dirty="0">
                <a:solidFill>
                  <a:srgbClr val="BDC3C7"/>
                </a:solidFill>
                <a:latin typeface="Tahoma"/>
                <a:cs typeface="Tahoma"/>
              </a:rPr>
              <a:t>in</a:t>
            </a:r>
            <a:r>
              <a:rPr sz="2900" spc="-110" dirty="0">
                <a:solidFill>
                  <a:srgbClr val="BDC3C7"/>
                </a:solidFill>
                <a:latin typeface="Tahoma"/>
                <a:cs typeface="Tahoma"/>
              </a:rPr>
              <a:t> </a:t>
            </a:r>
            <a:r>
              <a:rPr sz="2900" dirty="0">
                <a:solidFill>
                  <a:srgbClr val="BDC3C7"/>
                </a:solidFill>
                <a:latin typeface="Tahoma"/>
                <a:cs typeface="Tahoma"/>
              </a:rPr>
              <a:t>your</a:t>
            </a:r>
            <a:r>
              <a:rPr sz="2900" spc="-110" dirty="0">
                <a:solidFill>
                  <a:srgbClr val="BDC3C7"/>
                </a:solidFill>
                <a:latin typeface="Tahoma"/>
                <a:cs typeface="Tahoma"/>
              </a:rPr>
              <a:t> </a:t>
            </a:r>
            <a:r>
              <a:rPr sz="2900" spc="-10" dirty="0">
                <a:solidFill>
                  <a:srgbClr val="BDC3C7"/>
                </a:solidFill>
                <a:latin typeface="Tahoma"/>
                <a:cs typeface="Tahoma"/>
              </a:rPr>
              <a:t>computer</a:t>
            </a:r>
            <a:endParaRPr sz="2900">
              <a:latin typeface="Tahoma"/>
              <a:cs typeface="Tahoma"/>
            </a:endParaRPr>
          </a:p>
          <a:p>
            <a:pPr marL="1040765" lvl="1" indent="-636905">
              <a:lnSpc>
                <a:spcPct val="100000"/>
              </a:lnSpc>
              <a:spcBef>
                <a:spcPts val="3055"/>
              </a:spcBef>
              <a:buAutoNum type="arabicPeriod"/>
              <a:tabLst>
                <a:tab pos="1040765" algn="l"/>
              </a:tabLst>
            </a:pPr>
            <a:r>
              <a:rPr sz="2900" spc="80" dirty="0">
                <a:solidFill>
                  <a:srgbClr val="BDC3C7"/>
                </a:solidFill>
                <a:latin typeface="Tahoma"/>
                <a:cs typeface="Tahoma"/>
              </a:rPr>
              <a:t>Push</a:t>
            </a:r>
            <a:r>
              <a:rPr sz="2900" spc="-114" dirty="0">
                <a:solidFill>
                  <a:srgbClr val="BDC3C7"/>
                </a:solidFill>
                <a:latin typeface="Tahoma"/>
                <a:cs typeface="Tahoma"/>
              </a:rPr>
              <a:t> </a:t>
            </a:r>
            <a:r>
              <a:rPr sz="2900" dirty="0">
                <a:solidFill>
                  <a:srgbClr val="BDC3C7"/>
                </a:solidFill>
                <a:latin typeface="Tahoma"/>
                <a:cs typeface="Tahoma"/>
              </a:rPr>
              <a:t>to</a:t>
            </a:r>
            <a:r>
              <a:rPr sz="2900" spc="-114" dirty="0">
                <a:solidFill>
                  <a:srgbClr val="BDC3C7"/>
                </a:solidFill>
                <a:latin typeface="Tahoma"/>
                <a:cs typeface="Tahoma"/>
              </a:rPr>
              <a:t> </a:t>
            </a:r>
            <a:r>
              <a:rPr sz="2900" spc="-10" dirty="0">
                <a:solidFill>
                  <a:srgbClr val="BDC3C7"/>
                </a:solidFill>
                <a:latin typeface="Tahoma"/>
                <a:cs typeface="Tahoma"/>
              </a:rPr>
              <a:t>Gitlab</a:t>
            </a:r>
            <a:endParaRPr sz="2900">
              <a:latin typeface="Tahoma"/>
              <a:cs typeface="Tahoma"/>
            </a:endParaRPr>
          </a:p>
          <a:p>
            <a:pPr marL="1041400" marR="5080" lvl="1" indent="-637540">
              <a:lnSpc>
                <a:spcPct val="90700"/>
              </a:lnSpc>
              <a:spcBef>
                <a:spcPts val="3359"/>
              </a:spcBef>
              <a:buAutoNum type="arabicPeriod"/>
              <a:tabLst>
                <a:tab pos="1041400" algn="l"/>
              </a:tabLst>
            </a:pPr>
            <a:r>
              <a:rPr sz="2900" spc="90" dirty="0">
                <a:solidFill>
                  <a:srgbClr val="BDC3C7"/>
                </a:solidFill>
                <a:latin typeface="Tahoma"/>
                <a:cs typeface="Tahoma"/>
              </a:rPr>
              <a:t>Send</a:t>
            </a:r>
            <a:r>
              <a:rPr sz="2900" spc="-110" dirty="0">
                <a:solidFill>
                  <a:srgbClr val="BDC3C7"/>
                </a:solidFill>
                <a:latin typeface="Tahoma"/>
                <a:cs typeface="Tahoma"/>
              </a:rPr>
              <a:t> </a:t>
            </a:r>
            <a:r>
              <a:rPr sz="2900" dirty="0">
                <a:solidFill>
                  <a:srgbClr val="BDC3C7"/>
                </a:solidFill>
                <a:latin typeface="Tahoma"/>
                <a:cs typeface="Tahoma"/>
              </a:rPr>
              <a:t>merge</a:t>
            </a:r>
            <a:r>
              <a:rPr sz="2900" spc="-105" dirty="0">
                <a:solidFill>
                  <a:srgbClr val="BDC3C7"/>
                </a:solidFill>
                <a:latin typeface="Tahoma"/>
                <a:cs typeface="Tahoma"/>
              </a:rPr>
              <a:t> </a:t>
            </a:r>
            <a:r>
              <a:rPr sz="2900" dirty="0">
                <a:solidFill>
                  <a:srgbClr val="BDC3C7"/>
                </a:solidFill>
                <a:latin typeface="Tahoma"/>
                <a:cs typeface="Tahoma"/>
              </a:rPr>
              <a:t>request</a:t>
            </a:r>
            <a:r>
              <a:rPr sz="2900" spc="-105" dirty="0">
                <a:solidFill>
                  <a:srgbClr val="BDC3C7"/>
                </a:solidFill>
                <a:latin typeface="Tahoma"/>
                <a:cs typeface="Tahoma"/>
              </a:rPr>
              <a:t> </a:t>
            </a:r>
            <a:r>
              <a:rPr sz="2900" dirty="0">
                <a:solidFill>
                  <a:srgbClr val="BDC3C7"/>
                </a:solidFill>
                <a:latin typeface="Tahoma"/>
                <a:cs typeface="Tahoma"/>
              </a:rPr>
              <a:t>of</a:t>
            </a:r>
            <a:r>
              <a:rPr sz="2900" spc="-75" dirty="0">
                <a:solidFill>
                  <a:srgbClr val="BDC3C7"/>
                </a:solidFill>
                <a:latin typeface="Tahoma"/>
                <a:cs typeface="Tahoma"/>
              </a:rPr>
              <a:t> </a:t>
            </a:r>
            <a:r>
              <a:rPr sz="3600" b="1" spc="-135" dirty="0">
                <a:latin typeface="Tahoma"/>
                <a:cs typeface="Tahoma"/>
              </a:rPr>
              <a:t>your</a:t>
            </a:r>
            <a:r>
              <a:rPr sz="3600" b="1" spc="-55" dirty="0">
                <a:latin typeface="Tahoma"/>
                <a:cs typeface="Tahoma"/>
              </a:rPr>
              <a:t> </a:t>
            </a:r>
            <a:r>
              <a:rPr sz="3600" b="1" spc="-105" dirty="0">
                <a:latin typeface="Tahoma"/>
                <a:cs typeface="Tahoma"/>
              </a:rPr>
              <a:t>branch</a:t>
            </a:r>
            <a:r>
              <a:rPr sz="3600" b="1" spc="-240" dirty="0">
                <a:latin typeface="Tahoma"/>
                <a:cs typeface="Tahoma"/>
              </a:rPr>
              <a:t> </a:t>
            </a:r>
            <a:r>
              <a:rPr sz="2900" dirty="0">
                <a:solidFill>
                  <a:srgbClr val="BDC3C7"/>
                </a:solidFill>
                <a:latin typeface="Tahoma"/>
                <a:cs typeface="Tahoma"/>
              </a:rPr>
              <a:t>to</a:t>
            </a:r>
            <a:r>
              <a:rPr sz="2900" spc="-100" dirty="0">
                <a:solidFill>
                  <a:srgbClr val="BDC3C7"/>
                </a:solidFill>
                <a:latin typeface="Tahoma"/>
                <a:cs typeface="Tahoma"/>
              </a:rPr>
              <a:t> </a:t>
            </a:r>
            <a:r>
              <a:rPr sz="2900" dirty="0">
                <a:solidFill>
                  <a:srgbClr val="BDC3C7"/>
                </a:solidFill>
                <a:latin typeface="Tahoma"/>
                <a:cs typeface="Tahoma"/>
              </a:rPr>
              <a:t>our</a:t>
            </a:r>
            <a:r>
              <a:rPr sz="2900" spc="-105" dirty="0">
                <a:solidFill>
                  <a:srgbClr val="BDC3C7"/>
                </a:solidFill>
                <a:latin typeface="Tahoma"/>
                <a:cs typeface="Tahoma"/>
              </a:rPr>
              <a:t> </a:t>
            </a:r>
            <a:r>
              <a:rPr sz="2900" spc="-10" dirty="0">
                <a:solidFill>
                  <a:srgbClr val="BDC3C7"/>
                </a:solidFill>
                <a:latin typeface="Tahoma"/>
                <a:cs typeface="Tahoma"/>
              </a:rPr>
              <a:t>template repository</a:t>
            </a:r>
            <a:endParaRPr sz="2900">
              <a:latin typeface="Tahoma"/>
              <a:cs typeface="Tahoma"/>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3004800" cy="9753600"/>
          </a:xfrm>
          <a:custGeom>
            <a:avLst/>
            <a:gdLst/>
            <a:ahLst/>
            <a:cxnLst/>
            <a:rect l="l" t="t" r="r" b="b"/>
            <a:pathLst>
              <a:path w="13004800" h="9753600">
                <a:moveTo>
                  <a:pt x="13004799" y="9753599"/>
                </a:moveTo>
                <a:lnTo>
                  <a:pt x="0" y="9753599"/>
                </a:lnTo>
                <a:lnTo>
                  <a:pt x="0" y="0"/>
                </a:lnTo>
                <a:lnTo>
                  <a:pt x="13004799" y="0"/>
                </a:lnTo>
                <a:lnTo>
                  <a:pt x="13004799" y="9753599"/>
                </a:lnTo>
                <a:close/>
              </a:path>
            </a:pathLst>
          </a:custGeom>
          <a:solidFill>
            <a:srgbClr val="3E3E3E"/>
          </a:solidFill>
        </p:spPr>
        <p:txBody>
          <a:bodyPr wrap="square" lIns="0" tIns="0" rIns="0" bIns="0" rtlCol="0"/>
          <a:lstStyle/>
          <a:p>
            <a:endParaRPr/>
          </a:p>
        </p:txBody>
      </p:sp>
      <p:sp>
        <p:nvSpPr>
          <p:cNvPr id="3" name="object 3"/>
          <p:cNvSpPr txBox="1">
            <a:spLocks noGrp="1"/>
          </p:cNvSpPr>
          <p:nvPr>
            <p:ph type="title"/>
          </p:nvPr>
        </p:nvSpPr>
        <p:spPr>
          <a:xfrm>
            <a:off x="1914798" y="143636"/>
            <a:ext cx="9173845" cy="574040"/>
          </a:xfrm>
          <a:prstGeom prst="rect">
            <a:avLst/>
          </a:prstGeom>
        </p:spPr>
        <p:txBody>
          <a:bodyPr vert="horz" wrap="square" lIns="0" tIns="12700" rIns="0" bIns="0" rtlCol="0">
            <a:spAutoFit/>
          </a:bodyPr>
          <a:lstStyle/>
          <a:p>
            <a:pPr marL="12700">
              <a:lnSpc>
                <a:spcPct val="100000"/>
              </a:lnSpc>
              <a:spcBef>
                <a:spcPts val="100"/>
              </a:spcBef>
            </a:pPr>
            <a:r>
              <a:rPr sz="3600" dirty="0"/>
              <a:t>You</a:t>
            </a:r>
            <a:r>
              <a:rPr sz="3600" spc="-100" dirty="0"/>
              <a:t> </a:t>
            </a:r>
            <a:r>
              <a:rPr sz="3600" spc="85" dirty="0"/>
              <a:t>can</a:t>
            </a:r>
            <a:r>
              <a:rPr sz="3600" spc="-100" dirty="0"/>
              <a:t> </a:t>
            </a:r>
            <a:r>
              <a:rPr sz="3600" spc="155" dirty="0"/>
              <a:t>access</a:t>
            </a:r>
            <a:r>
              <a:rPr sz="3600" spc="-100" dirty="0"/>
              <a:t> </a:t>
            </a:r>
            <a:r>
              <a:rPr sz="3600" spc="65" dirty="0"/>
              <a:t>course</a:t>
            </a:r>
            <a:r>
              <a:rPr sz="3600" spc="-100" dirty="0"/>
              <a:t> </a:t>
            </a:r>
            <a:r>
              <a:rPr sz="3600" dirty="0"/>
              <a:t>projects</a:t>
            </a:r>
            <a:r>
              <a:rPr sz="3600" spc="-95" dirty="0"/>
              <a:t> </a:t>
            </a:r>
            <a:r>
              <a:rPr sz="3600" dirty="0"/>
              <a:t>in</a:t>
            </a:r>
            <a:r>
              <a:rPr sz="3600" spc="-75" dirty="0"/>
              <a:t> </a:t>
            </a:r>
            <a:r>
              <a:rPr sz="3600" u="heavy" dirty="0">
                <a:solidFill>
                  <a:srgbClr val="0000FF"/>
                </a:solidFill>
                <a:uFill>
                  <a:solidFill>
                    <a:srgbClr val="0000FF"/>
                  </a:solidFill>
                </a:uFill>
                <a:hlinkClick r:id="rId2"/>
              </a:rPr>
              <a:t>this</a:t>
            </a:r>
            <a:r>
              <a:rPr sz="3600" u="heavy" spc="-100" dirty="0">
                <a:solidFill>
                  <a:srgbClr val="0000FF"/>
                </a:solidFill>
                <a:uFill>
                  <a:solidFill>
                    <a:srgbClr val="0000FF"/>
                  </a:solidFill>
                </a:uFill>
                <a:hlinkClick r:id="rId2"/>
              </a:rPr>
              <a:t> </a:t>
            </a:r>
            <a:r>
              <a:rPr sz="3600" u="heavy" spc="-10" dirty="0">
                <a:solidFill>
                  <a:srgbClr val="0000FF"/>
                </a:solidFill>
                <a:uFill>
                  <a:solidFill>
                    <a:srgbClr val="0000FF"/>
                  </a:solidFill>
                </a:uFill>
                <a:hlinkClick r:id="rId2"/>
              </a:rPr>
              <a:t>group</a:t>
            </a:r>
            <a:endParaRPr sz="3600" dirty="0"/>
          </a:p>
        </p:txBody>
      </p:sp>
      <p:sp>
        <p:nvSpPr>
          <p:cNvPr id="5" name="object 5"/>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77</a:t>
            </a:fld>
            <a:endParaRPr spc="-25" dirty="0"/>
          </a:p>
        </p:txBody>
      </p:sp>
      <p:grpSp>
        <p:nvGrpSpPr>
          <p:cNvPr id="8" name="群組 7">
            <a:extLst>
              <a:ext uri="{FF2B5EF4-FFF2-40B4-BE49-F238E27FC236}">
                <a16:creationId xmlns:a16="http://schemas.microsoft.com/office/drawing/2014/main" id="{5D4B13DB-5CA5-DD52-1A0E-9A8D5AF9C6BC}"/>
              </a:ext>
            </a:extLst>
          </p:cNvPr>
          <p:cNvGrpSpPr/>
          <p:nvPr/>
        </p:nvGrpSpPr>
        <p:grpSpPr>
          <a:xfrm>
            <a:off x="0" y="2833901"/>
            <a:ext cx="13004800" cy="3345396"/>
            <a:chOff x="0" y="2833901"/>
            <a:chExt cx="13004800" cy="3345396"/>
          </a:xfrm>
        </p:grpSpPr>
        <p:pic>
          <p:nvPicPr>
            <p:cNvPr id="4" name="object 4"/>
            <p:cNvPicPr/>
            <p:nvPr/>
          </p:nvPicPr>
          <p:blipFill>
            <a:blip r:embed="rId3" cstate="print"/>
            <a:stretch>
              <a:fillRect/>
            </a:stretch>
          </p:blipFill>
          <p:spPr>
            <a:xfrm>
              <a:off x="0" y="2833901"/>
              <a:ext cx="13004800" cy="3345396"/>
            </a:xfrm>
            <a:prstGeom prst="rect">
              <a:avLst/>
            </a:prstGeom>
          </p:spPr>
        </p:pic>
        <p:sp>
          <p:nvSpPr>
            <p:cNvPr id="6" name="矩形 5">
              <a:extLst>
                <a:ext uri="{FF2B5EF4-FFF2-40B4-BE49-F238E27FC236}">
                  <a16:creationId xmlns:a16="http://schemas.microsoft.com/office/drawing/2014/main" id="{BBF904A1-586E-2685-C727-198E48962714}"/>
                </a:ext>
              </a:extLst>
            </p:cNvPr>
            <p:cNvSpPr/>
            <p:nvPr/>
          </p:nvSpPr>
          <p:spPr>
            <a:xfrm>
              <a:off x="1092200" y="3657600"/>
              <a:ext cx="1600200" cy="30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000" b="1" dirty="0">
                  <a:solidFill>
                    <a:schemeClr val="tx1"/>
                  </a:solidFill>
                </a:rPr>
                <a:t>2026 - spring</a:t>
              </a:r>
              <a:endParaRPr lang="zh-TW" altLang="en-US" sz="2000" b="1" dirty="0">
                <a:solidFill>
                  <a:schemeClr val="tx1"/>
                </a:solidFill>
              </a:endParaRPr>
            </a:p>
          </p:txBody>
        </p:sp>
        <p:sp>
          <p:nvSpPr>
            <p:cNvPr id="7" name="矩形 6">
              <a:extLst>
                <a:ext uri="{FF2B5EF4-FFF2-40B4-BE49-F238E27FC236}">
                  <a16:creationId xmlns:a16="http://schemas.microsoft.com/office/drawing/2014/main" id="{1CE2BE3F-114F-BE1E-A404-38ED03E78701}"/>
                </a:ext>
              </a:extLst>
            </p:cNvPr>
            <p:cNvSpPr/>
            <p:nvPr/>
          </p:nvSpPr>
          <p:spPr>
            <a:xfrm>
              <a:off x="1473200" y="2866558"/>
              <a:ext cx="1143000" cy="30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200" b="1" dirty="0">
                  <a:solidFill>
                    <a:schemeClr val="bg1">
                      <a:lumMod val="50000"/>
                    </a:schemeClr>
                  </a:solidFill>
                </a:rPr>
                <a:t>2026 - spring</a:t>
              </a:r>
              <a:endParaRPr lang="zh-TW" altLang="en-US" sz="1200" b="1" dirty="0">
                <a:solidFill>
                  <a:schemeClr val="bg1">
                    <a:lumMod val="50000"/>
                  </a:schemeClr>
                </a:solidFill>
              </a:endParaRPr>
            </a:p>
          </p:txBody>
        </p:sp>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3004800" cy="9753600"/>
          </a:xfrm>
          <a:custGeom>
            <a:avLst/>
            <a:gdLst/>
            <a:ahLst/>
            <a:cxnLst/>
            <a:rect l="l" t="t" r="r" b="b"/>
            <a:pathLst>
              <a:path w="13004800" h="9753600">
                <a:moveTo>
                  <a:pt x="13004799" y="9753599"/>
                </a:moveTo>
                <a:lnTo>
                  <a:pt x="0" y="9753599"/>
                </a:lnTo>
                <a:lnTo>
                  <a:pt x="0" y="0"/>
                </a:lnTo>
                <a:lnTo>
                  <a:pt x="13004799" y="0"/>
                </a:lnTo>
                <a:lnTo>
                  <a:pt x="13004799" y="9753599"/>
                </a:lnTo>
                <a:close/>
              </a:path>
            </a:pathLst>
          </a:custGeom>
          <a:solidFill>
            <a:srgbClr val="3E3E3E"/>
          </a:solidFill>
        </p:spPr>
        <p:txBody>
          <a:bodyPr wrap="square" lIns="0" tIns="0" rIns="0" bIns="0" rtlCol="0"/>
          <a:lstStyle/>
          <a:p>
            <a:endParaRPr/>
          </a:p>
        </p:txBody>
      </p:sp>
      <p:sp>
        <p:nvSpPr>
          <p:cNvPr id="8" name="object 8"/>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78</a:t>
            </a:fld>
            <a:endParaRPr spc="-25" dirty="0"/>
          </a:p>
        </p:txBody>
      </p:sp>
      <p:grpSp>
        <p:nvGrpSpPr>
          <p:cNvPr id="11" name="群組 10">
            <a:extLst>
              <a:ext uri="{FF2B5EF4-FFF2-40B4-BE49-F238E27FC236}">
                <a16:creationId xmlns:a16="http://schemas.microsoft.com/office/drawing/2014/main" id="{44FBF930-7CC2-6841-4540-C2F0254BEBB4}"/>
              </a:ext>
            </a:extLst>
          </p:cNvPr>
          <p:cNvGrpSpPr/>
          <p:nvPr/>
        </p:nvGrpSpPr>
        <p:grpSpPr>
          <a:xfrm>
            <a:off x="577080" y="0"/>
            <a:ext cx="12019280" cy="9327515"/>
            <a:chOff x="577080" y="0"/>
            <a:chExt cx="12019280" cy="9327515"/>
          </a:xfrm>
        </p:grpSpPr>
        <p:grpSp>
          <p:nvGrpSpPr>
            <p:cNvPr id="3" name="object 3"/>
            <p:cNvGrpSpPr/>
            <p:nvPr/>
          </p:nvGrpSpPr>
          <p:grpSpPr>
            <a:xfrm>
              <a:off x="577080" y="0"/>
              <a:ext cx="12019280" cy="9327515"/>
              <a:chOff x="577080" y="0"/>
              <a:chExt cx="12019280" cy="9327515"/>
            </a:xfrm>
          </p:grpSpPr>
          <p:pic>
            <p:nvPicPr>
              <p:cNvPr id="4" name="object 4"/>
              <p:cNvPicPr/>
              <p:nvPr/>
            </p:nvPicPr>
            <p:blipFill>
              <a:blip r:embed="rId2" cstate="print"/>
              <a:stretch>
                <a:fillRect/>
              </a:stretch>
            </p:blipFill>
            <p:spPr>
              <a:xfrm>
                <a:off x="577080" y="0"/>
                <a:ext cx="10547423" cy="9327060"/>
              </a:xfrm>
              <a:prstGeom prst="rect">
                <a:avLst/>
              </a:prstGeom>
            </p:spPr>
          </p:pic>
          <p:pic>
            <p:nvPicPr>
              <p:cNvPr id="5" name="object 5"/>
              <p:cNvPicPr/>
              <p:nvPr/>
            </p:nvPicPr>
            <p:blipFill>
              <a:blip r:embed="rId3" cstate="print"/>
              <a:stretch>
                <a:fillRect/>
              </a:stretch>
            </p:blipFill>
            <p:spPr>
              <a:xfrm>
                <a:off x="9994422" y="1035258"/>
                <a:ext cx="2601915" cy="698503"/>
              </a:xfrm>
              <a:prstGeom prst="rect">
                <a:avLst/>
              </a:prstGeom>
            </p:spPr>
          </p:pic>
          <p:sp>
            <p:nvSpPr>
              <p:cNvPr id="6" name="object 6"/>
              <p:cNvSpPr/>
              <p:nvPr/>
            </p:nvSpPr>
            <p:spPr>
              <a:xfrm>
                <a:off x="10032522" y="1047958"/>
                <a:ext cx="2526030" cy="622300"/>
              </a:xfrm>
              <a:custGeom>
                <a:avLst/>
                <a:gdLst/>
                <a:ahLst/>
                <a:cxnLst/>
                <a:rect l="l" t="t" r="r" b="b"/>
                <a:pathLst>
                  <a:path w="2526029" h="622300">
                    <a:moveTo>
                      <a:pt x="2462220" y="622302"/>
                    </a:moveTo>
                    <a:lnTo>
                      <a:pt x="63493" y="622302"/>
                    </a:lnTo>
                    <a:lnTo>
                      <a:pt x="38773" y="617312"/>
                    </a:lnTo>
                    <a:lnTo>
                      <a:pt x="18591" y="603702"/>
                    </a:lnTo>
                    <a:lnTo>
                      <a:pt x="4987" y="583518"/>
                    </a:lnTo>
                    <a:lnTo>
                      <a:pt x="0" y="558805"/>
                    </a:lnTo>
                    <a:lnTo>
                      <a:pt x="0" y="188131"/>
                    </a:lnTo>
                    <a:lnTo>
                      <a:pt x="4987" y="163405"/>
                    </a:lnTo>
                    <a:lnTo>
                      <a:pt x="18591" y="143223"/>
                    </a:lnTo>
                    <a:lnTo>
                      <a:pt x="38773" y="129620"/>
                    </a:lnTo>
                    <a:lnTo>
                      <a:pt x="63493" y="124633"/>
                    </a:lnTo>
                    <a:lnTo>
                      <a:pt x="358745" y="124633"/>
                    </a:lnTo>
                    <a:lnTo>
                      <a:pt x="486199" y="0"/>
                    </a:lnTo>
                    <a:lnTo>
                      <a:pt x="613537" y="124633"/>
                    </a:lnTo>
                    <a:lnTo>
                      <a:pt x="2462220" y="124633"/>
                    </a:lnTo>
                    <a:lnTo>
                      <a:pt x="2486941" y="129620"/>
                    </a:lnTo>
                    <a:lnTo>
                      <a:pt x="2507122" y="143223"/>
                    </a:lnTo>
                    <a:lnTo>
                      <a:pt x="2520726" y="163405"/>
                    </a:lnTo>
                    <a:lnTo>
                      <a:pt x="2525714" y="188131"/>
                    </a:lnTo>
                    <a:lnTo>
                      <a:pt x="2525714" y="558805"/>
                    </a:lnTo>
                    <a:lnTo>
                      <a:pt x="2520726" y="583518"/>
                    </a:lnTo>
                    <a:lnTo>
                      <a:pt x="2507122" y="603702"/>
                    </a:lnTo>
                    <a:lnTo>
                      <a:pt x="2486941" y="617312"/>
                    </a:lnTo>
                    <a:lnTo>
                      <a:pt x="2462220" y="622302"/>
                    </a:lnTo>
                    <a:close/>
                  </a:path>
                </a:pathLst>
              </a:custGeom>
              <a:solidFill>
                <a:srgbClr val="D45557"/>
              </a:solidFill>
            </p:spPr>
            <p:txBody>
              <a:bodyPr wrap="square" lIns="0" tIns="0" rIns="0" bIns="0" rtlCol="0"/>
              <a:lstStyle/>
              <a:p>
                <a:endParaRPr/>
              </a:p>
            </p:txBody>
          </p:sp>
        </p:grpSp>
        <p:sp>
          <p:nvSpPr>
            <p:cNvPr id="7" name="object 7"/>
            <p:cNvSpPr txBox="1"/>
            <p:nvPr/>
          </p:nvSpPr>
          <p:spPr>
            <a:xfrm>
              <a:off x="10296062" y="1226539"/>
              <a:ext cx="2002155"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FFFF"/>
                  </a:solidFill>
                  <a:latin typeface="Tahoma"/>
                  <a:cs typeface="Tahoma"/>
                </a:rPr>
                <a:t>1.</a:t>
              </a:r>
              <a:r>
                <a:rPr sz="2400" spc="-105" dirty="0">
                  <a:solidFill>
                    <a:srgbClr val="FFFFFF"/>
                  </a:solidFill>
                  <a:latin typeface="Tahoma"/>
                  <a:cs typeface="Tahoma"/>
                </a:rPr>
                <a:t> </a:t>
              </a:r>
              <a:r>
                <a:rPr sz="2400" spc="80" dirty="0">
                  <a:solidFill>
                    <a:srgbClr val="FFFFFF"/>
                  </a:solidFill>
                  <a:latin typeface="Tahoma"/>
                  <a:cs typeface="Tahoma"/>
                </a:rPr>
                <a:t>Click</a:t>
              </a:r>
              <a:r>
                <a:rPr sz="2400" spc="-100" dirty="0">
                  <a:solidFill>
                    <a:srgbClr val="FFFFFF"/>
                  </a:solidFill>
                  <a:latin typeface="Tahoma"/>
                  <a:cs typeface="Tahoma"/>
                </a:rPr>
                <a:t> </a:t>
              </a:r>
              <a:r>
                <a:rPr sz="2400" dirty="0">
                  <a:solidFill>
                    <a:srgbClr val="FFFFFF"/>
                  </a:solidFill>
                  <a:latin typeface="Tahoma"/>
                  <a:cs typeface="Tahoma"/>
                </a:rPr>
                <a:t>to</a:t>
              </a:r>
              <a:r>
                <a:rPr sz="2400" spc="-100" dirty="0">
                  <a:solidFill>
                    <a:srgbClr val="FFFFFF"/>
                  </a:solidFill>
                  <a:latin typeface="Tahoma"/>
                  <a:cs typeface="Tahoma"/>
                </a:rPr>
                <a:t> </a:t>
              </a:r>
              <a:r>
                <a:rPr sz="2400" spc="-20" dirty="0">
                  <a:solidFill>
                    <a:srgbClr val="FFFFFF"/>
                  </a:solidFill>
                  <a:latin typeface="Tahoma"/>
                  <a:cs typeface="Tahoma"/>
                </a:rPr>
                <a:t>fork</a:t>
              </a:r>
              <a:endParaRPr sz="2400">
                <a:latin typeface="Tahoma"/>
                <a:cs typeface="Tahoma"/>
              </a:endParaRPr>
            </a:p>
          </p:txBody>
        </p:sp>
        <p:sp>
          <p:nvSpPr>
            <p:cNvPr id="9" name="矩形 8">
              <a:extLst>
                <a:ext uri="{FF2B5EF4-FFF2-40B4-BE49-F238E27FC236}">
                  <a16:creationId xmlns:a16="http://schemas.microsoft.com/office/drawing/2014/main" id="{99A708CE-1F38-679C-8731-CBE43A35C2D4}"/>
                </a:ext>
              </a:extLst>
            </p:cNvPr>
            <p:cNvSpPr/>
            <p:nvPr/>
          </p:nvSpPr>
          <p:spPr>
            <a:xfrm>
              <a:off x="1549400" y="0"/>
              <a:ext cx="1143000" cy="228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b="1" dirty="0">
                  <a:solidFill>
                    <a:schemeClr val="bg1">
                      <a:lumMod val="50000"/>
                    </a:schemeClr>
                  </a:solidFill>
                </a:rPr>
                <a:t>&gt;</a:t>
              </a:r>
              <a:r>
                <a:rPr lang="zh-TW" altLang="en-US" sz="1000" b="1" dirty="0">
                  <a:solidFill>
                    <a:schemeClr val="bg1">
                      <a:lumMod val="50000"/>
                    </a:schemeClr>
                  </a:solidFill>
                </a:rPr>
                <a:t> </a:t>
              </a:r>
              <a:r>
                <a:rPr lang="en-US" altLang="zh-TW" sz="1000" b="1" dirty="0">
                  <a:solidFill>
                    <a:schemeClr val="bg1">
                      <a:lumMod val="50000"/>
                    </a:schemeClr>
                  </a:solidFill>
                </a:rPr>
                <a:t>2026 – spring</a:t>
              </a:r>
              <a:r>
                <a:rPr lang="zh-TW" altLang="en-US" sz="1000" b="1" dirty="0">
                  <a:solidFill>
                    <a:schemeClr val="bg1">
                      <a:lumMod val="50000"/>
                    </a:schemeClr>
                  </a:solidFill>
                </a:rPr>
                <a:t> </a:t>
              </a:r>
              <a:r>
                <a:rPr lang="en-US" altLang="zh-TW" sz="1000" b="1" dirty="0">
                  <a:solidFill>
                    <a:schemeClr val="bg1">
                      <a:lumMod val="50000"/>
                    </a:schemeClr>
                  </a:solidFill>
                </a:rPr>
                <a:t>&gt;</a:t>
              </a:r>
              <a:endParaRPr lang="zh-TW" altLang="en-US" sz="1000" b="1" dirty="0">
                <a:solidFill>
                  <a:schemeClr val="bg1">
                    <a:lumMod val="50000"/>
                  </a:schemeClr>
                </a:solidFill>
              </a:endParaRPr>
            </a:p>
          </p:txBody>
        </p:sp>
      </p:gr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3004800" cy="9753600"/>
          </a:xfrm>
          <a:custGeom>
            <a:avLst/>
            <a:gdLst/>
            <a:ahLst/>
            <a:cxnLst/>
            <a:rect l="l" t="t" r="r" b="b"/>
            <a:pathLst>
              <a:path w="13004800" h="9753600">
                <a:moveTo>
                  <a:pt x="13004799" y="9753599"/>
                </a:moveTo>
                <a:lnTo>
                  <a:pt x="0" y="9753599"/>
                </a:lnTo>
                <a:lnTo>
                  <a:pt x="0" y="0"/>
                </a:lnTo>
                <a:lnTo>
                  <a:pt x="13004799" y="0"/>
                </a:lnTo>
                <a:lnTo>
                  <a:pt x="13004799" y="9753599"/>
                </a:lnTo>
                <a:close/>
              </a:path>
            </a:pathLst>
          </a:custGeom>
          <a:solidFill>
            <a:srgbClr val="3E3E3E"/>
          </a:solidFill>
        </p:spPr>
        <p:txBody>
          <a:bodyPr wrap="square" lIns="0" tIns="0" rIns="0" bIns="0" rtlCol="0"/>
          <a:lstStyle/>
          <a:p>
            <a:endParaRPr/>
          </a:p>
        </p:txBody>
      </p:sp>
      <p:grpSp>
        <p:nvGrpSpPr>
          <p:cNvPr id="3" name="object 3"/>
          <p:cNvGrpSpPr/>
          <p:nvPr/>
        </p:nvGrpSpPr>
        <p:grpSpPr>
          <a:xfrm>
            <a:off x="152400" y="1902164"/>
            <a:ext cx="12700000" cy="6172200"/>
            <a:chOff x="152400" y="1902164"/>
            <a:chExt cx="12700000" cy="6172200"/>
          </a:xfrm>
        </p:grpSpPr>
        <p:pic>
          <p:nvPicPr>
            <p:cNvPr id="4" name="object 4"/>
            <p:cNvPicPr/>
            <p:nvPr/>
          </p:nvPicPr>
          <p:blipFill>
            <a:blip r:embed="rId2" cstate="print"/>
            <a:stretch>
              <a:fillRect/>
            </a:stretch>
          </p:blipFill>
          <p:spPr>
            <a:xfrm>
              <a:off x="152400" y="1902164"/>
              <a:ext cx="12699999" cy="5719267"/>
            </a:xfrm>
            <a:prstGeom prst="rect">
              <a:avLst/>
            </a:prstGeom>
          </p:spPr>
        </p:pic>
        <p:pic>
          <p:nvPicPr>
            <p:cNvPr id="5" name="object 5"/>
            <p:cNvPicPr/>
            <p:nvPr/>
          </p:nvPicPr>
          <p:blipFill>
            <a:blip r:embed="rId3" cstate="print"/>
            <a:stretch>
              <a:fillRect/>
            </a:stretch>
          </p:blipFill>
          <p:spPr>
            <a:xfrm>
              <a:off x="3430415" y="7375869"/>
              <a:ext cx="2601942" cy="698496"/>
            </a:xfrm>
            <a:prstGeom prst="rect">
              <a:avLst/>
            </a:prstGeom>
          </p:spPr>
        </p:pic>
        <p:sp>
          <p:nvSpPr>
            <p:cNvPr id="6" name="object 6"/>
            <p:cNvSpPr/>
            <p:nvPr/>
          </p:nvSpPr>
          <p:spPr>
            <a:xfrm>
              <a:off x="3468515" y="7388568"/>
              <a:ext cx="2526030" cy="622300"/>
            </a:xfrm>
            <a:custGeom>
              <a:avLst/>
              <a:gdLst/>
              <a:ahLst/>
              <a:cxnLst/>
              <a:rect l="l" t="t" r="r" b="b"/>
              <a:pathLst>
                <a:path w="2526029" h="622300">
                  <a:moveTo>
                    <a:pt x="2462247" y="622296"/>
                  </a:moveTo>
                  <a:lnTo>
                    <a:pt x="63494" y="622296"/>
                  </a:lnTo>
                  <a:lnTo>
                    <a:pt x="38774" y="617305"/>
                  </a:lnTo>
                  <a:lnTo>
                    <a:pt x="18592" y="603695"/>
                  </a:lnTo>
                  <a:lnTo>
                    <a:pt x="4987" y="583512"/>
                  </a:lnTo>
                  <a:lnTo>
                    <a:pt x="0" y="558799"/>
                  </a:lnTo>
                  <a:lnTo>
                    <a:pt x="0" y="188129"/>
                  </a:lnTo>
                  <a:lnTo>
                    <a:pt x="4987" y="163404"/>
                  </a:lnTo>
                  <a:lnTo>
                    <a:pt x="18592" y="143221"/>
                  </a:lnTo>
                  <a:lnTo>
                    <a:pt x="38774" y="129618"/>
                  </a:lnTo>
                  <a:lnTo>
                    <a:pt x="63494" y="124631"/>
                  </a:lnTo>
                  <a:lnTo>
                    <a:pt x="358748" y="124631"/>
                  </a:lnTo>
                  <a:lnTo>
                    <a:pt x="486205" y="0"/>
                  </a:lnTo>
                  <a:lnTo>
                    <a:pt x="613544" y="124631"/>
                  </a:lnTo>
                  <a:lnTo>
                    <a:pt x="2462247" y="124631"/>
                  </a:lnTo>
                  <a:lnTo>
                    <a:pt x="2486967" y="129618"/>
                  </a:lnTo>
                  <a:lnTo>
                    <a:pt x="2507149" y="143221"/>
                  </a:lnTo>
                  <a:lnTo>
                    <a:pt x="2520754" y="163404"/>
                  </a:lnTo>
                  <a:lnTo>
                    <a:pt x="2525741" y="188129"/>
                  </a:lnTo>
                  <a:lnTo>
                    <a:pt x="2525741" y="558799"/>
                  </a:lnTo>
                  <a:lnTo>
                    <a:pt x="2520754" y="583512"/>
                  </a:lnTo>
                  <a:lnTo>
                    <a:pt x="2507149" y="603695"/>
                  </a:lnTo>
                  <a:lnTo>
                    <a:pt x="2486967" y="617305"/>
                  </a:lnTo>
                  <a:lnTo>
                    <a:pt x="2462247" y="622296"/>
                  </a:lnTo>
                  <a:close/>
                </a:path>
              </a:pathLst>
            </a:custGeom>
            <a:solidFill>
              <a:srgbClr val="D45557"/>
            </a:solidFill>
          </p:spPr>
          <p:txBody>
            <a:bodyPr wrap="square" lIns="0" tIns="0" rIns="0" bIns="0" rtlCol="0"/>
            <a:lstStyle/>
            <a:p>
              <a:endParaRPr/>
            </a:p>
          </p:txBody>
        </p:sp>
      </p:grpSp>
      <p:sp>
        <p:nvSpPr>
          <p:cNvPr id="7" name="object 7"/>
          <p:cNvSpPr txBox="1"/>
          <p:nvPr/>
        </p:nvSpPr>
        <p:spPr>
          <a:xfrm>
            <a:off x="3732040" y="7492948"/>
            <a:ext cx="2002155"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FFFF"/>
                </a:solidFill>
                <a:latin typeface="Tahoma"/>
                <a:cs typeface="Tahoma"/>
              </a:rPr>
              <a:t>4.</a:t>
            </a:r>
            <a:r>
              <a:rPr sz="2400" spc="-105" dirty="0">
                <a:solidFill>
                  <a:srgbClr val="FFFFFF"/>
                </a:solidFill>
                <a:latin typeface="Tahoma"/>
                <a:cs typeface="Tahoma"/>
              </a:rPr>
              <a:t> </a:t>
            </a:r>
            <a:r>
              <a:rPr sz="2400" spc="80" dirty="0">
                <a:solidFill>
                  <a:srgbClr val="FFFFFF"/>
                </a:solidFill>
                <a:latin typeface="Tahoma"/>
                <a:cs typeface="Tahoma"/>
              </a:rPr>
              <a:t>Click</a:t>
            </a:r>
            <a:r>
              <a:rPr sz="2400" spc="-100" dirty="0">
                <a:solidFill>
                  <a:srgbClr val="FFFFFF"/>
                </a:solidFill>
                <a:latin typeface="Tahoma"/>
                <a:cs typeface="Tahoma"/>
              </a:rPr>
              <a:t> </a:t>
            </a:r>
            <a:r>
              <a:rPr sz="2400" dirty="0">
                <a:solidFill>
                  <a:srgbClr val="FFFFFF"/>
                </a:solidFill>
                <a:latin typeface="Tahoma"/>
                <a:cs typeface="Tahoma"/>
              </a:rPr>
              <a:t>to</a:t>
            </a:r>
            <a:r>
              <a:rPr sz="2400" spc="-100" dirty="0">
                <a:solidFill>
                  <a:srgbClr val="FFFFFF"/>
                </a:solidFill>
                <a:latin typeface="Tahoma"/>
                <a:cs typeface="Tahoma"/>
              </a:rPr>
              <a:t> </a:t>
            </a:r>
            <a:r>
              <a:rPr sz="2400" spc="-20" dirty="0">
                <a:solidFill>
                  <a:srgbClr val="FFFFFF"/>
                </a:solidFill>
                <a:latin typeface="Tahoma"/>
                <a:cs typeface="Tahoma"/>
              </a:rPr>
              <a:t>fork</a:t>
            </a:r>
            <a:endParaRPr sz="2400">
              <a:latin typeface="Tahoma"/>
              <a:cs typeface="Tahoma"/>
            </a:endParaRPr>
          </a:p>
        </p:txBody>
      </p:sp>
      <p:grpSp>
        <p:nvGrpSpPr>
          <p:cNvPr id="8" name="object 8"/>
          <p:cNvGrpSpPr/>
          <p:nvPr/>
        </p:nvGrpSpPr>
        <p:grpSpPr>
          <a:xfrm>
            <a:off x="3976515" y="5902669"/>
            <a:ext cx="2602230" cy="698500"/>
            <a:chOff x="3976515" y="5902669"/>
            <a:chExt cx="2602230" cy="698500"/>
          </a:xfrm>
        </p:grpSpPr>
        <p:pic>
          <p:nvPicPr>
            <p:cNvPr id="9" name="object 9"/>
            <p:cNvPicPr/>
            <p:nvPr/>
          </p:nvPicPr>
          <p:blipFill>
            <a:blip r:embed="rId3" cstate="print"/>
            <a:stretch>
              <a:fillRect/>
            </a:stretch>
          </p:blipFill>
          <p:spPr>
            <a:xfrm>
              <a:off x="3976515" y="5902669"/>
              <a:ext cx="2601942" cy="698496"/>
            </a:xfrm>
            <a:prstGeom prst="rect">
              <a:avLst/>
            </a:prstGeom>
          </p:spPr>
        </p:pic>
        <p:sp>
          <p:nvSpPr>
            <p:cNvPr id="10" name="object 10"/>
            <p:cNvSpPr/>
            <p:nvPr/>
          </p:nvSpPr>
          <p:spPr>
            <a:xfrm>
              <a:off x="4014614" y="5915369"/>
              <a:ext cx="2526030" cy="622300"/>
            </a:xfrm>
            <a:custGeom>
              <a:avLst/>
              <a:gdLst/>
              <a:ahLst/>
              <a:cxnLst/>
              <a:rect l="l" t="t" r="r" b="b"/>
              <a:pathLst>
                <a:path w="2526029" h="622300">
                  <a:moveTo>
                    <a:pt x="2462247" y="622295"/>
                  </a:moveTo>
                  <a:lnTo>
                    <a:pt x="63494" y="622295"/>
                  </a:lnTo>
                  <a:lnTo>
                    <a:pt x="38774" y="617304"/>
                  </a:lnTo>
                  <a:lnTo>
                    <a:pt x="18592" y="603695"/>
                  </a:lnTo>
                  <a:lnTo>
                    <a:pt x="4987" y="583511"/>
                  </a:lnTo>
                  <a:lnTo>
                    <a:pt x="0" y="558798"/>
                  </a:lnTo>
                  <a:lnTo>
                    <a:pt x="0" y="188129"/>
                  </a:lnTo>
                  <a:lnTo>
                    <a:pt x="4987" y="163403"/>
                  </a:lnTo>
                  <a:lnTo>
                    <a:pt x="18592" y="143221"/>
                  </a:lnTo>
                  <a:lnTo>
                    <a:pt x="38774" y="129618"/>
                  </a:lnTo>
                  <a:lnTo>
                    <a:pt x="63494" y="124631"/>
                  </a:lnTo>
                  <a:lnTo>
                    <a:pt x="358748" y="124631"/>
                  </a:lnTo>
                  <a:lnTo>
                    <a:pt x="486205" y="0"/>
                  </a:lnTo>
                  <a:lnTo>
                    <a:pt x="613544" y="124631"/>
                  </a:lnTo>
                  <a:lnTo>
                    <a:pt x="2462247" y="124631"/>
                  </a:lnTo>
                  <a:lnTo>
                    <a:pt x="2486967" y="129618"/>
                  </a:lnTo>
                  <a:lnTo>
                    <a:pt x="2507149" y="143221"/>
                  </a:lnTo>
                  <a:lnTo>
                    <a:pt x="2520754" y="163403"/>
                  </a:lnTo>
                  <a:lnTo>
                    <a:pt x="2525741" y="188129"/>
                  </a:lnTo>
                  <a:lnTo>
                    <a:pt x="2525741" y="558798"/>
                  </a:lnTo>
                  <a:lnTo>
                    <a:pt x="2520754" y="583511"/>
                  </a:lnTo>
                  <a:lnTo>
                    <a:pt x="2507149" y="603695"/>
                  </a:lnTo>
                  <a:lnTo>
                    <a:pt x="2486967" y="617304"/>
                  </a:lnTo>
                  <a:lnTo>
                    <a:pt x="2462247" y="622295"/>
                  </a:lnTo>
                  <a:close/>
                </a:path>
              </a:pathLst>
            </a:custGeom>
            <a:solidFill>
              <a:srgbClr val="D45557"/>
            </a:solidFill>
          </p:spPr>
          <p:txBody>
            <a:bodyPr wrap="square" lIns="0" tIns="0" rIns="0" bIns="0" rtlCol="0"/>
            <a:lstStyle/>
            <a:p>
              <a:endParaRPr/>
            </a:p>
          </p:txBody>
        </p:sp>
      </p:grpSp>
      <p:sp>
        <p:nvSpPr>
          <p:cNvPr id="11" name="object 11"/>
          <p:cNvSpPr txBox="1"/>
          <p:nvPr/>
        </p:nvSpPr>
        <p:spPr>
          <a:xfrm>
            <a:off x="4278140" y="6019748"/>
            <a:ext cx="2056764"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FFFF"/>
                </a:solidFill>
                <a:latin typeface="Tahoma"/>
                <a:cs typeface="Tahoma"/>
              </a:rPr>
              <a:t>3.</a:t>
            </a:r>
            <a:r>
              <a:rPr sz="2400" spc="-105" dirty="0">
                <a:solidFill>
                  <a:srgbClr val="FFFFFF"/>
                </a:solidFill>
                <a:latin typeface="Tahoma"/>
                <a:cs typeface="Tahoma"/>
              </a:rPr>
              <a:t> </a:t>
            </a:r>
            <a:r>
              <a:rPr sz="2400" spc="80" dirty="0">
                <a:solidFill>
                  <a:srgbClr val="FFFFFF"/>
                </a:solidFill>
                <a:latin typeface="Tahoma"/>
                <a:cs typeface="Tahoma"/>
              </a:rPr>
              <a:t>Click</a:t>
            </a:r>
            <a:r>
              <a:rPr sz="2400" spc="-105" dirty="0">
                <a:solidFill>
                  <a:srgbClr val="FFFFFF"/>
                </a:solidFill>
                <a:latin typeface="Tahoma"/>
                <a:cs typeface="Tahoma"/>
              </a:rPr>
              <a:t> </a:t>
            </a:r>
            <a:r>
              <a:rPr sz="2400" spc="-10" dirty="0">
                <a:solidFill>
                  <a:srgbClr val="FFFFFF"/>
                </a:solidFill>
                <a:latin typeface="Tahoma"/>
                <a:cs typeface="Tahoma"/>
              </a:rPr>
              <a:t>Private</a:t>
            </a:r>
            <a:endParaRPr sz="2400">
              <a:latin typeface="Tahoma"/>
              <a:cs typeface="Tahoma"/>
            </a:endParaRPr>
          </a:p>
        </p:txBody>
      </p:sp>
      <p:grpSp>
        <p:nvGrpSpPr>
          <p:cNvPr id="12" name="object 12"/>
          <p:cNvGrpSpPr/>
          <p:nvPr/>
        </p:nvGrpSpPr>
        <p:grpSpPr>
          <a:xfrm>
            <a:off x="5868825" y="3718274"/>
            <a:ext cx="3571240" cy="698500"/>
            <a:chOff x="5868825" y="3718274"/>
            <a:chExt cx="3571240" cy="698500"/>
          </a:xfrm>
        </p:grpSpPr>
        <p:pic>
          <p:nvPicPr>
            <p:cNvPr id="13" name="object 13"/>
            <p:cNvPicPr/>
            <p:nvPr/>
          </p:nvPicPr>
          <p:blipFill>
            <a:blip r:embed="rId4" cstate="print"/>
            <a:stretch>
              <a:fillRect/>
            </a:stretch>
          </p:blipFill>
          <p:spPr>
            <a:xfrm>
              <a:off x="5868825" y="3718274"/>
              <a:ext cx="3570817" cy="698496"/>
            </a:xfrm>
            <a:prstGeom prst="rect">
              <a:avLst/>
            </a:prstGeom>
          </p:spPr>
        </p:pic>
        <p:sp>
          <p:nvSpPr>
            <p:cNvPr id="14" name="object 14"/>
            <p:cNvSpPr/>
            <p:nvPr/>
          </p:nvSpPr>
          <p:spPr>
            <a:xfrm>
              <a:off x="5906924" y="3730974"/>
              <a:ext cx="3495040" cy="622300"/>
            </a:xfrm>
            <a:custGeom>
              <a:avLst/>
              <a:gdLst/>
              <a:ahLst/>
              <a:cxnLst/>
              <a:rect l="l" t="t" r="r" b="b"/>
              <a:pathLst>
                <a:path w="3495040" h="622300">
                  <a:moveTo>
                    <a:pt x="3406766" y="622295"/>
                  </a:moveTo>
                  <a:lnTo>
                    <a:pt x="87850" y="622295"/>
                  </a:lnTo>
                  <a:lnTo>
                    <a:pt x="53647" y="617305"/>
                  </a:lnTo>
                  <a:lnTo>
                    <a:pt x="25724" y="603695"/>
                  </a:lnTo>
                  <a:lnTo>
                    <a:pt x="6901" y="583511"/>
                  </a:lnTo>
                  <a:lnTo>
                    <a:pt x="0" y="558798"/>
                  </a:lnTo>
                  <a:lnTo>
                    <a:pt x="0" y="188129"/>
                  </a:lnTo>
                  <a:lnTo>
                    <a:pt x="6901" y="163403"/>
                  </a:lnTo>
                  <a:lnTo>
                    <a:pt x="25724" y="143221"/>
                  </a:lnTo>
                  <a:lnTo>
                    <a:pt x="53647" y="129618"/>
                  </a:lnTo>
                  <a:lnTo>
                    <a:pt x="87850" y="124631"/>
                  </a:lnTo>
                  <a:lnTo>
                    <a:pt x="496365" y="124631"/>
                  </a:lnTo>
                  <a:lnTo>
                    <a:pt x="672713" y="0"/>
                  </a:lnTo>
                  <a:lnTo>
                    <a:pt x="848900" y="124631"/>
                  </a:lnTo>
                  <a:lnTo>
                    <a:pt x="3406766" y="124631"/>
                  </a:lnTo>
                  <a:lnTo>
                    <a:pt x="3440969" y="129618"/>
                  </a:lnTo>
                  <a:lnTo>
                    <a:pt x="3468892" y="143221"/>
                  </a:lnTo>
                  <a:lnTo>
                    <a:pt x="3487716" y="163403"/>
                  </a:lnTo>
                  <a:lnTo>
                    <a:pt x="3494617" y="188129"/>
                  </a:lnTo>
                  <a:lnTo>
                    <a:pt x="3494617" y="558798"/>
                  </a:lnTo>
                  <a:lnTo>
                    <a:pt x="3487716" y="583511"/>
                  </a:lnTo>
                  <a:lnTo>
                    <a:pt x="3468892" y="603695"/>
                  </a:lnTo>
                  <a:lnTo>
                    <a:pt x="3440969" y="617305"/>
                  </a:lnTo>
                  <a:lnTo>
                    <a:pt x="3406766" y="622295"/>
                  </a:lnTo>
                  <a:close/>
                </a:path>
              </a:pathLst>
            </a:custGeom>
            <a:solidFill>
              <a:srgbClr val="D45557"/>
            </a:solidFill>
          </p:spPr>
          <p:txBody>
            <a:bodyPr wrap="square" lIns="0" tIns="0" rIns="0" bIns="0" rtlCol="0"/>
            <a:lstStyle/>
            <a:p>
              <a:endParaRPr/>
            </a:p>
          </p:txBody>
        </p:sp>
      </p:grpSp>
      <p:sp>
        <p:nvSpPr>
          <p:cNvPr id="15" name="object 15"/>
          <p:cNvSpPr txBox="1"/>
          <p:nvPr/>
        </p:nvSpPr>
        <p:spPr>
          <a:xfrm>
            <a:off x="6170450" y="3835353"/>
            <a:ext cx="2738755"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FFFF"/>
                </a:solidFill>
                <a:latin typeface="Tahoma"/>
                <a:cs typeface="Tahoma"/>
              </a:rPr>
              <a:t>2.</a:t>
            </a:r>
            <a:r>
              <a:rPr sz="2400" spc="-100" dirty="0">
                <a:solidFill>
                  <a:srgbClr val="FFFFFF"/>
                </a:solidFill>
                <a:latin typeface="Tahoma"/>
                <a:cs typeface="Tahoma"/>
              </a:rPr>
              <a:t> </a:t>
            </a:r>
            <a:r>
              <a:rPr sz="2400" spc="55" dirty="0">
                <a:solidFill>
                  <a:srgbClr val="FFFFFF"/>
                </a:solidFill>
                <a:latin typeface="Tahoma"/>
                <a:cs typeface="Tahoma"/>
              </a:rPr>
              <a:t>Select</a:t>
            </a:r>
            <a:r>
              <a:rPr sz="2400" spc="-95" dirty="0">
                <a:solidFill>
                  <a:srgbClr val="FFFFFF"/>
                </a:solidFill>
                <a:latin typeface="Tahoma"/>
                <a:cs typeface="Tahoma"/>
              </a:rPr>
              <a:t> </a:t>
            </a:r>
            <a:r>
              <a:rPr sz="2400" dirty="0">
                <a:solidFill>
                  <a:srgbClr val="FFFFFF"/>
                </a:solidFill>
                <a:latin typeface="Tahoma"/>
                <a:cs typeface="Tahoma"/>
              </a:rPr>
              <a:t>your</a:t>
            </a:r>
            <a:r>
              <a:rPr sz="2400" spc="-100" dirty="0">
                <a:solidFill>
                  <a:srgbClr val="FFFFFF"/>
                </a:solidFill>
                <a:latin typeface="Tahoma"/>
                <a:cs typeface="Tahoma"/>
              </a:rPr>
              <a:t> </a:t>
            </a:r>
            <a:r>
              <a:rPr sz="2400" spc="-20" dirty="0">
                <a:solidFill>
                  <a:srgbClr val="FFFFFF"/>
                </a:solidFill>
                <a:latin typeface="Tahoma"/>
                <a:cs typeface="Tahoma"/>
              </a:rPr>
              <a:t>name</a:t>
            </a:r>
            <a:endParaRPr sz="2400">
              <a:latin typeface="Tahoma"/>
              <a:cs typeface="Tahoma"/>
            </a:endParaRPr>
          </a:p>
        </p:txBody>
      </p:sp>
      <p:sp>
        <p:nvSpPr>
          <p:cNvPr id="16" name="object 16"/>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79</a:t>
            </a:fld>
            <a:endParaRPr spc="-25"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3004800" cy="9753600"/>
          </a:xfrm>
          <a:custGeom>
            <a:avLst/>
            <a:gdLst/>
            <a:ahLst/>
            <a:cxnLst/>
            <a:rect l="l" t="t" r="r" b="b"/>
            <a:pathLst>
              <a:path w="13004800" h="9753600">
                <a:moveTo>
                  <a:pt x="13004799" y="9753599"/>
                </a:moveTo>
                <a:lnTo>
                  <a:pt x="0" y="9753599"/>
                </a:lnTo>
                <a:lnTo>
                  <a:pt x="0" y="0"/>
                </a:lnTo>
                <a:lnTo>
                  <a:pt x="13004799" y="0"/>
                </a:lnTo>
                <a:lnTo>
                  <a:pt x="13004799" y="9753599"/>
                </a:lnTo>
                <a:close/>
              </a:path>
            </a:pathLst>
          </a:custGeom>
          <a:solidFill>
            <a:srgbClr val="3E3E3E"/>
          </a:solidFill>
        </p:spPr>
        <p:txBody>
          <a:bodyPr wrap="square" lIns="0" tIns="0" rIns="0" bIns="0" rtlCol="0"/>
          <a:lstStyle/>
          <a:p>
            <a:endParaRPr/>
          </a:p>
        </p:txBody>
      </p:sp>
      <p:grpSp>
        <p:nvGrpSpPr>
          <p:cNvPr id="3" name="object 3"/>
          <p:cNvGrpSpPr/>
          <p:nvPr/>
        </p:nvGrpSpPr>
        <p:grpSpPr>
          <a:xfrm>
            <a:off x="0" y="2000237"/>
            <a:ext cx="13004800" cy="5753735"/>
            <a:chOff x="0" y="2000237"/>
            <a:chExt cx="13004800" cy="5753735"/>
          </a:xfrm>
        </p:grpSpPr>
        <p:pic>
          <p:nvPicPr>
            <p:cNvPr id="4" name="object 4"/>
            <p:cNvPicPr/>
            <p:nvPr/>
          </p:nvPicPr>
          <p:blipFill>
            <a:blip r:embed="rId2" cstate="print"/>
            <a:stretch>
              <a:fillRect/>
            </a:stretch>
          </p:blipFill>
          <p:spPr>
            <a:xfrm>
              <a:off x="0" y="2000237"/>
              <a:ext cx="13004799" cy="5753115"/>
            </a:xfrm>
            <a:prstGeom prst="rect">
              <a:avLst/>
            </a:prstGeom>
          </p:spPr>
        </p:pic>
        <p:pic>
          <p:nvPicPr>
            <p:cNvPr id="5" name="object 5"/>
            <p:cNvPicPr/>
            <p:nvPr/>
          </p:nvPicPr>
          <p:blipFill>
            <a:blip r:embed="rId3" cstate="print"/>
            <a:stretch>
              <a:fillRect/>
            </a:stretch>
          </p:blipFill>
          <p:spPr>
            <a:xfrm>
              <a:off x="2849769" y="2480607"/>
              <a:ext cx="7199340" cy="698497"/>
            </a:xfrm>
            <a:prstGeom prst="rect">
              <a:avLst/>
            </a:prstGeom>
          </p:spPr>
        </p:pic>
        <p:sp>
          <p:nvSpPr>
            <p:cNvPr id="6" name="object 6"/>
            <p:cNvSpPr/>
            <p:nvPr/>
          </p:nvSpPr>
          <p:spPr>
            <a:xfrm>
              <a:off x="2887869" y="2493306"/>
              <a:ext cx="7123430" cy="622300"/>
            </a:xfrm>
            <a:custGeom>
              <a:avLst/>
              <a:gdLst/>
              <a:ahLst/>
              <a:cxnLst/>
              <a:rect l="l" t="t" r="r" b="b"/>
              <a:pathLst>
                <a:path w="7123430" h="622300">
                  <a:moveTo>
                    <a:pt x="7059494" y="622296"/>
                  </a:moveTo>
                  <a:lnTo>
                    <a:pt x="63646" y="622296"/>
                  </a:lnTo>
                  <a:lnTo>
                    <a:pt x="38815" y="617306"/>
                  </a:lnTo>
                  <a:lnTo>
                    <a:pt x="18591" y="603696"/>
                  </a:lnTo>
                  <a:lnTo>
                    <a:pt x="4982" y="583512"/>
                  </a:lnTo>
                  <a:lnTo>
                    <a:pt x="0" y="558799"/>
                  </a:lnTo>
                  <a:lnTo>
                    <a:pt x="0" y="188129"/>
                  </a:lnTo>
                  <a:lnTo>
                    <a:pt x="4982" y="163404"/>
                  </a:lnTo>
                  <a:lnTo>
                    <a:pt x="18591" y="143221"/>
                  </a:lnTo>
                  <a:lnTo>
                    <a:pt x="38815" y="129619"/>
                  </a:lnTo>
                  <a:lnTo>
                    <a:pt x="63646" y="124632"/>
                  </a:lnTo>
                  <a:lnTo>
                    <a:pt x="358795" y="124632"/>
                  </a:lnTo>
                  <a:lnTo>
                    <a:pt x="486088" y="0"/>
                  </a:lnTo>
                  <a:lnTo>
                    <a:pt x="613711" y="124632"/>
                  </a:lnTo>
                  <a:lnTo>
                    <a:pt x="7059494" y="124632"/>
                  </a:lnTo>
                  <a:lnTo>
                    <a:pt x="7084325" y="129619"/>
                  </a:lnTo>
                  <a:lnTo>
                    <a:pt x="7104549" y="143221"/>
                  </a:lnTo>
                  <a:lnTo>
                    <a:pt x="7118158" y="163404"/>
                  </a:lnTo>
                  <a:lnTo>
                    <a:pt x="7123140" y="188129"/>
                  </a:lnTo>
                  <a:lnTo>
                    <a:pt x="7123140" y="558799"/>
                  </a:lnTo>
                  <a:lnTo>
                    <a:pt x="7118158" y="583512"/>
                  </a:lnTo>
                  <a:lnTo>
                    <a:pt x="7104549" y="603696"/>
                  </a:lnTo>
                  <a:lnTo>
                    <a:pt x="7084325" y="617306"/>
                  </a:lnTo>
                  <a:lnTo>
                    <a:pt x="7059494" y="622296"/>
                  </a:lnTo>
                  <a:close/>
                </a:path>
              </a:pathLst>
            </a:custGeom>
            <a:solidFill>
              <a:srgbClr val="D45557"/>
            </a:solidFill>
          </p:spPr>
          <p:txBody>
            <a:bodyPr wrap="square" lIns="0" tIns="0" rIns="0" bIns="0" rtlCol="0"/>
            <a:lstStyle/>
            <a:p>
              <a:endParaRPr/>
            </a:p>
          </p:txBody>
        </p:sp>
      </p:grpSp>
      <p:sp>
        <p:nvSpPr>
          <p:cNvPr id="7" name="object 7"/>
          <p:cNvSpPr txBox="1"/>
          <p:nvPr/>
        </p:nvSpPr>
        <p:spPr>
          <a:xfrm>
            <a:off x="3151394" y="2597686"/>
            <a:ext cx="6532245"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FFFF"/>
                </a:solidFill>
                <a:latin typeface="Tahoma"/>
                <a:cs typeface="Tahoma"/>
              </a:rPr>
              <a:t>5.</a:t>
            </a:r>
            <a:r>
              <a:rPr sz="2400" spc="-80" dirty="0">
                <a:solidFill>
                  <a:srgbClr val="FFFFFF"/>
                </a:solidFill>
                <a:latin typeface="Tahoma"/>
                <a:cs typeface="Tahoma"/>
              </a:rPr>
              <a:t> </a:t>
            </a:r>
            <a:r>
              <a:rPr sz="2400" spc="95" dirty="0">
                <a:solidFill>
                  <a:srgbClr val="FFFFFF"/>
                </a:solidFill>
                <a:latin typeface="Tahoma"/>
                <a:cs typeface="Tahoma"/>
              </a:rPr>
              <a:t>Check</a:t>
            </a:r>
            <a:r>
              <a:rPr sz="2400" spc="-75" dirty="0">
                <a:solidFill>
                  <a:srgbClr val="FFFFFF"/>
                </a:solidFill>
                <a:latin typeface="Tahoma"/>
                <a:cs typeface="Tahoma"/>
              </a:rPr>
              <a:t> </a:t>
            </a:r>
            <a:r>
              <a:rPr sz="2400" dirty="0">
                <a:solidFill>
                  <a:srgbClr val="FFFFFF"/>
                </a:solidFill>
                <a:latin typeface="Tahoma"/>
                <a:cs typeface="Tahoma"/>
              </a:rPr>
              <a:t>if</a:t>
            </a:r>
            <a:r>
              <a:rPr sz="2400" spc="-75" dirty="0">
                <a:solidFill>
                  <a:srgbClr val="FFFFFF"/>
                </a:solidFill>
                <a:latin typeface="Tahoma"/>
                <a:cs typeface="Tahoma"/>
              </a:rPr>
              <a:t> </a:t>
            </a:r>
            <a:r>
              <a:rPr sz="2400" dirty="0">
                <a:solidFill>
                  <a:srgbClr val="FFFFFF"/>
                </a:solidFill>
                <a:latin typeface="Tahoma"/>
                <a:cs typeface="Tahoma"/>
              </a:rPr>
              <a:t>this</a:t>
            </a:r>
            <a:r>
              <a:rPr sz="2400" spc="-80" dirty="0">
                <a:solidFill>
                  <a:srgbClr val="FFFFFF"/>
                </a:solidFill>
                <a:latin typeface="Tahoma"/>
                <a:cs typeface="Tahoma"/>
              </a:rPr>
              <a:t> </a:t>
            </a:r>
            <a:r>
              <a:rPr sz="2400" dirty="0">
                <a:solidFill>
                  <a:srgbClr val="FFFFFF"/>
                </a:solidFill>
                <a:latin typeface="Tahoma"/>
                <a:cs typeface="Tahoma"/>
              </a:rPr>
              <a:t>repository</a:t>
            </a:r>
            <a:r>
              <a:rPr sz="2400" spc="-75" dirty="0">
                <a:solidFill>
                  <a:srgbClr val="FFFFFF"/>
                </a:solidFill>
                <a:latin typeface="Tahoma"/>
                <a:cs typeface="Tahoma"/>
              </a:rPr>
              <a:t> </a:t>
            </a:r>
            <a:r>
              <a:rPr sz="2400" dirty="0">
                <a:solidFill>
                  <a:srgbClr val="FFFFFF"/>
                </a:solidFill>
                <a:latin typeface="Tahoma"/>
                <a:cs typeface="Tahoma"/>
              </a:rPr>
              <a:t>is</a:t>
            </a:r>
            <a:r>
              <a:rPr sz="2400" spc="-75" dirty="0">
                <a:solidFill>
                  <a:srgbClr val="FFFFFF"/>
                </a:solidFill>
                <a:latin typeface="Tahoma"/>
                <a:cs typeface="Tahoma"/>
              </a:rPr>
              <a:t> </a:t>
            </a:r>
            <a:r>
              <a:rPr sz="2400" dirty="0">
                <a:solidFill>
                  <a:srgbClr val="FFFFFF"/>
                </a:solidFill>
                <a:latin typeface="Tahoma"/>
                <a:cs typeface="Tahoma"/>
              </a:rPr>
              <a:t>under</a:t>
            </a:r>
            <a:r>
              <a:rPr sz="2400" spc="-80" dirty="0">
                <a:solidFill>
                  <a:srgbClr val="FFFFFF"/>
                </a:solidFill>
                <a:latin typeface="Tahoma"/>
                <a:cs typeface="Tahoma"/>
              </a:rPr>
              <a:t> </a:t>
            </a:r>
            <a:r>
              <a:rPr sz="2400" dirty="0">
                <a:solidFill>
                  <a:srgbClr val="FFFFFF"/>
                </a:solidFill>
                <a:latin typeface="Tahoma"/>
                <a:cs typeface="Tahoma"/>
              </a:rPr>
              <a:t>your</a:t>
            </a:r>
            <a:r>
              <a:rPr sz="2400" spc="-75" dirty="0">
                <a:solidFill>
                  <a:srgbClr val="FFFFFF"/>
                </a:solidFill>
                <a:latin typeface="Tahoma"/>
                <a:cs typeface="Tahoma"/>
              </a:rPr>
              <a:t> </a:t>
            </a:r>
            <a:r>
              <a:rPr sz="2400" spc="-10" dirty="0">
                <a:solidFill>
                  <a:srgbClr val="FFFFFF"/>
                </a:solidFill>
                <a:latin typeface="Tahoma"/>
                <a:cs typeface="Tahoma"/>
              </a:rPr>
              <a:t>account</a:t>
            </a:r>
            <a:endParaRPr sz="2400">
              <a:latin typeface="Tahoma"/>
              <a:cs typeface="Tahoma"/>
            </a:endParaRPr>
          </a:p>
        </p:txBody>
      </p:sp>
      <p:grpSp>
        <p:nvGrpSpPr>
          <p:cNvPr id="8" name="object 8"/>
          <p:cNvGrpSpPr/>
          <p:nvPr/>
        </p:nvGrpSpPr>
        <p:grpSpPr>
          <a:xfrm>
            <a:off x="238935" y="7007309"/>
            <a:ext cx="2875280" cy="698500"/>
            <a:chOff x="238935" y="7007309"/>
            <a:chExt cx="2875280" cy="698500"/>
          </a:xfrm>
        </p:grpSpPr>
        <p:pic>
          <p:nvPicPr>
            <p:cNvPr id="9" name="object 9"/>
            <p:cNvPicPr/>
            <p:nvPr/>
          </p:nvPicPr>
          <p:blipFill>
            <a:blip r:embed="rId4" cstate="print"/>
            <a:stretch>
              <a:fillRect/>
            </a:stretch>
          </p:blipFill>
          <p:spPr>
            <a:xfrm>
              <a:off x="238935" y="7007309"/>
              <a:ext cx="2874974" cy="698497"/>
            </a:xfrm>
            <a:prstGeom prst="rect">
              <a:avLst/>
            </a:prstGeom>
          </p:spPr>
        </p:pic>
        <p:sp>
          <p:nvSpPr>
            <p:cNvPr id="10" name="object 10"/>
            <p:cNvSpPr/>
            <p:nvPr/>
          </p:nvSpPr>
          <p:spPr>
            <a:xfrm>
              <a:off x="277035" y="7020009"/>
              <a:ext cx="2799080" cy="622300"/>
            </a:xfrm>
            <a:custGeom>
              <a:avLst/>
              <a:gdLst/>
              <a:ahLst/>
              <a:cxnLst/>
              <a:rect l="l" t="t" r="r" b="b"/>
              <a:pathLst>
                <a:path w="2799080" h="622300">
                  <a:moveTo>
                    <a:pt x="2773766" y="622296"/>
                  </a:moveTo>
                  <a:lnTo>
                    <a:pt x="25007" y="622296"/>
                  </a:lnTo>
                  <a:lnTo>
                    <a:pt x="15251" y="617305"/>
                  </a:lnTo>
                  <a:lnTo>
                    <a:pt x="7304" y="603695"/>
                  </a:lnTo>
                  <a:lnTo>
                    <a:pt x="1957" y="583512"/>
                  </a:lnTo>
                  <a:lnTo>
                    <a:pt x="0" y="558798"/>
                  </a:lnTo>
                  <a:lnTo>
                    <a:pt x="0" y="188128"/>
                  </a:lnTo>
                  <a:lnTo>
                    <a:pt x="1957" y="163403"/>
                  </a:lnTo>
                  <a:lnTo>
                    <a:pt x="7304" y="143221"/>
                  </a:lnTo>
                  <a:lnTo>
                    <a:pt x="15251" y="129618"/>
                  </a:lnTo>
                  <a:lnTo>
                    <a:pt x="25007" y="124631"/>
                  </a:lnTo>
                  <a:lnTo>
                    <a:pt x="140975" y="124631"/>
                  </a:lnTo>
                  <a:lnTo>
                    <a:pt x="190990" y="0"/>
                  </a:lnTo>
                  <a:lnTo>
                    <a:pt x="241135" y="124631"/>
                  </a:lnTo>
                  <a:lnTo>
                    <a:pt x="2773766" y="124631"/>
                  </a:lnTo>
                  <a:lnTo>
                    <a:pt x="2783523" y="129618"/>
                  </a:lnTo>
                  <a:lnTo>
                    <a:pt x="2791469" y="143221"/>
                  </a:lnTo>
                  <a:lnTo>
                    <a:pt x="2796816" y="163403"/>
                  </a:lnTo>
                  <a:lnTo>
                    <a:pt x="2798774" y="188128"/>
                  </a:lnTo>
                  <a:lnTo>
                    <a:pt x="2798774" y="558798"/>
                  </a:lnTo>
                  <a:lnTo>
                    <a:pt x="2796816" y="583512"/>
                  </a:lnTo>
                  <a:lnTo>
                    <a:pt x="2791469" y="603695"/>
                  </a:lnTo>
                  <a:lnTo>
                    <a:pt x="2783523" y="617305"/>
                  </a:lnTo>
                  <a:lnTo>
                    <a:pt x="2773766" y="622296"/>
                  </a:lnTo>
                  <a:close/>
                </a:path>
              </a:pathLst>
            </a:custGeom>
            <a:solidFill>
              <a:srgbClr val="D45557"/>
            </a:solidFill>
          </p:spPr>
          <p:txBody>
            <a:bodyPr wrap="square" lIns="0" tIns="0" rIns="0" bIns="0" rtlCol="0"/>
            <a:lstStyle/>
            <a:p>
              <a:endParaRPr/>
            </a:p>
          </p:txBody>
        </p:sp>
      </p:grpSp>
      <p:sp>
        <p:nvSpPr>
          <p:cNvPr id="11" name="object 11"/>
          <p:cNvSpPr txBox="1"/>
          <p:nvPr/>
        </p:nvSpPr>
        <p:spPr>
          <a:xfrm>
            <a:off x="540560" y="7124388"/>
            <a:ext cx="227838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FFFF"/>
                </a:solidFill>
                <a:latin typeface="Tahoma"/>
                <a:cs typeface="Tahoma"/>
              </a:rPr>
              <a:t>6.</a:t>
            </a:r>
            <a:r>
              <a:rPr sz="2400" spc="-110" dirty="0">
                <a:solidFill>
                  <a:srgbClr val="FFFFFF"/>
                </a:solidFill>
                <a:latin typeface="Tahoma"/>
                <a:cs typeface="Tahoma"/>
              </a:rPr>
              <a:t> </a:t>
            </a:r>
            <a:r>
              <a:rPr sz="2400" spc="140" dirty="0">
                <a:solidFill>
                  <a:srgbClr val="FFFFFF"/>
                </a:solidFill>
                <a:latin typeface="Tahoma"/>
                <a:cs typeface="Tahoma"/>
              </a:rPr>
              <a:t>Go</a:t>
            </a:r>
            <a:r>
              <a:rPr sz="2400" spc="-105" dirty="0">
                <a:solidFill>
                  <a:srgbClr val="FFFFFF"/>
                </a:solidFill>
                <a:latin typeface="Tahoma"/>
                <a:cs typeface="Tahoma"/>
              </a:rPr>
              <a:t> </a:t>
            </a:r>
            <a:r>
              <a:rPr sz="2400" dirty="0">
                <a:solidFill>
                  <a:srgbClr val="FFFFFF"/>
                </a:solidFill>
                <a:latin typeface="Tahoma"/>
                <a:cs typeface="Tahoma"/>
              </a:rPr>
              <a:t>to</a:t>
            </a:r>
            <a:r>
              <a:rPr sz="2400" spc="-105" dirty="0">
                <a:solidFill>
                  <a:srgbClr val="FFFFFF"/>
                </a:solidFill>
                <a:latin typeface="Tahoma"/>
                <a:cs typeface="Tahoma"/>
              </a:rPr>
              <a:t> </a:t>
            </a:r>
            <a:r>
              <a:rPr sz="2400" spc="-10" dirty="0">
                <a:solidFill>
                  <a:srgbClr val="FFFFFF"/>
                </a:solidFill>
                <a:latin typeface="Tahoma"/>
                <a:cs typeface="Tahoma"/>
              </a:rPr>
              <a:t>settings</a:t>
            </a:r>
            <a:endParaRPr sz="2400">
              <a:latin typeface="Tahoma"/>
              <a:cs typeface="Tahoma"/>
            </a:endParaRPr>
          </a:p>
        </p:txBody>
      </p:sp>
      <p:sp>
        <p:nvSpPr>
          <p:cNvPr id="12" name="object 12"/>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80</a:t>
            </a:fld>
            <a:endParaRPr spc="-25"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3004800" cy="9753600"/>
          </a:xfrm>
          <a:custGeom>
            <a:avLst/>
            <a:gdLst/>
            <a:ahLst/>
            <a:cxnLst/>
            <a:rect l="l" t="t" r="r" b="b"/>
            <a:pathLst>
              <a:path w="13004800" h="9753600">
                <a:moveTo>
                  <a:pt x="13004799" y="9753599"/>
                </a:moveTo>
                <a:lnTo>
                  <a:pt x="0" y="9753599"/>
                </a:lnTo>
                <a:lnTo>
                  <a:pt x="0" y="0"/>
                </a:lnTo>
                <a:lnTo>
                  <a:pt x="13004799" y="0"/>
                </a:lnTo>
                <a:lnTo>
                  <a:pt x="13004799" y="9753599"/>
                </a:lnTo>
                <a:close/>
              </a:path>
            </a:pathLst>
          </a:custGeom>
          <a:solidFill>
            <a:srgbClr val="3E3E3E"/>
          </a:solidFill>
        </p:spPr>
        <p:txBody>
          <a:bodyPr wrap="square" lIns="0" tIns="0" rIns="0" bIns="0" rtlCol="0"/>
          <a:lstStyle/>
          <a:p>
            <a:endParaRPr/>
          </a:p>
        </p:txBody>
      </p:sp>
      <p:grpSp>
        <p:nvGrpSpPr>
          <p:cNvPr id="3" name="object 3"/>
          <p:cNvGrpSpPr/>
          <p:nvPr/>
        </p:nvGrpSpPr>
        <p:grpSpPr>
          <a:xfrm>
            <a:off x="0" y="1189282"/>
            <a:ext cx="13004800" cy="7375525"/>
            <a:chOff x="0" y="1189282"/>
            <a:chExt cx="13004800" cy="7375525"/>
          </a:xfrm>
        </p:grpSpPr>
        <p:pic>
          <p:nvPicPr>
            <p:cNvPr id="4" name="object 4"/>
            <p:cNvPicPr/>
            <p:nvPr/>
          </p:nvPicPr>
          <p:blipFill>
            <a:blip r:embed="rId2" cstate="print"/>
            <a:stretch>
              <a:fillRect/>
            </a:stretch>
          </p:blipFill>
          <p:spPr>
            <a:xfrm>
              <a:off x="0" y="1189282"/>
              <a:ext cx="13004799" cy="7375035"/>
            </a:xfrm>
            <a:prstGeom prst="rect">
              <a:avLst/>
            </a:prstGeom>
          </p:spPr>
        </p:pic>
        <p:pic>
          <p:nvPicPr>
            <p:cNvPr id="5" name="object 5"/>
            <p:cNvPicPr/>
            <p:nvPr/>
          </p:nvPicPr>
          <p:blipFill>
            <a:blip r:embed="rId3" cstate="print"/>
            <a:stretch>
              <a:fillRect/>
            </a:stretch>
          </p:blipFill>
          <p:spPr>
            <a:xfrm>
              <a:off x="4805265" y="3417021"/>
              <a:ext cx="3750073" cy="730649"/>
            </a:xfrm>
            <a:prstGeom prst="rect">
              <a:avLst/>
            </a:prstGeom>
          </p:spPr>
        </p:pic>
        <p:sp>
          <p:nvSpPr>
            <p:cNvPr id="6" name="object 6"/>
            <p:cNvSpPr/>
            <p:nvPr/>
          </p:nvSpPr>
          <p:spPr>
            <a:xfrm>
              <a:off x="4843364" y="3429721"/>
              <a:ext cx="3674110" cy="654685"/>
            </a:xfrm>
            <a:custGeom>
              <a:avLst/>
              <a:gdLst/>
              <a:ahLst/>
              <a:cxnLst/>
              <a:rect l="l" t="t" r="r" b="b"/>
              <a:pathLst>
                <a:path w="3674109" h="654685">
                  <a:moveTo>
                    <a:pt x="456852" y="654448"/>
                  </a:moveTo>
                  <a:lnTo>
                    <a:pt x="329457" y="497683"/>
                  </a:lnTo>
                  <a:lnTo>
                    <a:pt x="63442" y="497683"/>
                  </a:lnTo>
                  <a:lnTo>
                    <a:pt x="38747" y="492695"/>
                  </a:lnTo>
                  <a:lnTo>
                    <a:pt x="18581" y="479088"/>
                  </a:lnTo>
                  <a:lnTo>
                    <a:pt x="4985" y="458902"/>
                  </a:lnTo>
                  <a:lnTo>
                    <a:pt x="0" y="434178"/>
                  </a:lnTo>
                  <a:lnTo>
                    <a:pt x="0" y="63505"/>
                  </a:lnTo>
                  <a:lnTo>
                    <a:pt x="4985" y="38781"/>
                  </a:lnTo>
                  <a:lnTo>
                    <a:pt x="18581" y="18595"/>
                  </a:lnTo>
                  <a:lnTo>
                    <a:pt x="38747" y="4988"/>
                  </a:lnTo>
                  <a:lnTo>
                    <a:pt x="63442" y="0"/>
                  </a:lnTo>
                  <a:lnTo>
                    <a:pt x="3610429" y="0"/>
                  </a:lnTo>
                  <a:lnTo>
                    <a:pt x="3635124" y="4988"/>
                  </a:lnTo>
                  <a:lnTo>
                    <a:pt x="3655291" y="18595"/>
                  </a:lnTo>
                  <a:lnTo>
                    <a:pt x="3668887" y="38781"/>
                  </a:lnTo>
                  <a:lnTo>
                    <a:pt x="3673873" y="63505"/>
                  </a:lnTo>
                  <a:lnTo>
                    <a:pt x="3673873" y="434178"/>
                  </a:lnTo>
                  <a:lnTo>
                    <a:pt x="3668887" y="458902"/>
                  </a:lnTo>
                  <a:lnTo>
                    <a:pt x="3655291" y="479088"/>
                  </a:lnTo>
                  <a:lnTo>
                    <a:pt x="3635124" y="492695"/>
                  </a:lnTo>
                  <a:lnTo>
                    <a:pt x="3610429" y="497683"/>
                  </a:lnTo>
                  <a:lnTo>
                    <a:pt x="583737" y="497683"/>
                  </a:lnTo>
                  <a:lnTo>
                    <a:pt x="456852" y="654448"/>
                  </a:lnTo>
                  <a:close/>
                </a:path>
              </a:pathLst>
            </a:custGeom>
            <a:solidFill>
              <a:srgbClr val="D45557"/>
            </a:solidFill>
          </p:spPr>
          <p:txBody>
            <a:bodyPr wrap="square" lIns="0" tIns="0" rIns="0" bIns="0" rtlCol="0"/>
            <a:lstStyle/>
            <a:p>
              <a:endParaRPr/>
            </a:p>
          </p:txBody>
        </p:sp>
      </p:grpSp>
      <p:sp>
        <p:nvSpPr>
          <p:cNvPr id="7" name="object 7"/>
          <p:cNvSpPr txBox="1"/>
          <p:nvPr/>
        </p:nvSpPr>
        <p:spPr>
          <a:xfrm>
            <a:off x="5106890" y="3550172"/>
            <a:ext cx="3202305"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FFFF"/>
                </a:solidFill>
                <a:latin typeface="Tahoma"/>
                <a:cs typeface="Tahoma"/>
              </a:rPr>
              <a:t>7.</a:t>
            </a:r>
            <a:r>
              <a:rPr sz="2400" spc="-100" dirty="0">
                <a:solidFill>
                  <a:srgbClr val="FFFFFF"/>
                </a:solidFill>
                <a:latin typeface="Tahoma"/>
                <a:cs typeface="Tahoma"/>
              </a:rPr>
              <a:t> </a:t>
            </a:r>
            <a:r>
              <a:rPr sz="2400" spc="50" dirty="0">
                <a:solidFill>
                  <a:srgbClr val="FFFFFF"/>
                </a:solidFill>
                <a:latin typeface="Tahoma"/>
                <a:cs typeface="Tahoma"/>
              </a:rPr>
              <a:t>Set</a:t>
            </a:r>
            <a:r>
              <a:rPr sz="2400" spc="-100" dirty="0">
                <a:solidFill>
                  <a:srgbClr val="FFFFFF"/>
                </a:solidFill>
                <a:latin typeface="Tahoma"/>
                <a:cs typeface="Tahoma"/>
              </a:rPr>
              <a:t> </a:t>
            </a:r>
            <a:r>
              <a:rPr sz="2400" dirty="0">
                <a:solidFill>
                  <a:srgbClr val="FFFFFF"/>
                </a:solidFill>
                <a:latin typeface="Tahoma"/>
                <a:cs typeface="Tahoma"/>
              </a:rPr>
              <a:t>project</a:t>
            </a:r>
            <a:r>
              <a:rPr sz="2400" spc="-95" dirty="0">
                <a:solidFill>
                  <a:srgbClr val="FFFFFF"/>
                </a:solidFill>
                <a:latin typeface="Tahoma"/>
                <a:cs typeface="Tahoma"/>
              </a:rPr>
              <a:t> </a:t>
            </a:r>
            <a:r>
              <a:rPr sz="2400" dirty="0">
                <a:solidFill>
                  <a:srgbClr val="FFFFFF"/>
                </a:solidFill>
                <a:latin typeface="Tahoma"/>
                <a:cs typeface="Tahoma"/>
              </a:rPr>
              <a:t>to</a:t>
            </a:r>
            <a:r>
              <a:rPr sz="2400" spc="-100" dirty="0">
                <a:solidFill>
                  <a:srgbClr val="FFFFFF"/>
                </a:solidFill>
                <a:latin typeface="Tahoma"/>
                <a:cs typeface="Tahoma"/>
              </a:rPr>
              <a:t> </a:t>
            </a:r>
            <a:r>
              <a:rPr sz="2400" spc="-10" dirty="0">
                <a:solidFill>
                  <a:srgbClr val="FFFFFF"/>
                </a:solidFill>
                <a:latin typeface="Tahoma"/>
                <a:cs typeface="Tahoma"/>
              </a:rPr>
              <a:t>private</a:t>
            </a:r>
            <a:endParaRPr sz="2400">
              <a:latin typeface="Tahoma"/>
              <a:cs typeface="Tahoma"/>
            </a:endParaRPr>
          </a:p>
        </p:txBody>
      </p:sp>
      <p:sp>
        <p:nvSpPr>
          <p:cNvPr id="8" name="object 8"/>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81</a:t>
            </a:fld>
            <a:endParaRPr spc="-25"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3004800" cy="9753600"/>
          </a:xfrm>
          <a:custGeom>
            <a:avLst/>
            <a:gdLst/>
            <a:ahLst/>
            <a:cxnLst/>
            <a:rect l="l" t="t" r="r" b="b"/>
            <a:pathLst>
              <a:path w="13004800" h="9753600">
                <a:moveTo>
                  <a:pt x="13004799" y="9753599"/>
                </a:moveTo>
                <a:lnTo>
                  <a:pt x="0" y="9753599"/>
                </a:lnTo>
                <a:lnTo>
                  <a:pt x="0" y="0"/>
                </a:lnTo>
                <a:lnTo>
                  <a:pt x="13004799" y="0"/>
                </a:lnTo>
                <a:lnTo>
                  <a:pt x="13004799" y="9753599"/>
                </a:lnTo>
                <a:close/>
              </a:path>
            </a:pathLst>
          </a:custGeom>
          <a:solidFill>
            <a:srgbClr val="3E3E3E"/>
          </a:solidFill>
        </p:spPr>
        <p:txBody>
          <a:bodyPr wrap="square" lIns="0" tIns="0" rIns="0" bIns="0" rtlCol="0"/>
          <a:lstStyle/>
          <a:p>
            <a:endParaRPr/>
          </a:p>
        </p:txBody>
      </p:sp>
      <p:grpSp>
        <p:nvGrpSpPr>
          <p:cNvPr id="3" name="object 3"/>
          <p:cNvGrpSpPr/>
          <p:nvPr/>
        </p:nvGrpSpPr>
        <p:grpSpPr>
          <a:xfrm>
            <a:off x="0" y="1392213"/>
            <a:ext cx="13004800" cy="5602605"/>
            <a:chOff x="0" y="1392213"/>
            <a:chExt cx="13004800" cy="5602605"/>
          </a:xfrm>
        </p:grpSpPr>
        <p:pic>
          <p:nvPicPr>
            <p:cNvPr id="4" name="object 4"/>
            <p:cNvPicPr/>
            <p:nvPr/>
          </p:nvPicPr>
          <p:blipFill>
            <a:blip r:embed="rId2" cstate="print"/>
            <a:stretch>
              <a:fillRect/>
            </a:stretch>
          </p:blipFill>
          <p:spPr>
            <a:xfrm>
              <a:off x="0" y="1392213"/>
              <a:ext cx="13004799" cy="5602278"/>
            </a:xfrm>
            <a:prstGeom prst="rect">
              <a:avLst/>
            </a:prstGeom>
          </p:spPr>
        </p:pic>
        <p:pic>
          <p:nvPicPr>
            <p:cNvPr id="5" name="object 5"/>
            <p:cNvPicPr/>
            <p:nvPr/>
          </p:nvPicPr>
          <p:blipFill>
            <a:blip r:embed="rId3" cstate="print"/>
            <a:stretch>
              <a:fillRect/>
            </a:stretch>
          </p:blipFill>
          <p:spPr>
            <a:xfrm>
              <a:off x="3531592" y="3526203"/>
              <a:ext cx="5079210" cy="730649"/>
            </a:xfrm>
            <a:prstGeom prst="rect">
              <a:avLst/>
            </a:prstGeom>
          </p:spPr>
        </p:pic>
        <p:sp>
          <p:nvSpPr>
            <p:cNvPr id="6" name="object 6"/>
            <p:cNvSpPr/>
            <p:nvPr/>
          </p:nvSpPr>
          <p:spPr>
            <a:xfrm>
              <a:off x="3569692" y="3538903"/>
              <a:ext cx="5003165" cy="654685"/>
            </a:xfrm>
            <a:custGeom>
              <a:avLst/>
              <a:gdLst/>
              <a:ahLst/>
              <a:cxnLst/>
              <a:rect l="l" t="t" r="r" b="b"/>
              <a:pathLst>
                <a:path w="5003165" h="654685">
                  <a:moveTo>
                    <a:pt x="456756" y="654448"/>
                  </a:moveTo>
                  <a:lnTo>
                    <a:pt x="329364" y="497683"/>
                  </a:lnTo>
                  <a:lnTo>
                    <a:pt x="63463" y="497683"/>
                  </a:lnTo>
                  <a:lnTo>
                    <a:pt x="38792" y="492695"/>
                  </a:lnTo>
                  <a:lnTo>
                    <a:pt x="18616" y="479088"/>
                  </a:lnTo>
                  <a:lnTo>
                    <a:pt x="4997" y="458902"/>
                  </a:lnTo>
                  <a:lnTo>
                    <a:pt x="0" y="434178"/>
                  </a:lnTo>
                  <a:lnTo>
                    <a:pt x="0" y="63505"/>
                  </a:lnTo>
                  <a:lnTo>
                    <a:pt x="4997" y="38781"/>
                  </a:lnTo>
                  <a:lnTo>
                    <a:pt x="18616" y="18595"/>
                  </a:lnTo>
                  <a:lnTo>
                    <a:pt x="38792" y="4988"/>
                  </a:lnTo>
                  <a:lnTo>
                    <a:pt x="63463" y="0"/>
                  </a:lnTo>
                  <a:lnTo>
                    <a:pt x="4939545" y="0"/>
                  </a:lnTo>
                  <a:lnTo>
                    <a:pt x="4964217" y="4988"/>
                  </a:lnTo>
                  <a:lnTo>
                    <a:pt x="4984393" y="18595"/>
                  </a:lnTo>
                  <a:lnTo>
                    <a:pt x="4998012" y="38781"/>
                  </a:lnTo>
                  <a:lnTo>
                    <a:pt x="5003010" y="63505"/>
                  </a:lnTo>
                  <a:lnTo>
                    <a:pt x="5003010" y="434178"/>
                  </a:lnTo>
                  <a:lnTo>
                    <a:pt x="4998012" y="458902"/>
                  </a:lnTo>
                  <a:lnTo>
                    <a:pt x="4984393" y="479088"/>
                  </a:lnTo>
                  <a:lnTo>
                    <a:pt x="4964217" y="492695"/>
                  </a:lnTo>
                  <a:lnTo>
                    <a:pt x="4939545" y="497683"/>
                  </a:lnTo>
                  <a:lnTo>
                    <a:pt x="583915" y="497683"/>
                  </a:lnTo>
                  <a:lnTo>
                    <a:pt x="456756" y="654448"/>
                  </a:lnTo>
                  <a:close/>
                </a:path>
              </a:pathLst>
            </a:custGeom>
            <a:solidFill>
              <a:srgbClr val="D45557"/>
            </a:solidFill>
          </p:spPr>
          <p:txBody>
            <a:bodyPr wrap="square" lIns="0" tIns="0" rIns="0" bIns="0" rtlCol="0"/>
            <a:lstStyle/>
            <a:p>
              <a:endParaRPr/>
            </a:p>
          </p:txBody>
        </p:sp>
      </p:grpSp>
      <p:sp>
        <p:nvSpPr>
          <p:cNvPr id="7" name="object 7"/>
          <p:cNvSpPr txBox="1"/>
          <p:nvPr/>
        </p:nvSpPr>
        <p:spPr>
          <a:xfrm>
            <a:off x="3833216" y="3567081"/>
            <a:ext cx="4528185"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FFFF"/>
                </a:solidFill>
                <a:latin typeface="Tahoma"/>
                <a:cs typeface="Tahoma"/>
              </a:rPr>
              <a:t>8.</a:t>
            </a:r>
            <a:r>
              <a:rPr sz="2400" spc="30" dirty="0">
                <a:solidFill>
                  <a:srgbClr val="FFFFFF"/>
                </a:solidFill>
                <a:latin typeface="Tahoma"/>
                <a:cs typeface="Tahoma"/>
              </a:rPr>
              <a:t> </a:t>
            </a:r>
            <a:r>
              <a:rPr sz="2400" dirty="0">
                <a:solidFill>
                  <a:srgbClr val="FFFFFF"/>
                </a:solidFill>
                <a:latin typeface="Tahoma"/>
                <a:cs typeface="Tahoma"/>
              </a:rPr>
              <a:t>Scroll</a:t>
            </a:r>
            <a:r>
              <a:rPr sz="2400" spc="35" dirty="0">
                <a:solidFill>
                  <a:srgbClr val="FFFFFF"/>
                </a:solidFill>
                <a:latin typeface="Tahoma"/>
                <a:cs typeface="Tahoma"/>
              </a:rPr>
              <a:t> </a:t>
            </a:r>
            <a:r>
              <a:rPr sz="2400" dirty="0">
                <a:solidFill>
                  <a:srgbClr val="FFFFFF"/>
                </a:solidFill>
                <a:latin typeface="Tahoma"/>
                <a:cs typeface="Tahoma"/>
              </a:rPr>
              <a:t>down</a:t>
            </a:r>
            <a:r>
              <a:rPr sz="2400" spc="30" dirty="0">
                <a:solidFill>
                  <a:srgbClr val="FFFFFF"/>
                </a:solidFill>
                <a:latin typeface="Tahoma"/>
                <a:cs typeface="Tahoma"/>
              </a:rPr>
              <a:t> </a:t>
            </a:r>
            <a:r>
              <a:rPr sz="2400" dirty="0">
                <a:solidFill>
                  <a:srgbClr val="FFFFFF"/>
                </a:solidFill>
                <a:latin typeface="Tahoma"/>
                <a:cs typeface="Tahoma"/>
              </a:rPr>
              <a:t>and</a:t>
            </a:r>
            <a:r>
              <a:rPr sz="2400" spc="35" dirty="0">
                <a:solidFill>
                  <a:srgbClr val="FFFFFF"/>
                </a:solidFill>
                <a:latin typeface="Tahoma"/>
                <a:cs typeface="Tahoma"/>
              </a:rPr>
              <a:t> </a:t>
            </a:r>
            <a:r>
              <a:rPr sz="2400" dirty="0">
                <a:solidFill>
                  <a:srgbClr val="FFFFFF"/>
                </a:solidFill>
                <a:latin typeface="Tahoma"/>
                <a:cs typeface="Tahoma"/>
              </a:rPr>
              <a:t>save</a:t>
            </a:r>
            <a:r>
              <a:rPr sz="2400" spc="35" dirty="0">
                <a:solidFill>
                  <a:srgbClr val="FFFFFF"/>
                </a:solidFill>
                <a:latin typeface="Tahoma"/>
                <a:cs typeface="Tahoma"/>
              </a:rPr>
              <a:t> </a:t>
            </a:r>
            <a:r>
              <a:rPr sz="2400" spc="-10" dirty="0">
                <a:solidFill>
                  <a:srgbClr val="FFFFFF"/>
                </a:solidFill>
                <a:latin typeface="Tahoma"/>
                <a:cs typeface="Tahoma"/>
              </a:rPr>
              <a:t>changes</a:t>
            </a:r>
            <a:endParaRPr sz="2400">
              <a:latin typeface="Tahoma"/>
              <a:cs typeface="Tahoma"/>
            </a:endParaRPr>
          </a:p>
        </p:txBody>
      </p:sp>
      <p:sp>
        <p:nvSpPr>
          <p:cNvPr id="8" name="object 8"/>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82</a:t>
            </a:fld>
            <a:endParaRPr spc="-25"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83</a:t>
            </a:fld>
            <a:endParaRPr spc="-25" dirty="0"/>
          </a:p>
        </p:txBody>
      </p:sp>
      <p:sp>
        <p:nvSpPr>
          <p:cNvPr id="2" name="object 2"/>
          <p:cNvSpPr txBox="1">
            <a:spLocks noGrp="1"/>
          </p:cNvSpPr>
          <p:nvPr>
            <p:ph type="title"/>
          </p:nvPr>
        </p:nvSpPr>
        <p:spPr>
          <a:xfrm>
            <a:off x="4367371" y="861059"/>
            <a:ext cx="4265930" cy="1244600"/>
          </a:xfrm>
          <a:prstGeom prst="rect">
            <a:avLst/>
          </a:prstGeom>
        </p:spPr>
        <p:txBody>
          <a:bodyPr vert="horz" wrap="square" lIns="0" tIns="12700" rIns="0" bIns="0" rtlCol="0">
            <a:spAutoFit/>
          </a:bodyPr>
          <a:lstStyle/>
          <a:p>
            <a:pPr marL="12700">
              <a:lnSpc>
                <a:spcPct val="100000"/>
              </a:lnSpc>
              <a:spcBef>
                <a:spcPts val="100"/>
              </a:spcBef>
            </a:pPr>
            <a:r>
              <a:rPr spc="-10" dirty="0"/>
              <a:t>Workflow</a:t>
            </a:r>
          </a:p>
        </p:txBody>
      </p:sp>
      <p:sp>
        <p:nvSpPr>
          <p:cNvPr id="3" name="object 3"/>
          <p:cNvSpPr txBox="1"/>
          <p:nvPr/>
        </p:nvSpPr>
        <p:spPr>
          <a:xfrm>
            <a:off x="987425" y="2588336"/>
            <a:ext cx="10121265" cy="6035040"/>
          </a:xfrm>
          <a:prstGeom prst="rect">
            <a:avLst/>
          </a:prstGeom>
        </p:spPr>
        <p:txBody>
          <a:bodyPr vert="horz" wrap="square" lIns="0" tIns="12700" rIns="0" bIns="0" rtlCol="0">
            <a:spAutoFit/>
          </a:bodyPr>
          <a:lstStyle/>
          <a:p>
            <a:pPr marL="372110" indent="-359410">
              <a:lnSpc>
                <a:spcPct val="100000"/>
              </a:lnSpc>
              <a:spcBef>
                <a:spcPts val="100"/>
              </a:spcBef>
              <a:buSzPct val="74137"/>
              <a:buChar char="•"/>
              <a:tabLst>
                <a:tab pos="372110" algn="l"/>
              </a:tabLst>
            </a:pPr>
            <a:r>
              <a:rPr sz="2900" dirty="0">
                <a:latin typeface="Tahoma"/>
                <a:cs typeface="Tahoma"/>
              </a:rPr>
              <a:t>For</a:t>
            </a:r>
            <a:r>
              <a:rPr sz="2900" spc="-90" dirty="0">
                <a:latin typeface="Tahoma"/>
                <a:cs typeface="Tahoma"/>
              </a:rPr>
              <a:t> </a:t>
            </a:r>
            <a:r>
              <a:rPr sz="2900" spc="55" dirty="0">
                <a:latin typeface="Tahoma"/>
                <a:cs typeface="Tahoma"/>
              </a:rPr>
              <a:t>each</a:t>
            </a:r>
            <a:r>
              <a:rPr sz="2900" spc="-90" dirty="0">
                <a:latin typeface="Tahoma"/>
                <a:cs typeface="Tahoma"/>
              </a:rPr>
              <a:t> </a:t>
            </a:r>
            <a:r>
              <a:rPr sz="2900" dirty="0">
                <a:latin typeface="Tahoma"/>
                <a:cs typeface="Tahoma"/>
              </a:rPr>
              <a:t>lab,</a:t>
            </a:r>
            <a:r>
              <a:rPr sz="2900" spc="-95" dirty="0">
                <a:latin typeface="Tahoma"/>
                <a:cs typeface="Tahoma"/>
              </a:rPr>
              <a:t> </a:t>
            </a:r>
            <a:r>
              <a:rPr sz="2900" dirty="0">
                <a:latin typeface="Tahoma"/>
                <a:cs typeface="Tahoma"/>
              </a:rPr>
              <a:t>you</a:t>
            </a:r>
            <a:r>
              <a:rPr sz="2900" spc="-90" dirty="0">
                <a:latin typeface="Tahoma"/>
                <a:cs typeface="Tahoma"/>
              </a:rPr>
              <a:t> </a:t>
            </a:r>
            <a:r>
              <a:rPr sz="2900" spc="50" dirty="0">
                <a:latin typeface="Tahoma"/>
                <a:cs typeface="Tahoma"/>
              </a:rPr>
              <a:t>should</a:t>
            </a:r>
            <a:r>
              <a:rPr sz="2900" spc="-95" dirty="0">
                <a:latin typeface="Tahoma"/>
                <a:cs typeface="Tahoma"/>
              </a:rPr>
              <a:t> </a:t>
            </a:r>
            <a:r>
              <a:rPr sz="2900" dirty="0">
                <a:latin typeface="Tahoma"/>
                <a:cs typeface="Tahoma"/>
              </a:rPr>
              <a:t>follow</a:t>
            </a:r>
            <a:r>
              <a:rPr sz="2900" spc="-95" dirty="0">
                <a:latin typeface="Tahoma"/>
                <a:cs typeface="Tahoma"/>
              </a:rPr>
              <a:t> </a:t>
            </a:r>
            <a:r>
              <a:rPr sz="2900" dirty="0">
                <a:latin typeface="Tahoma"/>
                <a:cs typeface="Tahoma"/>
              </a:rPr>
              <a:t>the</a:t>
            </a:r>
            <a:r>
              <a:rPr sz="2900" spc="-90" dirty="0">
                <a:latin typeface="Tahoma"/>
                <a:cs typeface="Tahoma"/>
              </a:rPr>
              <a:t> </a:t>
            </a:r>
            <a:r>
              <a:rPr sz="2900" dirty="0">
                <a:latin typeface="Tahoma"/>
                <a:cs typeface="Tahoma"/>
              </a:rPr>
              <a:t>workflow</a:t>
            </a:r>
            <a:r>
              <a:rPr sz="2900" spc="-95" dirty="0">
                <a:latin typeface="Tahoma"/>
                <a:cs typeface="Tahoma"/>
              </a:rPr>
              <a:t> </a:t>
            </a:r>
            <a:r>
              <a:rPr sz="2900" spc="-10" dirty="0">
                <a:latin typeface="Tahoma"/>
                <a:cs typeface="Tahoma"/>
              </a:rPr>
              <a:t>below</a:t>
            </a:r>
            <a:endParaRPr sz="2900">
              <a:latin typeface="Tahoma"/>
              <a:cs typeface="Tahoma"/>
            </a:endParaRPr>
          </a:p>
          <a:p>
            <a:pPr marL="1040765" lvl="1" indent="-636905">
              <a:lnSpc>
                <a:spcPct val="100000"/>
              </a:lnSpc>
              <a:spcBef>
                <a:spcPts val="3050"/>
              </a:spcBef>
              <a:buAutoNum type="arabicPeriod"/>
              <a:tabLst>
                <a:tab pos="1040765" algn="l"/>
              </a:tabLst>
            </a:pPr>
            <a:r>
              <a:rPr sz="2900" dirty="0">
                <a:solidFill>
                  <a:srgbClr val="BDC3C7"/>
                </a:solidFill>
                <a:latin typeface="Tahoma"/>
                <a:cs typeface="Tahoma"/>
              </a:rPr>
              <a:t>Fork</a:t>
            </a:r>
            <a:r>
              <a:rPr sz="2900" spc="-80" dirty="0">
                <a:solidFill>
                  <a:srgbClr val="BDC3C7"/>
                </a:solidFill>
                <a:latin typeface="Tahoma"/>
                <a:cs typeface="Tahoma"/>
              </a:rPr>
              <a:t> </a:t>
            </a:r>
            <a:r>
              <a:rPr sz="2900" dirty="0">
                <a:solidFill>
                  <a:srgbClr val="BDC3C7"/>
                </a:solidFill>
                <a:latin typeface="Tahoma"/>
                <a:cs typeface="Tahoma"/>
              </a:rPr>
              <a:t>our</a:t>
            </a:r>
            <a:r>
              <a:rPr sz="2900" spc="-80" dirty="0">
                <a:solidFill>
                  <a:srgbClr val="BDC3C7"/>
                </a:solidFill>
                <a:latin typeface="Tahoma"/>
                <a:cs typeface="Tahoma"/>
              </a:rPr>
              <a:t> </a:t>
            </a:r>
            <a:r>
              <a:rPr sz="2900" dirty="0">
                <a:solidFill>
                  <a:srgbClr val="BDC3C7"/>
                </a:solidFill>
                <a:latin typeface="Tahoma"/>
                <a:cs typeface="Tahoma"/>
              </a:rPr>
              <a:t>template</a:t>
            </a:r>
            <a:r>
              <a:rPr sz="2900" spc="-75" dirty="0">
                <a:solidFill>
                  <a:srgbClr val="BDC3C7"/>
                </a:solidFill>
                <a:latin typeface="Tahoma"/>
                <a:cs typeface="Tahoma"/>
              </a:rPr>
              <a:t> </a:t>
            </a:r>
            <a:r>
              <a:rPr sz="2900" dirty="0">
                <a:solidFill>
                  <a:srgbClr val="BDC3C7"/>
                </a:solidFill>
                <a:latin typeface="Tahoma"/>
                <a:cs typeface="Tahoma"/>
              </a:rPr>
              <a:t>repository</a:t>
            </a:r>
            <a:r>
              <a:rPr sz="2900" spc="-80" dirty="0">
                <a:solidFill>
                  <a:srgbClr val="BDC3C7"/>
                </a:solidFill>
                <a:latin typeface="Tahoma"/>
                <a:cs typeface="Tahoma"/>
              </a:rPr>
              <a:t> </a:t>
            </a:r>
            <a:r>
              <a:rPr sz="2900" dirty="0">
                <a:solidFill>
                  <a:srgbClr val="BDC3C7"/>
                </a:solidFill>
                <a:latin typeface="Tahoma"/>
                <a:cs typeface="Tahoma"/>
              </a:rPr>
              <a:t>on</a:t>
            </a:r>
            <a:r>
              <a:rPr sz="2900" spc="-80" dirty="0">
                <a:solidFill>
                  <a:srgbClr val="BDC3C7"/>
                </a:solidFill>
                <a:latin typeface="Tahoma"/>
                <a:cs typeface="Tahoma"/>
              </a:rPr>
              <a:t> </a:t>
            </a:r>
            <a:r>
              <a:rPr sz="2900" spc="-10" dirty="0">
                <a:solidFill>
                  <a:srgbClr val="BDC3C7"/>
                </a:solidFill>
                <a:latin typeface="Tahoma"/>
                <a:cs typeface="Tahoma"/>
              </a:rPr>
              <a:t>Gitlab</a:t>
            </a:r>
            <a:endParaRPr sz="2900">
              <a:latin typeface="Tahoma"/>
              <a:cs typeface="Tahoma"/>
            </a:endParaRPr>
          </a:p>
          <a:p>
            <a:pPr marL="1040765" lvl="1" indent="-636905">
              <a:lnSpc>
                <a:spcPct val="100000"/>
              </a:lnSpc>
              <a:spcBef>
                <a:spcPts val="2955"/>
              </a:spcBef>
              <a:buAutoNum type="arabicPeriod"/>
              <a:tabLst>
                <a:tab pos="1040765" algn="l"/>
              </a:tabLst>
            </a:pPr>
            <a:r>
              <a:rPr sz="2900" spc="80" dirty="0">
                <a:solidFill>
                  <a:srgbClr val="262626"/>
                </a:solidFill>
                <a:latin typeface="Tahoma"/>
                <a:cs typeface="Tahoma"/>
              </a:rPr>
              <a:t>Clone</a:t>
            </a:r>
            <a:r>
              <a:rPr sz="2900" spc="-95" dirty="0">
                <a:solidFill>
                  <a:srgbClr val="262626"/>
                </a:solidFill>
                <a:latin typeface="Tahoma"/>
                <a:cs typeface="Tahoma"/>
              </a:rPr>
              <a:t> </a:t>
            </a:r>
            <a:r>
              <a:rPr sz="2900" dirty="0">
                <a:solidFill>
                  <a:srgbClr val="262626"/>
                </a:solidFill>
                <a:latin typeface="Tahoma"/>
                <a:cs typeface="Tahoma"/>
              </a:rPr>
              <a:t>the</a:t>
            </a:r>
            <a:r>
              <a:rPr sz="2900" spc="-90" dirty="0">
                <a:solidFill>
                  <a:srgbClr val="262626"/>
                </a:solidFill>
                <a:latin typeface="Tahoma"/>
                <a:cs typeface="Tahoma"/>
              </a:rPr>
              <a:t> </a:t>
            </a:r>
            <a:r>
              <a:rPr sz="3600" b="1" spc="-135" dirty="0">
                <a:latin typeface="Tahoma"/>
                <a:cs typeface="Tahoma"/>
              </a:rPr>
              <a:t>forked</a:t>
            </a:r>
            <a:r>
              <a:rPr sz="3600" b="1" spc="-235" dirty="0">
                <a:latin typeface="Tahoma"/>
                <a:cs typeface="Tahoma"/>
              </a:rPr>
              <a:t> </a:t>
            </a:r>
            <a:r>
              <a:rPr sz="2900" dirty="0">
                <a:solidFill>
                  <a:srgbClr val="262626"/>
                </a:solidFill>
                <a:latin typeface="Tahoma"/>
                <a:cs typeface="Tahoma"/>
              </a:rPr>
              <a:t>repository</a:t>
            </a:r>
            <a:r>
              <a:rPr sz="2900" spc="-95" dirty="0">
                <a:solidFill>
                  <a:srgbClr val="262626"/>
                </a:solidFill>
                <a:latin typeface="Tahoma"/>
                <a:cs typeface="Tahoma"/>
              </a:rPr>
              <a:t> </a:t>
            </a:r>
            <a:r>
              <a:rPr sz="2900" dirty="0">
                <a:solidFill>
                  <a:srgbClr val="262626"/>
                </a:solidFill>
                <a:latin typeface="Tahoma"/>
                <a:cs typeface="Tahoma"/>
              </a:rPr>
              <a:t>to</a:t>
            </a:r>
            <a:r>
              <a:rPr sz="2900" spc="-90" dirty="0">
                <a:solidFill>
                  <a:srgbClr val="262626"/>
                </a:solidFill>
                <a:latin typeface="Tahoma"/>
                <a:cs typeface="Tahoma"/>
              </a:rPr>
              <a:t> </a:t>
            </a:r>
            <a:r>
              <a:rPr sz="2900" dirty="0">
                <a:solidFill>
                  <a:srgbClr val="262626"/>
                </a:solidFill>
                <a:latin typeface="Tahoma"/>
                <a:cs typeface="Tahoma"/>
              </a:rPr>
              <a:t>your</a:t>
            </a:r>
            <a:r>
              <a:rPr sz="2900" spc="-95" dirty="0">
                <a:solidFill>
                  <a:srgbClr val="262626"/>
                </a:solidFill>
                <a:latin typeface="Tahoma"/>
                <a:cs typeface="Tahoma"/>
              </a:rPr>
              <a:t> </a:t>
            </a:r>
            <a:r>
              <a:rPr sz="2900" spc="-10" dirty="0">
                <a:solidFill>
                  <a:srgbClr val="262626"/>
                </a:solidFill>
                <a:latin typeface="Tahoma"/>
                <a:cs typeface="Tahoma"/>
              </a:rPr>
              <a:t>computer</a:t>
            </a:r>
            <a:endParaRPr sz="2900">
              <a:latin typeface="Tahoma"/>
              <a:cs typeface="Tahoma"/>
            </a:endParaRPr>
          </a:p>
          <a:p>
            <a:pPr marL="1040765" lvl="1" indent="-636905">
              <a:lnSpc>
                <a:spcPct val="100000"/>
              </a:lnSpc>
              <a:spcBef>
                <a:spcPts val="3065"/>
              </a:spcBef>
              <a:buAutoNum type="arabicPeriod"/>
              <a:tabLst>
                <a:tab pos="1040765" algn="l"/>
              </a:tabLst>
            </a:pPr>
            <a:r>
              <a:rPr sz="2900" dirty="0">
                <a:solidFill>
                  <a:srgbClr val="BDC3C7"/>
                </a:solidFill>
                <a:latin typeface="Tahoma"/>
                <a:cs typeface="Tahoma"/>
              </a:rPr>
              <a:t>Finish</a:t>
            </a:r>
            <a:r>
              <a:rPr sz="2900" spc="-10" dirty="0">
                <a:solidFill>
                  <a:srgbClr val="BDC3C7"/>
                </a:solidFill>
                <a:latin typeface="Tahoma"/>
                <a:cs typeface="Tahoma"/>
              </a:rPr>
              <a:t> </a:t>
            </a:r>
            <a:r>
              <a:rPr sz="2900" dirty="0">
                <a:solidFill>
                  <a:srgbClr val="BDC3C7"/>
                </a:solidFill>
                <a:latin typeface="Tahoma"/>
                <a:cs typeface="Tahoma"/>
              </a:rPr>
              <a:t>your</a:t>
            </a:r>
            <a:r>
              <a:rPr sz="2900" spc="-5" dirty="0">
                <a:solidFill>
                  <a:srgbClr val="BDC3C7"/>
                </a:solidFill>
                <a:latin typeface="Tahoma"/>
                <a:cs typeface="Tahoma"/>
              </a:rPr>
              <a:t> </a:t>
            </a:r>
            <a:r>
              <a:rPr sz="2900" spc="-25" dirty="0">
                <a:solidFill>
                  <a:srgbClr val="BDC3C7"/>
                </a:solidFill>
                <a:latin typeface="Tahoma"/>
                <a:cs typeface="Tahoma"/>
              </a:rPr>
              <a:t>lab</a:t>
            </a:r>
            <a:endParaRPr sz="2900">
              <a:latin typeface="Tahoma"/>
              <a:cs typeface="Tahoma"/>
            </a:endParaRPr>
          </a:p>
          <a:p>
            <a:pPr marL="1040765" lvl="1" indent="-636905">
              <a:lnSpc>
                <a:spcPct val="100000"/>
              </a:lnSpc>
              <a:spcBef>
                <a:spcPts val="3050"/>
              </a:spcBef>
              <a:buAutoNum type="arabicPeriod"/>
              <a:tabLst>
                <a:tab pos="1040765" algn="l"/>
              </a:tabLst>
            </a:pPr>
            <a:r>
              <a:rPr sz="2900" spc="60" dirty="0">
                <a:solidFill>
                  <a:srgbClr val="BDC3C7"/>
                </a:solidFill>
                <a:latin typeface="Tahoma"/>
                <a:cs typeface="Tahoma"/>
              </a:rPr>
              <a:t>Commit</a:t>
            </a:r>
            <a:r>
              <a:rPr sz="2900" spc="-120" dirty="0">
                <a:solidFill>
                  <a:srgbClr val="BDC3C7"/>
                </a:solidFill>
                <a:latin typeface="Tahoma"/>
                <a:cs typeface="Tahoma"/>
              </a:rPr>
              <a:t> </a:t>
            </a:r>
            <a:r>
              <a:rPr sz="2900" dirty="0">
                <a:solidFill>
                  <a:srgbClr val="BDC3C7"/>
                </a:solidFill>
                <a:latin typeface="Tahoma"/>
                <a:cs typeface="Tahoma"/>
              </a:rPr>
              <a:t>in</a:t>
            </a:r>
            <a:r>
              <a:rPr sz="2900" spc="-110" dirty="0">
                <a:solidFill>
                  <a:srgbClr val="BDC3C7"/>
                </a:solidFill>
                <a:latin typeface="Tahoma"/>
                <a:cs typeface="Tahoma"/>
              </a:rPr>
              <a:t> </a:t>
            </a:r>
            <a:r>
              <a:rPr sz="2900" dirty="0">
                <a:solidFill>
                  <a:srgbClr val="BDC3C7"/>
                </a:solidFill>
                <a:latin typeface="Tahoma"/>
                <a:cs typeface="Tahoma"/>
              </a:rPr>
              <a:t>your</a:t>
            </a:r>
            <a:r>
              <a:rPr sz="2900" spc="-110" dirty="0">
                <a:solidFill>
                  <a:srgbClr val="BDC3C7"/>
                </a:solidFill>
                <a:latin typeface="Tahoma"/>
                <a:cs typeface="Tahoma"/>
              </a:rPr>
              <a:t> </a:t>
            </a:r>
            <a:r>
              <a:rPr sz="2900" spc="-10" dirty="0">
                <a:solidFill>
                  <a:srgbClr val="BDC3C7"/>
                </a:solidFill>
                <a:latin typeface="Tahoma"/>
                <a:cs typeface="Tahoma"/>
              </a:rPr>
              <a:t>computer</a:t>
            </a:r>
            <a:endParaRPr sz="2900">
              <a:latin typeface="Tahoma"/>
              <a:cs typeface="Tahoma"/>
            </a:endParaRPr>
          </a:p>
          <a:p>
            <a:pPr marL="1040765" lvl="1" indent="-636905">
              <a:lnSpc>
                <a:spcPct val="100000"/>
              </a:lnSpc>
              <a:spcBef>
                <a:spcPts val="3055"/>
              </a:spcBef>
              <a:buAutoNum type="arabicPeriod"/>
              <a:tabLst>
                <a:tab pos="1040765" algn="l"/>
              </a:tabLst>
            </a:pPr>
            <a:r>
              <a:rPr sz="2900" spc="80" dirty="0">
                <a:solidFill>
                  <a:srgbClr val="BDC3C7"/>
                </a:solidFill>
                <a:latin typeface="Tahoma"/>
                <a:cs typeface="Tahoma"/>
              </a:rPr>
              <a:t>Push</a:t>
            </a:r>
            <a:r>
              <a:rPr sz="2900" spc="-114" dirty="0">
                <a:solidFill>
                  <a:srgbClr val="BDC3C7"/>
                </a:solidFill>
                <a:latin typeface="Tahoma"/>
                <a:cs typeface="Tahoma"/>
              </a:rPr>
              <a:t> </a:t>
            </a:r>
            <a:r>
              <a:rPr sz="2900" dirty="0">
                <a:solidFill>
                  <a:srgbClr val="BDC3C7"/>
                </a:solidFill>
                <a:latin typeface="Tahoma"/>
                <a:cs typeface="Tahoma"/>
              </a:rPr>
              <a:t>to</a:t>
            </a:r>
            <a:r>
              <a:rPr sz="2900" spc="-114" dirty="0">
                <a:solidFill>
                  <a:srgbClr val="BDC3C7"/>
                </a:solidFill>
                <a:latin typeface="Tahoma"/>
                <a:cs typeface="Tahoma"/>
              </a:rPr>
              <a:t> </a:t>
            </a:r>
            <a:r>
              <a:rPr sz="2900" spc="-10" dirty="0">
                <a:solidFill>
                  <a:srgbClr val="BDC3C7"/>
                </a:solidFill>
                <a:latin typeface="Tahoma"/>
                <a:cs typeface="Tahoma"/>
              </a:rPr>
              <a:t>Gitlab</a:t>
            </a:r>
            <a:endParaRPr sz="2900">
              <a:latin typeface="Tahoma"/>
              <a:cs typeface="Tahoma"/>
            </a:endParaRPr>
          </a:p>
          <a:p>
            <a:pPr marL="1041400" marR="5080" lvl="1" indent="-637540">
              <a:lnSpc>
                <a:spcPct val="90700"/>
              </a:lnSpc>
              <a:spcBef>
                <a:spcPts val="3359"/>
              </a:spcBef>
              <a:buAutoNum type="arabicPeriod"/>
              <a:tabLst>
                <a:tab pos="1041400" algn="l"/>
              </a:tabLst>
            </a:pPr>
            <a:r>
              <a:rPr sz="2900" spc="90" dirty="0">
                <a:solidFill>
                  <a:srgbClr val="BDC3C7"/>
                </a:solidFill>
                <a:latin typeface="Tahoma"/>
                <a:cs typeface="Tahoma"/>
              </a:rPr>
              <a:t>Send</a:t>
            </a:r>
            <a:r>
              <a:rPr sz="2900" spc="-110" dirty="0">
                <a:solidFill>
                  <a:srgbClr val="BDC3C7"/>
                </a:solidFill>
                <a:latin typeface="Tahoma"/>
                <a:cs typeface="Tahoma"/>
              </a:rPr>
              <a:t> </a:t>
            </a:r>
            <a:r>
              <a:rPr sz="2900" dirty="0">
                <a:solidFill>
                  <a:srgbClr val="BDC3C7"/>
                </a:solidFill>
                <a:latin typeface="Tahoma"/>
                <a:cs typeface="Tahoma"/>
              </a:rPr>
              <a:t>merge</a:t>
            </a:r>
            <a:r>
              <a:rPr sz="2900" spc="-105" dirty="0">
                <a:solidFill>
                  <a:srgbClr val="BDC3C7"/>
                </a:solidFill>
                <a:latin typeface="Tahoma"/>
                <a:cs typeface="Tahoma"/>
              </a:rPr>
              <a:t> </a:t>
            </a:r>
            <a:r>
              <a:rPr sz="2900" dirty="0">
                <a:solidFill>
                  <a:srgbClr val="BDC3C7"/>
                </a:solidFill>
                <a:latin typeface="Tahoma"/>
                <a:cs typeface="Tahoma"/>
              </a:rPr>
              <a:t>request</a:t>
            </a:r>
            <a:r>
              <a:rPr sz="2900" spc="-105" dirty="0">
                <a:solidFill>
                  <a:srgbClr val="BDC3C7"/>
                </a:solidFill>
                <a:latin typeface="Tahoma"/>
                <a:cs typeface="Tahoma"/>
              </a:rPr>
              <a:t> </a:t>
            </a:r>
            <a:r>
              <a:rPr sz="2900" dirty="0">
                <a:solidFill>
                  <a:srgbClr val="BDC3C7"/>
                </a:solidFill>
                <a:latin typeface="Tahoma"/>
                <a:cs typeface="Tahoma"/>
              </a:rPr>
              <a:t>of</a:t>
            </a:r>
            <a:r>
              <a:rPr sz="2900" spc="-75" dirty="0">
                <a:solidFill>
                  <a:srgbClr val="BDC3C7"/>
                </a:solidFill>
                <a:latin typeface="Tahoma"/>
                <a:cs typeface="Tahoma"/>
              </a:rPr>
              <a:t> </a:t>
            </a:r>
            <a:r>
              <a:rPr sz="3600" b="1" spc="-135" dirty="0">
                <a:latin typeface="Tahoma"/>
                <a:cs typeface="Tahoma"/>
              </a:rPr>
              <a:t>your</a:t>
            </a:r>
            <a:r>
              <a:rPr sz="3600" b="1" spc="-55" dirty="0">
                <a:latin typeface="Tahoma"/>
                <a:cs typeface="Tahoma"/>
              </a:rPr>
              <a:t> </a:t>
            </a:r>
            <a:r>
              <a:rPr sz="3600" b="1" spc="-105" dirty="0">
                <a:latin typeface="Tahoma"/>
                <a:cs typeface="Tahoma"/>
              </a:rPr>
              <a:t>branch</a:t>
            </a:r>
            <a:r>
              <a:rPr sz="3600" b="1" spc="-240" dirty="0">
                <a:latin typeface="Tahoma"/>
                <a:cs typeface="Tahoma"/>
              </a:rPr>
              <a:t> </a:t>
            </a:r>
            <a:r>
              <a:rPr sz="2900" dirty="0">
                <a:solidFill>
                  <a:srgbClr val="BDC3C7"/>
                </a:solidFill>
                <a:latin typeface="Tahoma"/>
                <a:cs typeface="Tahoma"/>
              </a:rPr>
              <a:t>to</a:t>
            </a:r>
            <a:r>
              <a:rPr sz="2900" spc="-100" dirty="0">
                <a:solidFill>
                  <a:srgbClr val="BDC3C7"/>
                </a:solidFill>
                <a:latin typeface="Tahoma"/>
                <a:cs typeface="Tahoma"/>
              </a:rPr>
              <a:t> </a:t>
            </a:r>
            <a:r>
              <a:rPr sz="2900" dirty="0">
                <a:solidFill>
                  <a:srgbClr val="BDC3C7"/>
                </a:solidFill>
                <a:latin typeface="Tahoma"/>
                <a:cs typeface="Tahoma"/>
              </a:rPr>
              <a:t>our</a:t>
            </a:r>
            <a:r>
              <a:rPr sz="2900" spc="-105" dirty="0">
                <a:solidFill>
                  <a:srgbClr val="BDC3C7"/>
                </a:solidFill>
                <a:latin typeface="Tahoma"/>
                <a:cs typeface="Tahoma"/>
              </a:rPr>
              <a:t> </a:t>
            </a:r>
            <a:r>
              <a:rPr sz="2900" spc="-10" dirty="0">
                <a:solidFill>
                  <a:srgbClr val="BDC3C7"/>
                </a:solidFill>
                <a:latin typeface="Tahoma"/>
                <a:cs typeface="Tahoma"/>
              </a:rPr>
              <a:t>template repository</a:t>
            </a:r>
            <a:endParaRPr sz="2900">
              <a:latin typeface="Tahoma"/>
              <a:cs typeface="Tahoma"/>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3004800" cy="9753600"/>
          </a:xfrm>
          <a:custGeom>
            <a:avLst/>
            <a:gdLst/>
            <a:ahLst/>
            <a:cxnLst/>
            <a:rect l="l" t="t" r="r" b="b"/>
            <a:pathLst>
              <a:path w="13004800" h="9753600">
                <a:moveTo>
                  <a:pt x="13004799" y="9753599"/>
                </a:moveTo>
                <a:lnTo>
                  <a:pt x="0" y="9753599"/>
                </a:lnTo>
                <a:lnTo>
                  <a:pt x="0" y="0"/>
                </a:lnTo>
                <a:lnTo>
                  <a:pt x="13004799" y="0"/>
                </a:lnTo>
                <a:lnTo>
                  <a:pt x="13004799" y="9753599"/>
                </a:lnTo>
                <a:close/>
              </a:path>
            </a:pathLst>
          </a:custGeom>
          <a:solidFill>
            <a:srgbClr val="333C48"/>
          </a:solidFill>
        </p:spPr>
        <p:txBody>
          <a:bodyPr wrap="square" lIns="0" tIns="0" rIns="0" bIns="0" rtlCol="0"/>
          <a:lstStyle/>
          <a:p>
            <a:endParaRPr/>
          </a:p>
        </p:txBody>
      </p:sp>
      <p:pic>
        <p:nvPicPr>
          <p:cNvPr id="10" name="object 10"/>
          <p:cNvPicPr/>
          <p:nvPr/>
        </p:nvPicPr>
        <p:blipFill>
          <a:blip r:embed="rId2" cstate="print"/>
          <a:stretch>
            <a:fillRect/>
          </a:stretch>
        </p:blipFill>
        <p:spPr>
          <a:xfrm>
            <a:off x="2582804" y="49657"/>
            <a:ext cx="706668" cy="227432"/>
          </a:xfrm>
          <a:prstGeom prst="rect">
            <a:avLst/>
          </a:prstGeom>
        </p:spPr>
      </p:pic>
      <p:sp>
        <p:nvSpPr>
          <p:cNvPr id="11" name="object 11"/>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84</a:t>
            </a:fld>
            <a:endParaRPr spc="-25" dirty="0"/>
          </a:p>
        </p:txBody>
      </p:sp>
      <p:grpSp>
        <p:nvGrpSpPr>
          <p:cNvPr id="15" name="群組 14">
            <a:extLst>
              <a:ext uri="{FF2B5EF4-FFF2-40B4-BE49-F238E27FC236}">
                <a16:creationId xmlns:a16="http://schemas.microsoft.com/office/drawing/2014/main" id="{61560890-AD09-DB97-6C08-28B16AFED572}"/>
              </a:ext>
            </a:extLst>
          </p:cNvPr>
          <p:cNvGrpSpPr/>
          <p:nvPr/>
        </p:nvGrpSpPr>
        <p:grpSpPr>
          <a:xfrm>
            <a:off x="1256063" y="0"/>
            <a:ext cx="11749130" cy="9753600"/>
            <a:chOff x="1256063" y="0"/>
            <a:chExt cx="11749130" cy="9753600"/>
          </a:xfrm>
        </p:grpSpPr>
        <p:grpSp>
          <p:nvGrpSpPr>
            <p:cNvPr id="13" name="群組 12">
              <a:extLst>
                <a:ext uri="{FF2B5EF4-FFF2-40B4-BE49-F238E27FC236}">
                  <a16:creationId xmlns:a16="http://schemas.microsoft.com/office/drawing/2014/main" id="{41CBAB9E-65F7-ED10-D458-0697876DCC00}"/>
                </a:ext>
              </a:extLst>
            </p:cNvPr>
            <p:cNvGrpSpPr/>
            <p:nvPr/>
          </p:nvGrpSpPr>
          <p:grpSpPr>
            <a:xfrm>
              <a:off x="1256063" y="0"/>
              <a:ext cx="11749130" cy="9753600"/>
              <a:chOff x="1256063" y="0"/>
              <a:chExt cx="11749130" cy="9753600"/>
            </a:xfrm>
          </p:grpSpPr>
          <p:pic>
            <p:nvPicPr>
              <p:cNvPr id="4" name="object 4"/>
              <p:cNvPicPr/>
              <p:nvPr/>
            </p:nvPicPr>
            <p:blipFill>
              <a:blip r:embed="rId3" cstate="print"/>
              <a:stretch>
                <a:fillRect/>
              </a:stretch>
            </p:blipFill>
            <p:spPr>
              <a:xfrm>
                <a:off x="1256063" y="0"/>
                <a:ext cx="10492681" cy="9753600"/>
              </a:xfrm>
              <a:prstGeom prst="rect">
                <a:avLst/>
              </a:prstGeom>
            </p:spPr>
          </p:pic>
          <p:pic>
            <p:nvPicPr>
              <p:cNvPr id="5" name="object 5"/>
              <p:cNvPicPr/>
              <p:nvPr/>
            </p:nvPicPr>
            <p:blipFill>
              <a:blip r:embed="rId4" cstate="print"/>
              <a:stretch>
                <a:fillRect/>
              </a:stretch>
            </p:blipFill>
            <p:spPr>
              <a:xfrm>
                <a:off x="6604245" y="3708738"/>
                <a:ext cx="2831713" cy="684619"/>
              </a:xfrm>
              <a:prstGeom prst="rect">
                <a:avLst/>
              </a:prstGeom>
            </p:spPr>
          </p:pic>
          <p:sp>
            <p:nvSpPr>
              <p:cNvPr id="6" name="object 6"/>
              <p:cNvSpPr/>
              <p:nvPr/>
            </p:nvSpPr>
            <p:spPr>
              <a:xfrm>
                <a:off x="6642345" y="3721439"/>
                <a:ext cx="2755900" cy="608965"/>
              </a:xfrm>
              <a:custGeom>
                <a:avLst/>
                <a:gdLst/>
                <a:ahLst/>
                <a:cxnLst/>
                <a:rect l="l" t="t" r="r" b="b"/>
                <a:pathLst>
                  <a:path w="2755900" h="608964">
                    <a:moveTo>
                      <a:pt x="2691983" y="608418"/>
                    </a:moveTo>
                    <a:lnTo>
                      <a:pt x="63529" y="608418"/>
                    </a:lnTo>
                    <a:lnTo>
                      <a:pt x="38803" y="603430"/>
                    </a:lnTo>
                    <a:lnTo>
                      <a:pt x="18609" y="589824"/>
                    </a:lnTo>
                    <a:lnTo>
                      <a:pt x="4993" y="569644"/>
                    </a:lnTo>
                    <a:lnTo>
                      <a:pt x="0" y="544929"/>
                    </a:lnTo>
                    <a:lnTo>
                      <a:pt x="0" y="174244"/>
                    </a:lnTo>
                    <a:lnTo>
                      <a:pt x="4993" y="149513"/>
                    </a:lnTo>
                    <a:lnTo>
                      <a:pt x="18609" y="129324"/>
                    </a:lnTo>
                    <a:lnTo>
                      <a:pt x="38803" y="115715"/>
                    </a:lnTo>
                    <a:lnTo>
                      <a:pt x="63529" y="110726"/>
                    </a:lnTo>
                    <a:lnTo>
                      <a:pt x="2209003" y="110726"/>
                    </a:lnTo>
                    <a:lnTo>
                      <a:pt x="2336063" y="0"/>
                    </a:lnTo>
                    <a:lnTo>
                      <a:pt x="2462995" y="110726"/>
                    </a:lnTo>
                    <a:lnTo>
                      <a:pt x="2691983" y="110726"/>
                    </a:lnTo>
                    <a:lnTo>
                      <a:pt x="2716710" y="115715"/>
                    </a:lnTo>
                    <a:lnTo>
                      <a:pt x="2736904" y="129324"/>
                    </a:lnTo>
                    <a:lnTo>
                      <a:pt x="2750521" y="149513"/>
                    </a:lnTo>
                    <a:lnTo>
                      <a:pt x="2755514" y="174244"/>
                    </a:lnTo>
                    <a:lnTo>
                      <a:pt x="2755514" y="544929"/>
                    </a:lnTo>
                    <a:lnTo>
                      <a:pt x="2750521" y="569644"/>
                    </a:lnTo>
                    <a:lnTo>
                      <a:pt x="2736904" y="589824"/>
                    </a:lnTo>
                    <a:lnTo>
                      <a:pt x="2716710" y="603430"/>
                    </a:lnTo>
                    <a:lnTo>
                      <a:pt x="2691983" y="608418"/>
                    </a:lnTo>
                    <a:close/>
                  </a:path>
                </a:pathLst>
              </a:custGeom>
              <a:solidFill>
                <a:srgbClr val="D45557"/>
              </a:solidFill>
            </p:spPr>
            <p:txBody>
              <a:bodyPr wrap="square" lIns="0" tIns="0" rIns="0" bIns="0" rtlCol="0"/>
              <a:lstStyle/>
              <a:p>
                <a:endParaRPr/>
              </a:p>
            </p:txBody>
          </p:sp>
          <p:pic>
            <p:nvPicPr>
              <p:cNvPr id="7" name="object 7"/>
              <p:cNvPicPr/>
              <p:nvPr/>
            </p:nvPicPr>
            <p:blipFill>
              <a:blip r:embed="rId5" cstate="print"/>
              <a:stretch>
                <a:fillRect/>
              </a:stretch>
            </p:blipFill>
            <p:spPr>
              <a:xfrm>
                <a:off x="10211193" y="2685519"/>
                <a:ext cx="2793606" cy="697314"/>
              </a:xfrm>
              <a:prstGeom prst="rect">
                <a:avLst/>
              </a:prstGeom>
            </p:spPr>
          </p:pic>
          <p:sp>
            <p:nvSpPr>
              <p:cNvPr id="8" name="object 8"/>
              <p:cNvSpPr/>
              <p:nvPr/>
            </p:nvSpPr>
            <p:spPr>
              <a:xfrm>
                <a:off x="10249293" y="2698219"/>
                <a:ext cx="2755900" cy="621665"/>
              </a:xfrm>
              <a:custGeom>
                <a:avLst/>
                <a:gdLst/>
                <a:ahLst/>
                <a:cxnLst/>
                <a:rect l="l" t="t" r="r" b="b"/>
                <a:pathLst>
                  <a:path w="2755900" h="621664">
                    <a:moveTo>
                      <a:pt x="357195" y="621113"/>
                    </a:moveTo>
                    <a:lnTo>
                      <a:pt x="230645" y="497696"/>
                    </a:lnTo>
                    <a:lnTo>
                      <a:pt x="63529" y="497696"/>
                    </a:lnTo>
                    <a:lnTo>
                      <a:pt x="38803" y="492704"/>
                    </a:lnTo>
                    <a:lnTo>
                      <a:pt x="18609" y="479091"/>
                    </a:lnTo>
                    <a:lnTo>
                      <a:pt x="4993" y="458900"/>
                    </a:lnTo>
                    <a:lnTo>
                      <a:pt x="0" y="434175"/>
                    </a:lnTo>
                    <a:lnTo>
                      <a:pt x="0" y="63491"/>
                    </a:lnTo>
                    <a:lnTo>
                      <a:pt x="4993" y="38783"/>
                    </a:lnTo>
                    <a:lnTo>
                      <a:pt x="18609" y="18601"/>
                    </a:lnTo>
                    <a:lnTo>
                      <a:pt x="38803" y="4991"/>
                    </a:lnTo>
                    <a:lnTo>
                      <a:pt x="63529" y="0"/>
                    </a:lnTo>
                    <a:lnTo>
                      <a:pt x="2691977" y="0"/>
                    </a:lnTo>
                    <a:lnTo>
                      <a:pt x="2716704" y="4991"/>
                    </a:lnTo>
                    <a:lnTo>
                      <a:pt x="2736898" y="18601"/>
                    </a:lnTo>
                    <a:lnTo>
                      <a:pt x="2750514" y="38783"/>
                    </a:lnTo>
                    <a:lnTo>
                      <a:pt x="2755507" y="63491"/>
                    </a:lnTo>
                    <a:lnTo>
                      <a:pt x="2755507" y="434175"/>
                    </a:lnTo>
                    <a:lnTo>
                      <a:pt x="2750514" y="458900"/>
                    </a:lnTo>
                    <a:lnTo>
                      <a:pt x="2736898" y="479091"/>
                    </a:lnTo>
                    <a:lnTo>
                      <a:pt x="2716704" y="492704"/>
                    </a:lnTo>
                    <a:lnTo>
                      <a:pt x="2691977" y="497696"/>
                    </a:lnTo>
                    <a:lnTo>
                      <a:pt x="483744" y="497696"/>
                    </a:lnTo>
                    <a:lnTo>
                      <a:pt x="357195" y="621113"/>
                    </a:lnTo>
                    <a:close/>
                  </a:path>
                </a:pathLst>
              </a:custGeom>
              <a:solidFill>
                <a:srgbClr val="D45557"/>
              </a:solidFill>
            </p:spPr>
            <p:txBody>
              <a:bodyPr wrap="square" lIns="0" tIns="0" rIns="0" bIns="0" rtlCol="0"/>
              <a:lstStyle/>
              <a:p>
                <a:endParaRPr/>
              </a:p>
            </p:txBody>
          </p:sp>
        </p:grpSp>
        <p:sp>
          <p:nvSpPr>
            <p:cNvPr id="9" name="object 9"/>
            <p:cNvSpPr txBox="1"/>
            <p:nvPr/>
          </p:nvSpPr>
          <p:spPr>
            <a:xfrm>
              <a:off x="6659755" y="2801004"/>
              <a:ext cx="6006465" cy="1408430"/>
            </a:xfrm>
            <a:prstGeom prst="rect">
              <a:avLst/>
            </a:prstGeom>
          </p:spPr>
          <p:txBody>
            <a:bodyPr vert="horz" wrap="square" lIns="0" tIns="12700" rIns="0" bIns="0" rtlCol="0">
              <a:spAutoFit/>
            </a:bodyPr>
            <a:lstStyle/>
            <a:p>
              <a:pPr marL="3865245">
                <a:lnSpc>
                  <a:spcPct val="100000"/>
                </a:lnSpc>
                <a:spcBef>
                  <a:spcPts val="100"/>
                </a:spcBef>
              </a:pPr>
              <a:r>
                <a:rPr sz="2400" dirty="0">
                  <a:solidFill>
                    <a:srgbClr val="FFFFFF"/>
                  </a:solidFill>
                  <a:latin typeface="Tahoma"/>
                  <a:cs typeface="Tahoma"/>
                </a:rPr>
                <a:t>2.</a:t>
              </a:r>
              <a:r>
                <a:rPr sz="2400" spc="-120" dirty="0">
                  <a:solidFill>
                    <a:srgbClr val="FFFFFF"/>
                  </a:solidFill>
                  <a:latin typeface="Tahoma"/>
                  <a:cs typeface="Tahoma"/>
                </a:rPr>
                <a:t> </a:t>
              </a:r>
              <a:r>
                <a:rPr sz="2400" spc="105" dirty="0">
                  <a:solidFill>
                    <a:srgbClr val="FFFFFF"/>
                  </a:solidFill>
                  <a:latin typeface="Tahoma"/>
                  <a:cs typeface="Tahoma"/>
                </a:rPr>
                <a:t>Copy</a:t>
              </a:r>
              <a:r>
                <a:rPr sz="2400" spc="-120" dirty="0">
                  <a:solidFill>
                    <a:srgbClr val="FFFFFF"/>
                  </a:solidFill>
                  <a:latin typeface="Tahoma"/>
                  <a:cs typeface="Tahoma"/>
                </a:rPr>
                <a:t> </a:t>
              </a:r>
              <a:r>
                <a:rPr sz="2400" dirty="0">
                  <a:solidFill>
                    <a:srgbClr val="FFFFFF"/>
                  </a:solidFill>
                  <a:latin typeface="Tahoma"/>
                  <a:cs typeface="Tahoma"/>
                </a:rPr>
                <a:t>the</a:t>
              </a:r>
              <a:r>
                <a:rPr sz="2400" spc="-120" dirty="0">
                  <a:solidFill>
                    <a:srgbClr val="FFFFFF"/>
                  </a:solidFill>
                  <a:latin typeface="Tahoma"/>
                  <a:cs typeface="Tahoma"/>
                </a:rPr>
                <a:t> </a:t>
              </a:r>
              <a:r>
                <a:rPr sz="2400" spc="-20" dirty="0">
                  <a:solidFill>
                    <a:srgbClr val="FFFFFF"/>
                  </a:solidFill>
                  <a:latin typeface="Tahoma"/>
                  <a:cs typeface="Tahoma"/>
                </a:rPr>
                <a:t>link</a:t>
              </a:r>
              <a:endParaRPr sz="2400" dirty="0">
                <a:latin typeface="Tahoma"/>
                <a:cs typeface="Tahoma"/>
              </a:endParaRPr>
            </a:p>
            <a:p>
              <a:pPr>
                <a:lnSpc>
                  <a:spcPct val="100000"/>
                </a:lnSpc>
                <a:spcBef>
                  <a:spcPts val="2225"/>
                </a:spcBef>
              </a:pPr>
              <a:endParaRPr sz="2400" dirty="0">
                <a:latin typeface="Tahoma"/>
                <a:cs typeface="Tahoma"/>
              </a:endParaRPr>
            </a:p>
            <a:p>
              <a:pPr marL="12700">
                <a:lnSpc>
                  <a:spcPct val="100000"/>
                </a:lnSpc>
                <a:spcBef>
                  <a:spcPts val="5"/>
                </a:spcBef>
              </a:pPr>
              <a:r>
                <a:rPr sz="2400" dirty="0">
                  <a:solidFill>
                    <a:srgbClr val="FFFFFF"/>
                  </a:solidFill>
                  <a:latin typeface="Tahoma"/>
                  <a:cs typeface="Tahoma"/>
                </a:rPr>
                <a:t>1.</a:t>
              </a:r>
              <a:r>
                <a:rPr sz="2400" spc="-114" dirty="0">
                  <a:solidFill>
                    <a:srgbClr val="FFFFFF"/>
                  </a:solidFill>
                  <a:latin typeface="Tahoma"/>
                  <a:cs typeface="Tahoma"/>
                </a:rPr>
                <a:t> </a:t>
              </a:r>
              <a:r>
                <a:rPr sz="2400" spc="85" dirty="0">
                  <a:solidFill>
                    <a:srgbClr val="FFFFFF"/>
                  </a:solidFill>
                  <a:latin typeface="Tahoma"/>
                  <a:cs typeface="Tahoma"/>
                </a:rPr>
                <a:t>Choose</a:t>
              </a:r>
              <a:r>
                <a:rPr sz="2400" spc="-110" dirty="0">
                  <a:solidFill>
                    <a:srgbClr val="FFFFFF"/>
                  </a:solidFill>
                  <a:latin typeface="Tahoma"/>
                  <a:cs typeface="Tahoma"/>
                </a:rPr>
                <a:t> </a:t>
              </a:r>
              <a:r>
                <a:rPr sz="2400" spc="80" dirty="0">
                  <a:solidFill>
                    <a:srgbClr val="FFFFFF"/>
                  </a:solidFill>
                  <a:latin typeface="Tahoma"/>
                  <a:cs typeface="Tahoma"/>
                </a:rPr>
                <a:t>HTTPS</a:t>
              </a:r>
              <a:endParaRPr sz="2400" dirty="0">
                <a:latin typeface="Tahoma"/>
                <a:cs typeface="Tahoma"/>
              </a:endParaRPr>
            </a:p>
          </p:txBody>
        </p:sp>
        <p:sp>
          <p:nvSpPr>
            <p:cNvPr id="12" name="矩形 11">
              <a:extLst>
                <a:ext uri="{FF2B5EF4-FFF2-40B4-BE49-F238E27FC236}">
                  <a16:creationId xmlns:a16="http://schemas.microsoft.com/office/drawing/2014/main" id="{5844A074-B2D1-C52A-7B40-F575C6F9C435}"/>
                </a:ext>
              </a:extLst>
            </p:cNvPr>
            <p:cNvSpPr/>
            <p:nvPr/>
          </p:nvSpPr>
          <p:spPr>
            <a:xfrm>
              <a:off x="2387600" y="49657"/>
              <a:ext cx="990600" cy="228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900" b="1" dirty="0">
                  <a:solidFill>
                    <a:schemeClr val="bg1">
                      <a:lumMod val="50000"/>
                    </a:schemeClr>
                  </a:solidFill>
                </a:rPr>
                <a:t>&gt;</a:t>
              </a:r>
              <a:r>
                <a:rPr lang="zh-TW" altLang="en-US" sz="900" b="1" dirty="0">
                  <a:solidFill>
                    <a:schemeClr val="bg1">
                      <a:lumMod val="50000"/>
                    </a:schemeClr>
                  </a:solidFill>
                </a:rPr>
                <a:t> </a:t>
              </a:r>
              <a:r>
                <a:rPr lang="en-US" altLang="zh-TW" sz="900" b="1" dirty="0">
                  <a:solidFill>
                    <a:schemeClr val="bg1">
                      <a:lumMod val="50000"/>
                    </a:schemeClr>
                  </a:solidFill>
                </a:rPr>
                <a:t>2026 – spring</a:t>
              </a:r>
              <a:r>
                <a:rPr lang="zh-TW" altLang="en-US" sz="900" b="1" dirty="0">
                  <a:solidFill>
                    <a:schemeClr val="bg1">
                      <a:lumMod val="50000"/>
                    </a:schemeClr>
                  </a:solidFill>
                </a:rPr>
                <a:t> </a:t>
              </a:r>
              <a:r>
                <a:rPr lang="en-US" altLang="zh-TW" sz="900" b="1" dirty="0">
                  <a:solidFill>
                    <a:schemeClr val="bg1">
                      <a:lumMod val="50000"/>
                    </a:schemeClr>
                  </a:solidFill>
                </a:rPr>
                <a:t>&gt;</a:t>
              </a:r>
              <a:endParaRPr lang="zh-TW" altLang="en-US" sz="900" b="1" dirty="0">
                <a:solidFill>
                  <a:schemeClr val="bg1">
                    <a:lumMod val="50000"/>
                  </a:schemeClr>
                </a:solidFill>
              </a:endParaRPr>
            </a:p>
          </p:txBody>
        </p:sp>
      </p:gr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96439" rIns="0" bIns="0" rtlCol="0">
            <a:spAutoFit/>
          </a:bodyPr>
          <a:lstStyle/>
          <a:p>
            <a:pPr marL="1652905">
              <a:lnSpc>
                <a:spcPct val="100000"/>
              </a:lnSpc>
              <a:spcBef>
                <a:spcPts val="100"/>
              </a:spcBef>
            </a:pPr>
            <a:r>
              <a:rPr spc="-560" dirty="0"/>
              <a:t>If</a:t>
            </a:r>
            <a:r>
              <a:rPr spc="-295" dirty="0"/>
              <a:t> </a:t>
            </a:r>
            <a:r>
              <a:rPr spc="-500" dirty="0"/>
              <a:t>Y</a:t>
            </a:r>
            <a:r>
              <a:rPr spc="245" dirty="0"/>
              <a:t>o</a:t>
            </a:r>
            <a:r>
              <a:rPr spc="250" dirty="0"/>
              <a:t>u</a:t>
            </a:r>
            <a:r>
              <a:rPr spc="-365" dirty="0"/>
              <a:t> </a:t>
            </a:r>
            <a:r>
              <a:rPr spc="160" dirty="0"/>
              <a:t>use</a:t>
            </a:r>
            <a:r>
              <a:rPr spc="-325" dirty="0"/>
              <a:t> </a:t>
            </a:r>
            <a:r>
              <a:rPr spc="125" dirty="0"/>
              <a:t>Windows</a:t>
            </a:r>
          </a:p>
        </p:txBody>
      </p:sp>
      <p:pic>
        <p:nvPicPr>
          <p:cNvPr id="3" name="object 3"/>
          <p:cNvPicPr/>
          <p:nvPr/>
        </p:nvPicPr>
        <p:blipFill>
          <a:blip r:embed="rId2" cstate="print"/>
          <a:stretch>
            <a:fillRect/>
          </a:stretch>
        </p:blipFill>
        <p:spPr>
          <a:xfrm>
            <a:off x="1" y="2869145"/>
            <a:ext cx="7420388" cy="5208054"/>
          </a:xfrm>
          <a:prstGeom prst="rect">
            <a:avLst/>
          </a:prstGeom>
        </p:spPr>
      </p:pic>
      <p:pic>
        <p:nvPicPr>
          <p:cNvPr id="4" name="object 4"/>
          <p:cNvPicPr/>
          <p:nvPr/>
        </p:nvPicPr>
        <p:blipFill>
          <a:blip r:embed="rId3" cstate="print"/>
          <a:stretch>
            <a:fillRect/>
          </a:stretch>
        </p:blipFill>
        <p:spPr>
          <a:xfrm>
            <a:off x="7815174" y="5215466"/>
            <a:ext cx="5189625" cy="2861733"/>
          </a:xfrm>
          <a:prstGeom prst="rect">
            <a:avLst/>
          </a:prstGeom>
        </p:spPr>
      </p:pic>
      <p:pic>
        <p:nvPicPr>
          <p:cNvPr id="5" name="object 5"/>
          <p:cNvPicPr/>
          <p:nvPr/>
        </p:nvPicPr>
        <p:blipFill>
          <a:blip r:embed="rId4" cstate="print"/>
          <a:stretch>
            <a:fillRect/>
          </a:stretch>
        </p:blipFill>
        <p:spPr>
          <a:xfrm>
            <a:off x="8348133" y="3611033"/>
            <a:ext cx="1225550" cy="927100"/>
          </a:xfrm>
          <a:prstGeom prst="rect">
            <a:avLst/>
          </a:prstGeom>
        </p:spPr>
      </p:pic>
      <p:sp>
        <p:nvSpPr>
          <p:cNvPr id="6" name="object 6"/>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85</a:t>
            </a:fld>
            <a:endParaRPr spc="-25"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3004800" cy="9753600"/>
          </a:xfrm>
          <a:custGeom>
            <a:avLst/>
            <a:gdLst/>
            <a:ahLst/>
            <a:cxnLst/>
            <a:rect l="l" t="t" r="r" b="b"/>
            <a:pathLst>
              <a:path w="13004800" h="9753600">
                <a:moveTo>
                  <a:pt x="13004799" y="9753599"/>
                </a:moveTo>
                <a:lnTo>
                  <a:pt x="0" y="9753599"/>
                </a:lnTo>
                <a:lnTo>
                  <a:pt x="0" y="0"/>
                </a:lnTo>
                <a:lnTo>
                  <a:pt x="13004799" y="0"/>
                </a:lnTo>
                <a:lnTo>
                  <a:pt x="13004799" y="9753599"/>
                </a:lnTo>
                <a:close/>
              </a:path>
            </a:pathLst>
          </a:custGeom>
          <a:solidFill>
            <a:srgbClr val="252D35"/>
          </a:solidFill>
        </p:spPr>
        <p:txBody>
          <a:bodyPr wrap="square" lIns="0" tIns="0" rIns="0" bIns="0" rtlCol="0"/>
          <a:lstStyle/>
          <a:p>
            <a:endParaRPr/>
          </a:p>
        </p:txBody>
      </p:sp>
      <p:grpSp>
        <p:nvGrpSpPr>
          <p:cNvPr id="3" name="object 3"/>
          <p:cNvGrpSpPr/>
          <p:nvPr/>
        </p:nvGrpSpPr>
        <p:grpSpPr>
          <a:xfrm>
            <a:off x="0" y="177798"/>
            <a:ext cx="13004800" cy="8763000"/>
            <a:chOff x="0" y="177798"/>
            <a:chExt cx="13004800" cy="8763000"/>
          </a:xfrm>
        </p:grpSpPr>
        <p:pic>
          <p:nvPicPr>
            <p:cNvPr id="4" name="object 4"/>
            <p:cNvPicPr/>
            <p:nvPr/>
          </p:nvPicPr>
          <p:blipFill>
            <a:blip r:embed="rId2" cstate="print"/>
            <a:stretch>
              <a:fillRect/>
            </a:stretch>
          </p:blipFill>
          <p:spPr>
            <a:xfrm>
              <a:off x="0" y="812800"/>
              <a:ext cx="13004799" cy="8127999"/>
            </a:xfrm>
            <a:prstGeom prst="rect">
              <a:avLst/>
            </a:prstGeom>
          </p:spPr>
        </p:pic>
        <p:pic>
          <p:nvPicPr>
            <p:cNvPr id="5" name="object 5"/>
            <p:cNvPicPr/>
            <p:nvPr/>
          </p:nvPicPr>
          <p:blipFill>
            <a:blip r:embed="rId3" cstate="print"/>
            <a:stretch>
              <a:fillRect/>
            </a:stretch>
          </p:blipFill>
          <p:spPr>
            <a:xfrm>
              <a:off x="328958" y="177798"/>
              <a:ext cx="5276061" cy="725095"/>
            </a:xfrm>
            <a:prstGeom prst="rect">
              <a:avLst/>
            </a:prstGeom>
          </p:spPr>
        </p:pic>
        <p:sp>
          <p:nvSpPr>
            <p:cNvPr id="6" name="object 6"/>
            <p:cNvSpPr/>
            <p:nvPr/>
          </p:nvSpPr>
          <p:spPr>
            <a:xfrm>
              <a:off x="367057" y="190497"/>
              <a:ext cx="5200015" cy="648970"/>
            </a:xfrm>
            <a:custGeom>
              <a:avLst/>
              <a:gdLst/>
              <a:ahLst/>
              <a:cxnLst/>
              <a:rect l="l" t="t" r="r" b="b"/>
              <a:pathLst>
                <a:path w="5200015" h="648969">
                  <a:moveTo>
                    <a:pt x="323787" y="648894"/>
                  </a:moveTo>
                  <a:lnTo>
                    <a:pt x="196920" y="497696"/>
                  </a:lnTo>
                  <a:lnTo>
                    <a:pt x="63553" y="497696"/>
                  </a:lnTo>
                  <a:lnTo>
                    <a:pt x="38795" y="492703"/>
                  </a:lnTo>
                  <a:lnTo>
                    <a:pt x="18596" y="479089"/>
                  </a:lnTo>
                  <a:lnTo>
                    <a:pt x="4987" y="458902"/>
                  </a:lnTo>
                  <a:lnTo>
                    <a:pt x="0" y="434188"/>
                  </a:lnTo>
                  <a:lnTo>
                    <a:pt x="0" y="63507"/>
                  </a:lnTo>
                  <a:lnTo>
                    <a:pt x="4987" y="38781"/>
                  </a:lnTo>
                  <a:lnTo>
                    <a:pt x="18596" y="18595"/>
                  </a:lnTo>
                  <a:lnTo>
                    <a:pt x="38795" y="4988"/>
                  </a:lnTo>
                  <a:lnTo>
                    <a:pt x="63553" y="0"/>
                  </a:lnTo>
                  <a:lnTo>
                    <a:pt x="5136307" y="0"/>
                  </a:lnTo>
                  <a:lnTo>
                    <a:pt x="5161065" y="4988"/>
                  </a:lnTo>
                  <a:lnTo>
                    <a:pt x="5181264" y="18595"/>
                  </a:lnTo>
                  <a:lnTo>
                    <a:pt x="5194873" y="38781"/>
                  </a:lnTo>
                  <a:lnTo>
                    <a:pt x="5199861" y="63507"/>
                  </a:lnTo>
                  <a:lnTo>
                    <a:pt x="5199861" y="434188"/>
                  </a:lnTo>
                  <a:lnTo>
                    <a:pt x="5194873" y="458902"/>
                  </a:lnTo>
                  <a:lnTo>
                    <a:pt x="5181264" y="479089"/>
                  </a:lnTo>
                  <a:lnTo>
                    <a:pt x="5161065" y="492703"/>
                  </a:lnTo>
                  <a:lnTo>
                    <a:pt x="5136307" y="497696"/>
                  </a:lnTo>
                  <a:lnTo>
                    <a:pt x="450413" y="497696"/>
                  </a:lnTo>
                  <a:lnTo>
                    <a:pt x="323787" y="648894"/>
                  </a:lnTo>
                  <a:close/>
                </a:path>
              </a:pathLst>
            </a:custGeom>
            <a:solidFill>
              <a:srgbClr val="D45557"/>
            </a:solidFill>
          </p:spPr>
          <p:txBody>
            <a:bodyPr wrap="square" lIns="0" tIns="0" rIns="0" bIns="0" rtlCol="0"/>
            <a:lstStyle/>
            <a:p>
              <a:endParaRPr/>
            </a:p>
          </p:txBody>
        </p:sp>
        <p:pic>
          <p:nvPicPr>
            <p:cNvPr id="7" name="object 7"/>
            <p:cNvPicPr/>
            <p:nvPr/>
          </p:nvPicPr>
          <p:blipFill>
            <a:blip r:embed="rId4" cstate="print"/>
            <a:stretch>
              <a:fillRect/>
            </a:stretch>
          </p:blipFill>
          <p:spPr>
            <a:xfrm>
              <a:off x="5332758" y="1104900"/>
              <a:ext cx="3848896" cy="713583"/>
            </a:xfrm>
            <a:prstGeom prst="rect">
              <a:avLst/>
            </a:prstGeom>
          </p:spPr>
        </p:pic>
        <p:sp>
          <p:nvSpPr>
            <p:cNvPr id="8" name="object 8"/>
            <p:cNvSpPr/>
            <p:nvPr/>
          </p:nvSpPr>
          <p:spPr>
            <a:xfrm>
              <a:off x="5370858" y="1117600"/>
              <a:ext cx="3773170" cy="637540"/>
            </a:xfrm>
            <a:custGeom>
              <a:avLst/>
              <a:gdLst/>
              <a:ahLst/>
              <a:cxnLst/>
              <a:rect l="l" t="t" r="r" b="b"/>
              <a:pathLst>
                <a:path w="3773170" h="637539">
                  <a:moveTo>
                    <a:pt x="3709118" y="637382"/>
                  </a:moveTo>
                  <a:lnTo>
                    <a:pt x="63576" y="637382"/>
                  </a:lnTo>
                  <a:lnTo>
                    <a:pt x="38832" y="632394"/>
                  </a:lnTo>
                  <a:lnTo>
                    <a:pt x="18623" y="618789"/>
                  </a:lnTo>
                  <a:lnTo>
                    <a:pt x="4996" y="598604"/>
                  </a:lnTo>
                  <a:lnTo>
                    <a:pt x="0" y="573880"/>
                  </a:lnTo>
                  <a:lnTo>
                    <a:pt x="0" y="203195"/>
                  </a:lnTo>
                  <a:lnTo>
                    <a:pt x="4996" y="178483"/>
                  </a:lnTo>
                  <a:lnTo>
                    <a:pt x="18623" y="158298"/>
                  </a:lnTo>
                  <a:lnTo>
                    <a:pt x="38832" y="144685"/>
                  </a:lnTo>
                  <a:lnTo>
                    <a:pt x="63576" y="139693"/>
                  </a:lnTo>
                  <a:lnTo>
                    <a:pt x="199288" y="139693"/>
                  </a:lnTo>
                  <a:lnTo>
                    <a:pt x="325918" y="0"/>
                  </a:lnTo>
                  <a:lnTo>
                    <a:pt x="452897" y="139693"/>
                  </a:lnTo>
                  <a:lnTo>
                    <a:pt x="3709118" y="139693"/>
                  </a:lnTo>
                  <a:lnTo>
                    <a:pt x="3733863" y="144685"/>
                  </a:lnTo>
                  <a:lnTo>
                    <a:pt x="3754072" y="158298"/>
                  </a:lnTo>
                  <a:lnTo>
                    <a:pt x="3767699" y="178483"/>
                  </a:lnTo>
                  <a:lnTo>
                    <a:pt x="3772695" y="203195"/>
                  </a:lnTo>
                  <a:lnTo>
                    <a:pt x="3772695" y="573880"/>
                  </a:lnTo>
                  <a:lnTo>
                    <a:pt x="3767699" y="598604"/>
                  </a:lnTo>
                  <a:lnTo>
                    <a:pt x="3754072" y="618789"/>
                  </a:lnTo>
                  <a:lnTo>
                    <a:pt x="3733863" y="632394"/>
                  </a:lnTo>
                  <a:lnTo>
                    <a:pt x="3709118" y="637382"/>
                  </a:lnTo>
                  <a:close/>
                </a:path>
              </a:pathLst>
            </a:custGeom>
            <a:solidFill>
              <a:srgbClr val="D45557"/>
            </a:solidFill>
          </p:spPr>
          <p:txBody>
            <a:bodyPr wrap="square" lIns="0" tIns="0" rIns="0" bIns="0" rtlCol="0"/>
            <a:lstStyle/>
            <a:p>
              <a:endParaRPr/>
            </a:p>
          </p:txBody>
        </p:sp>
        <p:pic>
          <p:nvPicPr>
            <p:cNvPr id="9" name="object 9"/>
            <p:cNvPicPr/>
            <p:nvPr/>
          </p:nvPicPr>
          <p:blipFill>
            <a:blip r:embed="rId5" cstate="print"/>
            <a:stretch>
              <a:fillRect/>
            </a:stretch>
          </p:blipFill>
          <p:spPr>
            <a:xfrm>
              <a:off x="1459257" y="2324100"/>
              <a:ext cx="6189271" cy="713583"/>
            </a:xfrm>
            <a:prstGeom prst="rect">
              <a:avLst/>
            </a:prstGeom>
          </p:spPr>
        </p:pic>
        <p:sp>
          <p:nvSpPr>
            <p:cNvPr id="10" name="object 10"/>
            <p:cNvSpPr/>
            <p:nvPr/>
          </p:nvSpPr>
          <p:spPr>
            <a:xfrm>
              <a:off x="1497356" y="2336799"/>
              <a:ext cx="6113145" cy="637540"/>
            </a:xfrm>
            <a:custGeom>
              <a:avLst/>
              <a:gdLst/>
              <a:ahLst/>
              <a:cxnLst/>
              <a:rect l="l" t="t" r="r" b="b"/>
              <a:pathLst>
                <a:path w="6113145" h="637539">
                  <a:moveTo>
                    <a:pt x="6049675" y="637382"/>
                  </a:moveTo>
                  <a:lnTo>
                    <a:pt x="63394" y="637382"/>
                  </a:lnTo>
                  <a:lnTo>
                    <a:pt x="38684" y="632394"/>
                  </a:lnTo>
                  <a:lnTo>
                    <a:pt x="18537" y="618789"/>
                  </a:lnTo>
                  <a:lnTo>
                    <a:pt x="4970" y="598604"/>
                  </a:lnTo>
                  <a:lnTo>
                    <a:pt x="0" y="573880"/>
                  </a:lnTo>
                  <a:lnTo>
                    <a:pt x="0" y="203195"/>
                  </a:lnTo>
                  <a:lnTo>
                    <a:pt x="4970" y="178483"/>
                  </a:lnTo>
                  <a:lnTo>
                    <a:pt x="18537" y="158298"/>
                  </a:lnTo>
                  <a:lnTo>
                    <a:pt x="38684" y="144685"/>
                  </a:lnTo>
                  <a:lnTo>
                    <a:pt x="63394" y="139693"/>
                  </a:lnTo>
                  <a:lnTo>
                    <a:pt x="199240" y="139693"/>
                  </a:lnTo>
                  <a:lnTo>
                    <a:pt x="325747" y="0"/>
                  </a:lnTo>
                  <a:lnTo>
                    <a:pt x="452820" y="139693"/>
                  </a:lnTo>
                  <a:lnTo>
                    <a:pt x="6049675" y="139693"/>
                  </a:lnTo>
                  <a:lnTo>
                    <a:pt x="6074386" y="144685"/>
                  </a:lnTo>
                  <a:lnTo>
                    <a:pt x="6094533" y="158298"/>
                  </a:lnTo>
                  <a:lnTo>
                    <a:pt x="6108100" y="178483"/>
                  </a:lnTo>
                  <a:lnTo>
                    <a:pt x="6113070" y="203195"/>
                  </a:lnTo>
                  <a:lnTo>
                    <a:pt x="6113070" y="573880"/>
                  </a:lnTo>
                  <a:lnTo>
                    <a:pt x="6108100" y="598604"/>
                  </a:lnTo>
                  <a:lnTo>
                    <a:pt x="6094533" y="618789"/>
                  </a:lnTo>
                  <a:lnTo>
                    <a:pt x="6074386" y="632394"/>
                  </a:lnTo>
                  <a:lnTo>
                    <a:pt x="6049675" y="637382"/>
                  </a:lnTo>
                  <a:close/>
                </a:path>
              </a:pathLst>
            </a:custGeom>
            <a:solidFill>
              <a:srgbClr val="D45557"/>
            </a:solidFill>
          </p:spPr>
          <p:txBody>
            <a:bodyPr wrap="square" lIns="0" tIns="0" rIns="0" bIns="0" rtlCol="0"/>
            <a:lstStyle/>
            <a:p>
              <a:endParaRPr/>
            </a:p>
          </p:txBody>
        </p:sp>
      </p:grpSp>
      <p:sp>
        <p:nvSpPr>
          <p:cNvPr id="11" name="object 11"/>
          <p:cNvSpPr txBox="1"/>
          <p:nvPr/>
        </p:nvSpPr>
        <p:spPr>
          <a:xfrm>
            <a:off x="630582" y="307173"/>
            <a:ext cx="8399780" cy="2531745"/>
          </a:xfrm>
          <a:prstGeom prst="rect">
            <a:avLst/>
          </a:prstGeom>
        </p:spPr>
        <p:txBody>
          <a:bodyPr vert="horz" wrap="square" lIns="0" tIns="12700" rIns="0" bIns="0" rtlCol="0">
            <a:spAutoFit/>
          </a:bodyPr>
          <a:lstStyle/>
          <a:p>
            <a:pPr marL="349885" indent="-337185">
              <a:lnSpc>
                <a:spcPct val="100000"/>
              </a:lnSpc>
              <a:spcBef>
                <a:spcPts val="100"/>
              </a:spcBef>
              <a:buAutoNum type="arabicPeriod" startAt="3"/>
              <a:tabLst>
                <a:tab pos="349885" algn="l"/>
              </a:tabLst>
            </a:pPr>
            <a:r>
              <a:rPr sz="2400" dirty="0">
                <a:solidFill>
                  <a:srgbClr val="FFFFFF"/>
                </a:solidFill>
                <a:latin typeface="Tahoma"/>
                <a:cs typeface="Tahoma"/>
              </a:rPr>
              <a:t>Create</a:t>
            </a:r>
            <a:r>
              <a:rPr sz="2400" spc="-45" dirty="0">
                <a:solidFill>
                  <a:srgbClr val="FFFFFF"/>
                </a:solidFill>
                <a:latin typeface="Tahoma"/>
                <a:cs typeface="Tahoma"/>
              </a:rPr>
              <a:t> </a:t>
            </a:r>
            <a:r>
              <a:rPr sz="2400" dirty="0">
                <a:solidFill>
                  <a:srgbClr val="FFFFFF"/>
                </a:solidFill>
                <a:latin typeface="Tahoma"/>
                <a:cs typeface="Tahoma"/>
              </a:rPr>
              <a:t>a</a:t>
            </a:r>
            <a:r>
              <a:rPr sz="2400" spc="-45" dirty="0">
                <a:solidFill>
                  <a:srgbClr val="FFFFFF"/>
                </a:solidFill>
                <a:latin typeface="Tahoma"/>
                <a:cs typeface="Tahoma"/>
              </a:rPr>
              <a:t> </a:t>
            </a:r>
            <a:r>
              <a:rPr sz="2400" dirty="0">
                <a:solidFill>
                  <a:srgbClr val="FFFFFF"/>
                </a:solidFill>
                <a:latin typeface="Tahoma"/>
                <a:cs typeface="Tahoma"/>
              </a:rPr>
              <a:t>folder</a:t>
            </a:r>
            <a:r>
              <a:rPr sz="2400" spc="-45" dirty="0">
                <a:solidFill>
                  <a:srgbClr val="FFFFFF"/>
                </a:solidFill>
                <a:latin typeface="Tahoma"/>
                <a:cs typeface="Tahoma"/>
              </a:rPr>
              <a:t> </a:t>
            </a:r>
            <a:r>
              <a:rPr sz="2400" dirty="0">
                <a:solidFill>
                  <a:srgbClr val="FFFFFF"/>
                </a:solidFill>
                <a:latin typeface="Tahoma"/>
                <a:cs typeface="Tahoma"/>
              </a:rPr>
              <a:t>to</a:t>
            </a:r>
            <a:r>
              <a:rPr sz="2400" spc="-45" dirty="0">
                <a:solidFill>
                  <a:srgbClr val="FFFFFF"/>
                </a:solidFill>
                <a:latin typeface="Tahoma"/>
                <a:cs typeface="Tahoma"/>
              </a:rPr>
              <a:t> </a:t>
            </a:r>
            <a:r>
              <a:rPr sz="2400" dirty="0">
                <a:solidFill>
                  <a:srgbClr val="FFFFFF"/>
                </a:solidFill>
                <a:latin typeface="Tahoma"/>
                <a:cs typeface="Tahoma"/>
              </a:rPr>
              <a:t>put</a:t>
            </a:r>
            <a:r>
              <a:rPr sz="2400" spc="-45" dirty="0">
                <a:solidFill>
                  <a:srgbClr val="FFFFFF"/>
                </a:solidFill>
                <a:latin typeface="Tahoma"/>
                <a:cs typeface="Tahoma"/>
              </a:rPr>
              <a:t> </a:t>
            </a:r>
            <a:r>
              <a:rPr sz="2400" dirty="0">
                <a:solidFill>
                  <a:srgbClr val="FFFFFF"/>
                </a:solidFill>
                <a:latin typeface="Tahoma"/>
                <a:cs typeface="Tahoma"/>
              </a:rPr>
              <a:t>your</a:t>
            </a:r>
            <a:r>
              <a:rPr sz="2400" spc="-45" dirty="0">
                <a:solidFill>
                  <a:srgbClr val="FFFFFF"/>
                </a:solidFill>
                <a:latin typeface="Tahoma"/>
                <a:cs typeface="Tahoma"/>
              </a:rPr>
              <a:t> </a:t>
            </a:r>
            <a:r>
              <a:rPr sz="2400" spc="-10" dirty="0">
                <a:solidFill>
                  <a:srgbClr val="FFFFFF"/>
                </a:solidFill>
                <a:latin typeface="Tahoma"/>
                <a:cs typeface="Tahoma"/>
              </a:rPr>
              <a:t>repos</a:t>
            </a:r>
            <a:endParaRPr sz="2400">
              <a:latin typeface="Tahoma"/>
              <a:cs typeface="Tahoma"/>
            </a:endParaRPr>
          </a:p>
          <a:p>
            <a:pPr>
              <a:lnSpc>
                <a:spcPct val="100000"/>
              </a:lnSpc>
              <a:spcBef>
                <a:spcPts val="1475"/>
              </a:spcBef>
              <a:buClr>
                <a:srgbClr val="FFFFFF"/>
              </a:buClr>
              <a:buFont typeface="Tahoma"/>
              <a:buAutoNum type="arabicPeriod" startAt="3"/>
            </a:pPr>
            <a:endParaRPr sz="2400">
              <a:latin typeface="Tahoma"/>
              <a:cs typeface="Tahoma"/>
            </a:endParaRPr>
          </a:p>
          <a:p>
            <a:pPr marL="5353685" indent="-337185">
              <a:lnSpc>
                <a:spcPct val="100000"/>
              </a:lnSpc>
              <a:buAutoNum type="arabicPeriod" startAt="3"/>
              <a:tabLst>
                <a:tab pos="5353685" algn="l"/>
              </a:tabLst>
            </a:pPr>
            <a:r>
              <a:rPr sz="2400" spc="-25" dirty="0">
                <a:solidFill>
                  <a:srgbClr val="FFFFFF"/>
                </a:solidFill>
                <a:latin typeface="Tahoma"/>
                <a:cs typeface="Tahoma"/>
              </a:rPr>
              <a:t>Type</a:t>
            </a:r>
            <a:r>
              <a:rPr sz="2400" spc="-40" dirty="0">
                <a:solidFill>
                  <a:srgbClr val="FFFFFF"/>
                </a:solidFill>
                <a:latin typeface="Tahoma"/>
                <a:cs typeface="Tahoma"/>
              </a:rPr>
              <a:t> </a:t>
            </a:r>
            <a:r>
              <a:rPr sz="2400" dirty="0">
                <a:solidFill>
                  <a:srgbClr val="FFFFFF"/>
                </a:solidFill>
                <a:latin typeface="Tahoma"/>
                <a:cs typeface="Tahoma"/>
              </a:rPr>
              <a:t>"git</a:t>
            </a:r>
            <a:r>
              <a:rPr sz="2400" spc="-40" dirty="0">
                <a:solidFill>
                  <a:srgbClr val="FFFFFF"/>
                </a:solidFill>
                <a:latin typeface="Tahoma"/>
                <a:cs typeface="Tahoma"/>
              </a:rPr>
              <a:t> </a:t>
            </a:r>
            <a:r>
              <a:rPr sz="2400" dirty="0">
                <a:solidFill>
                  <a:srgbClr val="FFFFFF"/>
                </a:solidFill>
                <a:latin typeface="Tahoma"/>
                <a:cs typeface="Tahoma"/>
              </a:rPr>
              <a:t>clone</a:t>
            </a:r>
            <a:r>
              <a:rPr sz="2400" spc="-40" dirty="0">
                <a:solidFill>
                  <a:srgbClr val="FFFFFF"/>
                </a:solidFill>
                <a:latin typeface="Tahoma"/>
                <a:cs typeface="Tahoma"/>
              </a:rPr>
              <a:t> </a:t>
            </a:r>
            <a:r>
              <a:rPr sz="2400" spc="-10" dirty="0">
                <a:solidFill>
                  <a:srgbClr val="FFFFFF"/>
                </a:solidFill>
                <a:latin typeface="Tahoma"/>
                <a:cs typeface="Tahoma"/>
              </a:rPr>
              <a:t>{URL}"</a:t>
            </a:r>
            <a:endParaRPr sz="2400">
              <a:latin typeface="Tahoma"/>
              <a:cs typeface="Tahoma"/>
            </a:endParaRPr>
          </a:p>
          <a:p>
            <a:pPr>
              <a:lnSpc>
                <a:spcPct val="100000"/>
              </a:lnSpc>
              <a:buClr>
                <a:srgbClr val="FFFFFF"/>
              </a:buClr>
              <a:buFont typeface="Tahoma"/>
              <a:buAutoNum type="arabicPeriod" startAt="3"/>
            </a:pPr>
            <a:endParaRPr sz="2400">
              <a:latin typeface="Tahoma"/>
              <a:cs typeface="Tahoma"/>
            </a:endParaRPr>
          </a:p>
          <a:p>
            <a:pPr>
              <a:lnSpc>
                <a:spcPct val="100000"/>
              </a:lnSpc>
              <a:spcBef>
                <a:spcPts val="925"/>
              </a:spcBef>
              <a:buClr>
                <a:srgbClr val="FFFFFF"/>
              </a:buClr>
              <a:buFont typeface="Tahoma"/>
              <a:buAutoNum type="arabicPeriod" startAt="3"/>
            </a:pPr>
            <a:endParaRPr sz="2400">
              <a:latin typeface="Tahoma"/>
              <a:cs typeface="Tahoma"/>
            </a:endParaRPr>
          </a:p>
          <a:p>
            <a:pPr marL="1480185" indent="-337185">
              <a:lnSpc>
                <a:spcPct val="100000"/>
              </a:lnSpc>
              <a:spcBef>
                <a:spcPts val="5"/>
              </a:spcBef>
              <a:buAutoNum type="arabicPeriod" startAt="3"/>
              <a:tabLst>
                <a:tab pos="1480185" algn="l"/>
              </a:tabLst>
            </a:pPr>
            <a:r>
              <a:rPr sz="2400" dirty="0">
                <a:solidFill>
                  <a:srgbClr val="FFFFFF"/>
                </a:solidFill>
                <a:latin typeface="Tahoma"/>
                <a:cs typeface="Tahoma"/>
              </a:rPr>
              <a:t>The</a:t>
            </a:r>
            <a:r>
              <a:rPr sz="2400" spc="-30" dirty="0">
                <a:solidFill>
                  <a:srgbClr val="FFFFFF"/>
                </a:solidFill>
                <a:latin typeface="Tahoma"/>
                <a:cs typeface="Tahoma"/>
              </a:rPr>
              <a:t> </a:t>
            </a:r>
            <a:r>
              <a:rPr sz="2400" dirty="0">
                <a:solidFill>
                  <a:srgbClr val="FFFFFF"/>
                </a:solidFill>
                <a:latin typeface="Tahoma"/>
                <a:cs typeface="Tahoma"/>
              </a:rPr>
              <a:t>repo</a:t>
            </a:r>
            <a:r>
              <a:rPr sz="2400" spc="-25" dirty="0">
                <a:solidFill>
                  <a:srgbClr val="FFFFFF"/>
                </a:solidFill>
                <a:latin typeface="Tahoma"/>
                <a:cs typeface="Tahoma"/>
              </a:rPr>
              <a:t> </a:t>
            </a:r>
            <a:r>
              <a:rPr sz="2400" dirty="0">
                <a:solidFill>
                  <a:srgbClr val="FFFFFF"/>
                </a:solidFill>
                <a:latin typeface="Tahoma"/>
                <a:cs typeface="Tahoma"/>
              </a:rPr>
              <a:t>has</a:t>
            </a:r>
            <a:r>
              <a:rPr sz="2400" spc="-25" dirty="0">
                <a:solidFill>
                  <a:srgbClr val="FFFFFF"/>
                </a:solidFill>
                <a:latin typeface="Tahoma"/>
                <a:cs typeface="Tahoma"/>
              </a:rPr>
              <a:t> </a:t>
            </a:r>
            <a:r>
              <a:rPr sz="2400" dirty="0">
                <a:solidFill>
                  <a:srgbClr val="FFFFFF"/>
                </a:solidFill>
                <a:latin typeface="Tahoma"/>
                <a:cs typeface="Tahoma"/>
              </a:rPr>
              <a:t>been</a:t>
            </a:r>
            <a:r>
              <a:rPr sz="2400" spc="-30" dirty="0">
                <a:solidFill>
                  <a:srgbClr val="FFFFFF"/>
                </a:solidFill>
                <a:latin typeface="Tahoma"/>
                <a:cs typeface="Tahoma"/>
              </a:rPr>
              <a:t> </a:t>
            </a:r>
            <a:r>
              <a:rPr sz="2400" spc="50" dirty="0">
                <a:solidFill>
                  <a:srgbClr val="FFFFFF"/>
                </a:solidFill>
                <a:latin typeface="Tahoma"/>
                <a:cs typeface="Tahoma"/>
              </a:rPr>
              <a:t>successfully</a:t>
            </a:r>
            <a:r>
              <a:rPr sz="2400" spc="-25" dirty="0">
                <a:solidFill>
                  <a:srgbClr val="FFFFFF"/>
                </a:solidFill>
                <a:latin typeface="Tahoma"/>
                <a:cs typeface="Tahoma"/>
              </a:rPr>
              <a:t> </a:t>
            </a:r>
            <a:r>
              <a:rPr sz="2400" spc="40" dirty="0">
                <a:solidFill>
                  <a:srgbClr val="FFFFFF"/>
                </a:solidFill>
                <a:latin typeface="Tahoma"/>
                <a:cs typeface="Tahoma"/>
              </a:rPr>
              <a:t>cloned</a:t>
            </a:r>
            <a:endParaRPr sz="2400">
              <a:latin typeface="Tahoma"/>
              <a:cs typeface="Tahoma"/>
            </a:endParaRPr>
          </a:p>
        </p:txBody>
      </p:sp>
      <p:sp>
        <p:nvSpPr>
          <p:cNvPr id="12" name="object 12"/>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86</a:t>
            </a:fld>
            <a:endParaRPr spc="-25"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87</a:t>
            </a:fld>
            <a:endParaRPr spc="-25" dirty="0"/>
          </a:p>
        </p:txBody>
      </p:sp>
      <p:sp>
        <p:nvSpPr>
          <p:cNvPr id="2" name="object 2"/>
          <p:cNvSpPr txBox="1">
            <a:spLocks noGrp="1"/>
          </p:cNvSpPr>
          <p:nvPr>
            <p:ph type="title"/>
          </p:nvPr>
        </p:nvSpPr>
        <p:spPr>
          <a:xfrm>
            <a:off x="4367371" y="861059"/>
            <a:ext cx="4265930" cy="1244600"/>
          </a:xfrm>
          <a:prstGeom prst="rect">
            <a:avLst/>
          </a:prstGeom>
        </p:spPr>
        <p:txBody>
          <a:bodyPr vert="horz" wrap="square" lIns="0" tIns="12700" rIns="0" bIns="0" rtlCol="0">
            <a:spAutoFit/>
          </a:bodyPr>
          <a:lstStyle/>
          <a:p>
            <a:pPr marL="12700">
              <a:lnSpc>
                <a:spcPct val="100000"/>
              </a:lnSpc>
              <a:spcBef>
                <a:spcPts val="100"/>
              </a:spcBef>
            </a:pPr>
            <a:r>
              <a:rPr spc="-10" dirty="0"/>
              <a:t>Workflow</a:t>
            </a:r>
          </a:p>
        </p:txBody>
      </p:sp>
      <p:sp>
        <p:nvSpPr>
          <p:cNvPr id="3" name="object 3"/>
          <p:cNvSpPr txBox="1"/>
          <p:nvPr/>
        </p:nvSpPr>
        <p:spPr>
          <a:xfrm>
            <a:off x="987425" y="2588336"/>
            <a:ext cx="10121265" cy="6035040"/>
          </a:xfrm>
          <a:prstGeom prst="rect">
            <a:avLst/>
          </a:prstGeom>
        </p:spPr>
        <p:txBody>
          <a:bodyPr vert="horz" wrap="square" lIns="0" tIns="12700" rIns="0" bIns="0" rtlCol="0">
            <a:spAutoFit/>
          </a:bodyPr>
          <a:lstStyle/>
          <a:p>
            <a:pPr marL="372110" indent="-359410">
              <a:lnSpc>
                <a:spcPct val="100000"/>
              </a:lnSpc>
              <a:spcBef>
                <a:spcPts val="100"/>
              </a:spcBef>
              <a:buSzPct val="74137"/>
              <a:buChar char="•"/>
              <a:tabLst>
                <a:tab pos="372110" algn="l"/>
              </a:tabLst>
            </a:pPr>
            <a:r>
              <a:rPr sz="2900" dirty="0">
                <a:latin typeface="Tahoma"/>
                <a:cs typeface="Tahoma"/>
              </a:rPr>
              <a:t>For</a:t>
            </a:r>
            <a:r>
              <a:rPr sz="2900" spc="-90" dirty="0">
                <a:latin typeface="Tahoma"/>
                <a:cs typeface="Tahoma"/>
              </a:rPr>
              <a:t> </a:t>
            </a:r>
            <a:r>
              <a:rPr sz="2900" spc="55" dirty="0">
                <a:latin typeface="Tahoma"/>
                <a:cs typeface="Tahoma"/>
              </a:rPr>
              <a:t>each</a:t>
            </a:r>
            <a:r>
              <a:rPr sz="2900" spc="-90" dirty="0">
                <a:latin typeface="Tahoma"/>
                <a:cs typeface="Tahoma"/>
              </a:rPr>
              <a:t> </a:t>
            </a:r>
            <a:r>
              <a:rPr sz="2900" dirty="0">
                <a:latin typeface="Tahoma"/>
                <a:cs typeface="Tahoma"/>
              </a:rPr>
              <a:t>lab,</a:t>
            </a:r>
            <a:r>
              <a:rPr sz="2900" spc="-95" dirty="0">
                <a:latin typeface="Tahoma"/>
                <a:cs typeface="Tahoma"/>
              </a:rPr>
              <a:t> </a:t>
            </a:r>
            <a:r>
              <a:rPr sz="2900" dirty="0">
                <a:latin typeface="Tahoma"/>
                <a:cs typeface="Tahoma"/>
              </a:rPr>
              <a:t>you</a:t>
            </a:r>
            <a:r>
              <a:rPr sz="2900" spc="-90" dirty="0">
                <a:latin typeface="Tahoma"/>
                <a:cs typeface="Tahoma"/>
              </a:rPr>
              <a:t> </a:t>
            </a:r>
            <a:r>
              <a:rPr sz="2900" spc="50" dirty="0">
                <a:latin typeface="Tahoma"/>
                <a:cs typeface="Tahoma"/>
              </a:rPr>
              <a:t>should</a:t>
            </a:r>
            <a:r>
              <a:rPr sz="2900" spc="-95" dirty="0">
                <a:latin typeface="Tahoma"/>
                <a:cs typeface="Tahoma"/>
              </a:rPr>
              <a:t> </a:t>
            </a:r>
            <a:r>
              <a:rPr sz="2900" dirty="0">
                <a:latin typeface="Tahoma"/>
                <a:cs typeface="Tahoma"/>
              </a:rPr>
              <a:t>follow</a:t>
            </a:r>
            <a:r>
              <a:rPr sz="2900" spc="-95" dirty="0">
                <a:latin typeface="Tahoma"/>
                <a:cs typeface="Tahoma"/>
              </a:rPr>
              <a:t> </a:t>
            </a:r>
            <a:r>
              <a:rPr sz="2900" dirty="0">
                <a:latin typeface="Tahoma"/>
                <a:cs typeface="Tahoma"/>
              </a:rPr>
              <a:t>the</a:t>
            </a:r>
            <a:r>
              <a:rPr sz="2900" spc="-90" dirty="0">
                <a:latin typeface="Tahoma"/>
                <a:cs typeface="Tahoma"/>
              </a:rPr>
              <a:t> </a:t>
            </a:r>
            <a:r>
              <a:rPr sz="2900" dirty="0">
                <a:latin typeface="Tahoma"/>
                <a:cs typeface="Tahoma"/>
              </a:rPr>
              <a:t>workflow</a:t>
            </a:r>
            <a:r>
              <a:rPr sz="2900" spc="-95" dirty="0">
                <a:latin typeface="Tahoma"/>
                <a:cs typeface="Tahoma"/>
              </a:rPr>
              <a:t> </a:t>
            </a:r>
            <a:r>
              <a:rPr sz="2900" spc="-10" dirty="0">
                <a:latin typeface="Tahoma"/>
                <a:cs typeface="Tahoma"/>
              </a:rPr>
              <a:t>below</a:t>
            </a:r>
            <a:endParaRPr sz="2900">
              <a:latin typeface="Tahoma"/>
              <a:cs typeface="Tahoma"/>
            </a:endParaRPr>
          </a:p>
          <a:p>
            <a:pPr marL="1040765" lvl="1" indent="-636905">
              <a:lnSpc>
                <a:spcPct val="100000"/>
              </a:lnSpc>
              <a:spcBef>
                <a:spcPts val="3050"/>
              </a:spcBef>
              <a:buAutoNum type="arabicPeriod"/>
              <a:tabLst>
                <a:tab pos="1040765" algn="l"/>
              </a:tabLst>
            </a:pPr>
            <a:r>
              <a:rPr sz="2900" dirty="0">
                <a:solidFill>
                  <a:srgbClr val="BDC3C7"/>
                </a:solidFill>
                <a:latin typeface="Tahoma"/>
                <a:cs typeface="Tahoma"/>
              </a:rPr>
              <a:t>Fork</a:t>
            </a:r>
            <a:r>
              <a:rPr sz="2900" spc="-80" dirty="0">
                <a:solidFill>
                  <a:srgbClr val="BDC3C7"/>
                </a:solidFill>
                <a:latin typeface="Tahoma"/>
                <a:cs typeface="Tahoma"/>
              </a:rPr>
              <a:t> </a:t>
            </a:r>
            <a:r>
              <a:rPr sz="2900" dirty="0">
                <a:solidFill>
                  <a:srgbClr val="BDC3C7"/>
                </a:solidFill>
                <a:latin typeface="Tahoma"/>
                <a:cs typeface="Tahoma"/>
              </a:rPr>
              <a:t>our</a:t>
            </a:r>
            <a:r>
              <a:rPr sz="2900" spc="-80" dirty="0">
                <a:solidFill>
                  <a:srgbClr val="BDC3C7"/>
                </a:solidFill>
                <a:latin typeface="Tahoma"/>
                <a:cs typeface="Tahoma"/>
              </a:rPr>
              <a:t> </a:t>
            </a:r>
            <a:r>
              <a:rPr sz="2900" dirty="0">
                <a:solidFill>
                  <a:srgbClr val="BDC3C7"/>
                </a:solidFill>
                <a:latin typeface="Tahoma"/>
                <a:cs typeface="Tahoma"/>
              </a:rPr>
              <a:t>template</a:t>
            </a:r>
            <a:r>
              <a:rPr sz="2900" spc="-75" dirty="0">
                <a:solidFill>
                  <a:srgbClr val="BDC3C7"/>
                </a:solidFill>
                <a:latin typeface="Tahoma"/>
                <a:cs typeface="Tahoma"/>
              </a:rPr>
              <a:t> </a:t>
            </a:r>
            <a:r>
              <a:rPr sz="2900" dirty="0">
                <a:solidFill>
                  <a:srgbClr val="BDC3C7"/>
                </a:solidFill>
                <a:latin typeface="Tahoma"/>
                <a:cs typeface="Tahoma"/>
              </a:rPr>
              <a:t>repository</a:t>
            </a:r>
            <a:r>
              <a:rPr sz="2900" spc="-80" dirty="0">
                <a:solidFill>
                  <a:srgbClr val="BDC3C7"/>
                </a:solidFill>
                <a:latin typeface="Tahoma"/>
                <a:cs typeface="Tahoma"/>
              </a:rPr>
              <a:t> </a:t>
            </a:r>
            <a:r>
              <a:rPr sz="2900" dirty="0">
                <a:solidFill>
                  <a:srgbClr val="BDC3C7"/>
                </a:solidFill>
                <a:latin typeface="Tahoma"/>
                <a:cs typeface="Tahoma"/>
              </a:rPr>
              <a:t>on</a:t>
            </a:r>
            <a:r>
              <a:rPr sz="2900" spc="-80" dirty="0">
                <a:solidFill>
                  <a:srgbClr val="BDC3C7"/>
                </a:solidFill>
                <a:latin typeface="Tahoma"/>
                <a:cs typeface="Tahoma"/>
              </a:rPr>
              <a:t> </a:t>
            </a:r>
            <a:r>
              <a:rPr sz="2900" spc="-10" dirty="0">
                <a:solidFill>
                  <a:srgbClr val="BDC3C7"/>
                </a:solidFill>
                <a:latin typeface="Tahoma"/>
                <a:cs typeface="Tahoma"/>
              </a:rPr>
              <a:t>Gitlab</a:t>
            </a:r>
            <a:endParaRPr sz="2900">
              <a:latin typeface="Tahoma"/>
              <a:cs typeface="Tahoma"/>
            </a:endParaRPr>
          </a:p>
          <a:p>
            <a:pPr marL="1040765" lvl="1" indent="-636905">
              <a:lnSpc>
                <a:spcPct val="100000"/>
              </a:lnSpc>
              <a:spcBef>
                <a:spcPts val="2955"/>
              </a:spcBef>
              <a:buAutoNum type="arabicPeriod"/>
              <a:tabLst>
                <a:tab pos="1040765" algn="l"/>
              </a:tabLst>
            </a:pPr>
            <a:r>
              <a:rPr sz="2900" spc="80" dirty="0">
                <a:solidFill>
                  <a:srgbClr val="BDC3C7"/>
                </a:solidFill>
                <a:latin typeface="Tahoma"/>
                <a:cs typeface="Tahoma"/>
              </a:rPr>
              <a:t>Clone</a:t>
            </a:r>
            <a:r>
              <a:rPr sz="2900" spc="-95" dirty="0">
                <a:solidFill>
                  <a:srgbClr val="BDC3C7"/>
                </a:solidFill>
                <a:latin typeface="Tahoma"/>
                <a:cs typeface="Tahoma"/>
              </a:rPr>
              <a:t> </a:t>
            </a:r>
            <a:r>
              <a:rPr sz="2900" dirty="0">
                <a:solidFill>
                  <a:srgbClr val="BDC3C7"/>
                </a:solidFill>
                <a:latin typeface="Tahoma"/>
                <a:cs typeface="Tahoma"/>
              </a:rPr>
              <a:t>the</a:t>
            </a:r>
            <a:r>
              <a:rPr sz="2900" spc="-90" dirty="0">
                <a:solidFill>
                  <a:srgbClr val="BDC3C7"/>
                </a:solidFill>
                <a:latin typeface="Tahoma"/>
                <a:cs typeface="Tahoma"/>
              </a:rPr>
              <a:t> </a:t>
            </a:r>
            <a:r>
              <a:rPr sz="3600" b="1" spc="-135" dirty="0">
                <a:latin typeface="Tahoma"/>
                <a:cs typeface="Tahoma"/>
              </a:rPr>
              <a:t>forked</a:t>
            </a:r>
            <a:r>
              <a:rPr sz="3600" b="1" spc="-235" dirty="0">
                <a:latin typeface="Tahoma"/>
                <a:cs typeface="Tahoma"/>
              </a:rPr>
              <a:t> </a:t>
            </a:r>
            <a:r>
              <a:rPr sz="2900" dirty="0">
                <a:solidFill>
                  <a:srgbClr val="BDC3C7"/>
                </a:solidFill>
                <a:latin typeface="Tahoma"/>
                <a:cs typeface="Tahoma"/>
              </a:rPr>
              <a:t>repository</a:t>
            </a:r>
            <a:r>
              <a:rPr sz="2900" spc="-95" dirty="0">
                <a:solidFill>
                  <a:srgbClr val="BDC3C7"/>
                </a:solidFill>
                <a:latin typeface="Tahoma"/>
                <a:cs typeface="Tahoma"/>
              </a:rPr>
              <a:t> </a:t>
            </a:r>
            <a:r>
              <a:rPr sz="2900" dirty="0">
                <a:solidFill>
                  <a:srgbClr val="BDC3C7"/>
                </a:solidFill>
                <a:latin typeface="Tahoma"/>
                <a:cs typeface="Tahoma"/>
              </a:rPr>
              <a:t>to</a:t>
            </a:r>
            <a:r>
              <a:rPr sz="2900" spc="-90" dirty="0">
                <a:solidFill>
                  <a:srgbClr val="BDC3C7"/>
                </a:solidFill>
                <a:latin typeface="Tahoma"/>
                <a:cs typeface="Tahoma"/>
              </a:rPr>
              <a:t> </a:t>
            </a:r>
            <a:r>
              <a:rPr sz="2900" dirty="0">
                <a:solidFill>
                  <a:srgbClr val="BDC3C7"/>
                </a:solidFill>
                <a:latin typeface="Tahoma"/>
                <a:cs typeface="Tahoma"/>
              </a:rPr>
              <a:t>your</a:t>
            </a:r>
            <a:r>
              <a:rPr sz="2900" spc="-95" dirty="0">
                <a:solidFill>
                  <a:srgbClr val="BDC3C7"/>
                </a:solidFill>
                <a:latin typeface="Tahoma"/>
                <a:cs typeface="Tahoma"/>
              </a:rPr>
              <a:t> </a:t>
            </a:r>
            <a:r>
              <a:rPr sz="2900" spc="-10" dirty="0">
                <a:solidFill>
                  <a:srgbClr val="BDC3C7"/>
                </a:solidFill>
                <a:latin typeface="Tahoma"/>
                <a:cs typeface="Tahoma"/>
              </a:rPr>
              <a:t>computer</a:t>
            </a:r>
            <a:endParaRPr sz="2900">
              <a:latin typeface="Tahoma"/>
              <a:cs typeface="Tahoma"/>
            </a:endParaRPr>
          </a:p>
          <a:p>
            <a:pPr marL="1040765" lvl="1" indent="-636905">
              <a:lnSpc>
                <a:spcPct val="100000"/>
              </a:lnSpc>
              <a:spcBef>
                <a:spcPts val="3065"/>
              </a:spcBef>
              <a:buAutoNum type="arabicPeriod"/>
              <a:tabLst>
                <a:tab pos="1040765" algn="l"/>
              </a:tabLst>
            </a:pPr>
            <a:r>
              <a:rPr sz="2900" dirty="0">
                <a:solidFill>
                  <a:srgbClr val="BDC3C7"/>
                </a:solidFill>
                <a:latin typeface="Tahoma"/>
                <a:cs typeface="Tahoma"/>
              </a:rPr>
              <a:t>Finish</a:t>
            </a:r>
            <a:r>
              <a:rPr sz="2900" spc="-10" dirty="0">
                <a:solidFill>
                  <a:srgbClr val="BDC3C7"/>
                </a:solidFill>
                <a:latin typeface="Tahoma"/>
                <a:cs typeface="Tahoma"/>
              </a:rPr>
              <a:t> </a:t>
            </a:r>
            <a:r>
              <a:rPr sz="2900" dirty="0">
                <a:solidFill>
                  <a:srgbClr val="BDC3C7"/>
                </a:solidFill>
                <a:latin typeface="Tahoma"/>
                <a:cs typeface="Tahoma"/>
              </a:rPr>
              <a:t>your</a:t>
            </a:r>
            <a:r>
              <a:rPr sz="2900" spc="-5" dirty="0">
                <a:solidFill>
                  <a:srgbClr val="BDC3C7"/>
                </a:solidFill>
                <a:latin typeface="Tahoma"/>
                <a:cs typeface="Tahoma"/>
              </a:rPr>
              <a:t> </a:t>
            </a:r>
            <a:r>
              <a:rPr sz="2900" spc="-25" dirty="0">
                <a:solidFill>
                  <a:srgbClr val="BDC3C7"/>
                </a:solidFill>
                <a:latin typeface="Tahoma"/>
                <a:cs typeface="Tahoma"/>
              </a:rPr>
              <a:t>lab</a:t>
            </a:r>
            <a:endParaRPr sz="2900">
              <a:latin typeface="Tahoma"/>
              <a:cs typeface="Tahoma"/>
            </a:endParaRPr>
          </a:p>
          <a:p>
            <a:pPr marL="1040765" lvl="1" indent="-636905">
              <a:lnSpc>
                <a:spcPct val="100000"/>
              </a:lnSpc>
              <a:spcBef>
                <a:spcPts val="3050"/>
              </a:spcBef>
              <a:buAutoNum type="arabicPeriod"/>
              <a:tabLst>
                <a:tab pos="1040765" algn="l"/>
              </a:tabLst>
            </a:pPr>
            <a:r>
              <a:rPr sz="2900" spc="60" dirty="0">
                <a:solidFill>
                  <a:srgbClr val="262626"/>
                </a:solidFill>
                <a:latin typeface="Tahoma"/>
                <a:cs typeface="Tahoma"/>
              </a:rPr>
              <a:t>Commit</a:t>
            </a:r>
            <a:r>
              <a:rPr sz="2900" spc="-120" dirty="0">
                <a:solidFill>
                  <a:srgbClr val="262626"/>
                </a:solidFill>
                <a:latin typeface="Tahoma"/>
                <a:cs typeface="Tahoma"/>
              </a:rPr>
              <a:t> </a:t>
            </a:r>
            <a:r>
              <a:rPr sz="2900" dirty="0">
                <a:solidFill>
                  <a:srgbClr val="262626"/>
                </a:solidFill>
                <a:latin typeface="Tahoma"/>
                <a:cs typeface="Tahoma"/>
              </a:rPr>
              <a:t>in</a:t>
            </a:r>
            <a:r>
              <a:rPr sz="2900" spc="-110" dirty="0">
                <a:solidFill>
                  <a:srgbClr val="262626"/>
                </a:solidFill>
                <a:latin typeface="Tahoma"/>
                <a:cs typeface="Tahoma"/>
              </a:rPr>
              <a:t> </a:t>
            </a:r>
            <a:r>
              <a:rPr sz="2900" dirty="0">
                <a:solidFill>
                  <a:srgbClr val="262626"/>
                </a:solidFill>
                <a:latin typeface="Tahoma"/>
                <a:cs typeface="Tahoma"/>
              </a:rPr>
              <a:t>your</a:t>
            </a:r>
            <a:r>
              <a:rPr sz="2900" spc="-110" dirty="0">
                <a:solidFill>
                  <a:srgbClr val="262626"/>
                </a:solidFill>
                <a:latin typeface="Tahoma"/>
                <a:cs typeface="Tahoma"/>
              </a:rPr>
              <a:t> </a:t>
            </a:r>
            <a:r>
              <a:rPr sz="2900" spc="-10" dirty="0">
                <a:solidFill>
                  <a:srgbClr val="262626"/>
                </a:solidFill>
                <a:latin typeface="Tahoma"/>
                <a:cs typeface="Tahoma"/>
              </a:rPr>
              <a:t>computer</a:t>
            </a:r>
            <a:endParaRPr sz="2900">
              <a:latin typeface="Tahoma"/>
              <a:cs typeface="Tahoma"/>
            </a:endParaRPr>
          </a:p>
          <a:p>
            <a:pPr marL="1040765" lvl="1" indent="-636905">
              <a:lnSpc>
                <a:spcPct val="100000"/>
              </a:lnSpc>
              <a:spcBef>
                <a:spcPts val="3055"/>
              </a:spcBef>
              <a:buAutoNum type="arabicPeriod"/>
              <a:tabLst>
                <a:tab pos="1040765" algn="l"/>
              </a:tabLst>
            </a:pPr>
            <a:r>
              <a:rPr sz="2900" spc="80" dirty="0">
                <a:solidFill>
                  <a:srgbClr val="BDC3C7"/>
                </a:solidFill>
                <a:latin typeface="Tahoma"/>
                <a:cs typeface="Tahoma"/>
              </a:rPr>
              <a:t>Push</a:t>
            </a:r>
            <a:r>
              <a:rPr sz="2900" spc="-114" dirty="0">
                <a:solidFill>
                  <a:srgbClr val="BDC3C7"/>
                </a:solidFill>
                <a:latin typeface="Tahoma"/>
                <a:cs typeface="Tahoma"/>
              </a:rPr>
              <a:t> </a:t>
            </a:r>
            <a:r>
              <a:rPr sz="2900" dirty="0">
                <a:solidFill>
                  <a:srgbClr val="BDC3C7"/>
                </a:solidFill>
                <a:latin typeface="Tahoma"/>
                <a:cs typeface="Tahoma"/>
              </a:rPr>
              <a:t>to</a:t>
            </a:r>
            <a:r>
              <a:rPr sz="2900" spc="-114" dirty="0">
                <a:solidFill>
                  <a:srgbClr val="BDC3C7"/>
                </a:solidFill>
                <a:latin typeface="Tahoma"/>
                <a:cs typeface="Tahoma"/>
              </a:rPr>
              <a:t> </a:t>
            </a:r>
            <a:r>
              <a:rPr sz="2900" spc="-10" dirty="0">
                <a:solidFill>
                  <a:srgbClr val="BDC3C7"/>
                </a:solidFill>
                <a:latin typeface="Tahoma"/>
                <a:cs typeface="Tahoma"/>
              </a:rPr>
              <a:t>Gitlab</a:t>
            </a:r>
            <a:endParaRPr sz="2900">
              <a:latin typeface="Tahoma"/>
              <a:cs typeface="Tahoma"/>
            </a:endParaRPr>
          </a:p>
          <a:p>
            <a:pPr marL="1041400" marR="5080" lvl="1" indent="-637540">
              <a:lnSpc>
                <a:spcPct val="90700"/>
              </a:lnSpc>
              <a:spcBef>
                <a:spcPts val="3359"/>
              </a:spcBef>
              <a:buAutoNum type="arabicPeriod"/>
              <a:tabLst>
                <a:tab pos="1041400" algn="l"/>
              </a:tabLst>
            </a:pPr>
            <a:r>
              <a:rPr sz="2900" spc="90" dirty="0">
                <a:solidFill>
                  <a:srgbClr val="BDC3C7"/>
                </a:solidFill>
                <a:latin typeface="Tahoma"/>
                <a:cs typeface="Tahoma"/>
              </a:rPr>
              <a:t>Send</a:t>
            </a:r>
            <a:r>
              <a:rPr sz="2900" spc="-110" dirty="0">
                <a:solidFill>
                  <a:srgbClr val="BDC3C7"/>
                </a:solidFill>
                <a:latin typeface="Tahoma"/>
                <a:cs typeface="Tahoma"/>
              </a:rPr>
              <a:t> </a:t>
            </a:r>
            <a:r>
              <a:rPr sz="2900" dirty="0">
                <a:solidFill>
                  <a:srgbClr val="BDC3C7"/>
                </a:solidFill>
                <a:latin typeface="Tahoma"/>
                <a:cs typeface="Tahoma"/>
              </a:rPr>
              <a:t>merge</a:t>
            </a:r>
            <a:r>
              <a:rPr sz="2900" spc="-105" dirty="0">
                <a:solidFill>
                  <a:srgbClr val="BDC3C7"/>
                </a:solidFill>
                <a:latin typeface="Tahoma"/>
                <a:cs typeface="Tahoma"/>
              </a:rPr>
              <a:t> </a:t>
            </a:r>
            <a:r>
              <a:rPr sz="2900" dirty="0">
                <a:solidFill>
                  <a:srgbClr val="BDC3C7"/>
                </a:solidFill>
                <a:latin typeface="Tahoma"/>
                <a:cs typeface="Tahoma"/>
              </a:rPr>
              <a:t>request</a:t>
            </a:r>
            <a:r>
              <a:rPr sz="2900" spc="-105" dirty="0">
                <a:solidFill>
                  <a:srgbClr val="BDC3C7"/>
                </a:solidFill>
                <a:latin typeface="Tahoma"/>
                <a:cs typeface="Tahoma"/>
              </a:rPr>
              <a:t> </a:t>
            </a:r>
            <a:r>
              <a:rPr sz="2900" dirty="0">
                <a:solidFill>
                  <a:srgbClr val="BDC3C7"/>
                </a:solidFill>
                <a:latin typeface="Tahoma"/>
                <a:cs typeface="Tahoma"/>
              </a:rPr>
              <a:t>of</a:t>
            </a:r>
            <a:r>
              <a:rPr sz="2900" spc="-75" dirty="0">
                <a:solidFill>
                  <a:srgbClr val="BDC3C7"/>
                </a:solidFill>
                <a:latin typeface="Tahoma"/>
                <a:cs typeface="Tahoma"/>
              </a:rPr>
              <a:t> </a:t>
            </a:r>
            <a:r>
              <a:rPr sz="3600" b="1" spc="-135" dirty="0">
                <a:latin typeface="Tahoma"/>
                <a:cs typeface="Tahoma"/>
              </a:rPr>
              <a:t>your</a:t>
            </a:r>
            <a:r>
              <a:rPr sz="3600" b="1" spc="-55" dirty="0">
                <a:latin typeface="Tahoma"/>
                <a:cs typeface="Tahoma"/>
              </a:rPr>
              <a:t> </a:t>
            </a:r>
            <a:r>
              <a:rPr sz="3600" b="1" spc="-105" dirty="0">
                <a:latin typeface="Tahoma"/>
                <a:cs typeface="Tahoma"/>
              </a:rPr>
              <a:t>branch</a:t>
            </a:r>
            <a:r>
              <a:rPr sz="3600" b="1" spc="-240" dirty="0">
                <a:latin typeface="Tahoma"/>
                <a:cs typeface="Tahoma"/>
              </a:rPr>
              <a:t> </a:t>
            </a:r>
            <a:r>
              <a:rPr sz="2900" dirty="0">
                <a:solidFill>
                  <a:srgbClr val="BDC3C7"/>
                </a:solidFill>
                <a:latin typeface="Tahoma"/>
                <a:cs typeface="Tahoma"/>
              </a:rPr>
              <a:t>to</a:t>
            </a:r>
            <a:r>
              <a:rPr sz="2900" spc="-100" dirty="0">
                <a:solidFill>
                  <a:srgbClr val="BDC3C7"/>
                </a:solidFill>
                <a:latin typeface="Tahoma"/>
                <a:cs typeface="Tahoma"/>
              </a:rPr>
              <a:t> </a:t>
            </a:r>
            <a:r>
              <a:rPr sz="2900" dirty="0">
                <a:solidFill>
                  <a:srgbClr val="BDC3C7"/>
                </a:solidFill>
                <a:latin typeface="Tahoma"/>
                <a:cs typeface="Tahoma"/>
              </a:rPr>
              <a:t>our</a:t>
            </a:r>
            <a:r>
              <a:rPr sz="2900" spc="-105" dirty="0">
                <a:solidFill>
                  <a:srgbClr val="BDC3C7"/>
                </a:solidFill>
                <a:latin typeface="Tahoma"/>
                <a:cs typeface="Tahoma"/>
              </a:rPr>
              <a:t> </a:t>
            </a:r>
            <a:r>
              <a:rPr sz="2900" spc="-10" dirty="0">
                <a:solidFill>
                  <a:srgbClr val="BDC3C7"/>
                </a:solidFill>
                <a:latin typeface="Tahoma"/>
                <a:cs typeface="Tahoma"/>
              </a:rPr>
              <a:t>template repository</a:t>
            </a:r>
            <a:endParaRPr sz="2900">
              <a:latin typeface="Tahoma"/>
              <a:cs typeface="Tahoma"/>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3004800" cy="9753600"/>
          </a:xfrm>
          <a:custGeom>
            <a:avLst/>
            <a:gdLst/>
            <a:ahLst/>
            <a:cxnLst/>
            <a:rect l="l" t="t" r="r" b="b"/>
            <a:pathLst>
              <a:path w="13004800" h="9753600">
                <a:moveTo>
                  <a:pt x="13004799" y="9753599"/>
                </a:moveTo>
                <a:lnTo>
                  <a:pt x="0" y="9753599"/>
                </a:lnTo>
                <a:lnTo>
                  <a:pt x="0" y="0"/>
                </a:lnTo>
                <a:lnTo>
                  <a:pt x="13004799" y="0"/>
                </a:lnTo>
                <a:lnTo>
                  <a:pt x="13004799" y="9753599"/>
                </a:lnTo>
                <a:close/>
              </a:path>
            </a:pathLst>
          </a:custGeom>
          <a:solidFill>
            <a:srgbClr val="252D35"/>
          </a:solidFill>
        </p:spPr>
        <p:txBody>
          <a:bodyPr wrap="square" lIns="0" tIns="0" rIns="0" bIns="0" rtlCol="0"/>
          <a:lstStyle/>
          <a:p>
            <a:endParaRPr/>
          </a:p>
        </p:txBody>
      </p:sp>
      <p:grpSp>
        <p:nvGrpSpPr>
          <p:cNvPr id="3" name="object 3"/>
          <p:cNvGrpSpPr/>
          <p:nvPr/>
        </p:nvGrpSpPr>
        <p:grpSpPr>
          <a:xfrm>
            <a:off x="0" y="812800"/>
            <a:ext cx="13004800" cy="8128000"/>
            <a:chOff x="0" y="812800"/>
            <a:chExt cx="13004800" cy="8128000"/>
          </a:xfrm>
        </p:grpSpPr>
        <p:pic>
          <p:nvPicPr>
            <p:cNvPr id="4" name="object 4"/>
            <p:cNvPicPr/>
            <p:nvPr/>
          </p:nvPicPr>
          <p:blipFill>
            <a:blip r:embed="rId2" cstate="print"/>
            <a:stretch>
              <a:fillRect/>
            </a:stretch>
          </p:blipFill>
          <p:spPr>
            <a:xfrm>
              <a:off x="0" y="812800"/>
              <a:ext cx="13004799" cy="8127999"/>
            </a:xfrm>
            <a:prstGeom prst="rect">
              <a:avLst/>
            </a:prstGeom>
          </p:spPr>
        </p:pic>
        <p:pic>
          <p:nvPicPr>
            <p:cNvPr id="5" name="object 5"/>
            <p:cNvPicPr/>
            <p:nvPr/>
          </p:nvPicPr>
          <p:blipFill>
            <a:blip r:embed="rId3" cstate="print"/>
            <a:stretch>
              <a:fillRect/>
            </a:stretch>
          </p:blipFill>
          <p:spPr>
            <a:xfrm>
              <a:off x="5972520" y="850900"/>
              <a:ext cx="3413525" cy="573883"/>
            </a:xfrm>
            <a:prstGeom prst="rect">
              <a:avLst/>
            </a:prstGeom>
          </p:spPr>
        </p:pic>
        <p:sp>
          <p:nvSpPr>
            <p:cNvPr id="6" name="object 6"/>
            <p:cNvSpPr/>
            <p:nvPr/>
          </p:nvSpPr>
          <p:spPr>
            <a:xfrm>
              <a:off x="6010619" y="863599"/>
              <a:ext cx="3337560" cy="497840"/>
            </a:xfrm>
            <a:custGeom>
              <a:avLst/>
              <a:gdLst/>
              <a:ahLst/>
              <a:cxnLst/>
              <a:rect l="l" t="t" r="r" b="b"/>
              <a:pathLst>
                <a:path w="3337559" h="497840">
                  <a:moveTo>
                    <a:pt x="3273822" y="497682"/>
                  </a:moveTo>
                  <a:lnTo>
                    <a:pt x="223878" y="497682"/>
                  </a:lnTo>
                  <a:lnTo>
                    <a:pt x="199160" y="492692"/>
                  </a:lnTo>
                  <a:lnTo>
                    <a:pt x="178975" y="479083"/>
                  </a:lnTo>
                  <a:lnTo>
                    <a:pt x="165367" y="458898"/>
                  </a:lnTo>
                  <a:lnTo>
                    <a:pt x="160376" y="434182"/>
                  </a:lnTo>
                  <a:lnTo>
                    <a:pt x="160376" y="385773"/>
                  </a:lnTo>
                  <a:lnTo>
                    <a:pt x="0" y="258772"/>
                  </a:lnTo>
                  <a:lnTo>
                    <a:pt x="160376" y="131770"/>
                  </a:lnTo>
                  <a:lnTo>
                    <a:pt x="160376" y="63500"/>
                  </a:lnTo>
                  <a:lnTo>
                    <a:pt x="165367" y="38784"/>
                  </a:lnTo>
                  <a:lnTo>
                    <a:pt x="178975" y="18599"/>
                  </a:lnTo>
                  <a:lnTo>
                    <a:pt x="199160" y="4990"/>
                  </a:lnTo>
                  <a:lnTo>
                    <a:pt x="223878" y="0"/>
                  </a:lnTo>
                  <a:lnTo>
                    <a:pt x="3273822" y="0"/>
                  </a:lnTo>
                  <a:lnTo>
                    <a:pt x="3298541" y="4990"/>
                  </a:lnTo>
                  <a:lnTo>
                    <a:pt x="3318726" y="18599"/>
                  </a:lnTo>
                  <a:lnTo>
                    <a:pt x="3332334" y="38784"/>
                  </a:lnTo>
                  <a:lnTo>
                    <a:pt x="3337324" y="63500"/>
                  </a:lnTo>
                  <a:lnTo>
                    <a:pt x="3337324" y="434182"/>
                  </a:lnTo>
                  <a:lnTo>
                    <a:pt x="3332334" y="458898"/>
                  </a:lnTo>
                  <a:lnTo>
                    <a:pt x="3318726" y="479083"/>
                  </a:lnTo>
                  <a:lnTo>
                    <a:pt x="3298541" y="492692"/>
                  </a:lnTo>
                  <a:lnTo>
                    <a:pt x="3273822" y="497682"/>
                  </a:lnTo>
                  <a:close/>
                </a:path>
              </a:pathLst>
            </a:custGeom>
            <a:solidFill>
              <a:srgbClr val="D45557"/>
            </a:solidFill>
          </p:spPr>
          <p:txBody>
            <a:bodyPr wrap="square" lIns="0" tIns="0" rIns="0" bIns="0" rtlCol="0"/>
            <a:lstStyle/>
            <a:p>
              <a:endParaRPr/>
            </a:p>
          </p:txBody>
        </p:sp>
        <p:pic>
          <p:nvPicPr>
            <p:cNvPr id="7" name="object 7"/>
            <p:cNvPicPr/>
            <p:nvPr/>
          </p:nvPicPr>
          <p:blipFill>
            <a:blip r:embed="rId4" cstate="print"/>
            <a:stretch>
              <a:fillRect/>
            </a:stretch>
          </p:blipFill>
          <p:spPr>
            <a:xfrm>
              <a:off x="4955975" y="1473200"/>
              <a:ext cx="5230022" cy="738983"/>
            </a:xfrm>
            <a:prstGeom prst="rect">
              <a:avLst/>
            </a:prstGeom>
          </p:spPr>
        </p:pic>
        <p:sp>
          <p:nvSpPr>
            <p:cNvPr id="8" name="object 8"/>
            <p:cNvSpPr/>
            <p:nvPr/>
          </p:nvSpPr>
          <p:spPr>
            <a:xfrm>
              <a:off x="4994075" y="1485899"/>
              <a:ext cx="5154295" cy="662940"/>
            </a:xfrm>
            <a:custGeom>
              <a:avLst/>
              <a:gdLst/>
              <a:ahLst/>
              <a:cxnLst/>
              <a:rect l="l" t="t" r="r" b="b"/>
              <a:pathLst>
                <a:path w="5154295" h="662939">
                  <a:moveTo>
                    <a:pt x="5090353" y="662782"/>
                  </a:moveTo>
                  <a:lnTo>
                    <a:pt x="63468" y="662782"/>
                  </a:lnTo>
                  <a:lnTo>
                    <a:pt x="38754" y="657791"/>
                  </a:lnTo>
                  <a:lnTo>
                    <a:pt x="18581" y="644180"/>
                  </a:lnTo>
                  <a:lnTo>
                    <a:pt x="4984" y="623999"/>
                  </a:lnTo>
                  <a:lnTo>
                    <a:pt x="0" y="599296"/>
                  </a:lnTo>
                  <a:lnTo>
                    <a:pt x="0" y="228598"/>
                  </a:lnTo>
                  <a:lnTo>
                    <a:pt x="4984" y="203882"/>
                  </a:lnTo>
                  <a:lnTo>
                    <a:pt x="18581" y="183703"/>
                  </a:lnTo>
                  <a:lnTo>
                    <a:pt x="38754" y="170100"/>
                  </a:lnTo>
                  <a:lnTo>
                    <a:pt x="63468" y="165112"/>
                  </a:lnTo>
                  <a:lnTo>
                    <a:pt x="211879" y="165112"/>
                  </a:lnTo>
                  <a:lnTo>
                    <a:pt x="338815" y="0"/>
                  </a:lnTo>
                  <a:lnTo>
                    <a:pt x="466229" y="165112"/>
                  </a:lnTo>
                  <a:lnTo>
                    <a:pt x="5090353" y="165112"/>
                  </a:lnTo>
                  <a:lnTo>
                    <a:pt x="5115067" y="170100"/>
                  </a:lnTo>
                  <a:lnTo>
                    <a:pt x="5135240" y="183703"/>
                  </a:lnTo>
                  <a:lnTo>
                    <a:pt x="5148837" y="203882"/>
                  </a:lnTo>
                  <a:lnTo>
                    <a:pt x="5153821" y="228598"/>
                  </a:lnTo>
                  <a:lnTo>
                    <a:pt x="5153821" y="599296"/>
                  </a:lnTo>
                  <a:lnTo>
                    <a:pt x="5148837" y="623999"/>
                  </a:lnTo>
                  <a:lnTo>
                    <a:pt x="5135240" y="644180"/>
                  </a:lnTo>
                  <a:lnTo>
                    <a:pt x="5115067" y="657791"/>
                  </a:lnTo>
                  <a:lnTo>
                    <a:pt x="5090353" y="662782"/>
                  </a:lnTo>
                  <a:close/>
                </a:path>
              </a:pathLst>
            </a:custGeom>
            <a:solidFill>
              <a:srgbClr val="D45557"/>
            </a:solidFill>
          </p:spPr>
          <p:txBody>
            <a:bodyPr wrap="square" lIns="0" tIns="0" rIns="0" bIns="0" rtlCol="0"/>
            <a:lstStyle/>
            <a:p>
              <a:endParaRPr/>
            </a:p>
          </p:txBody>
        </p:sp>
      </p:grpSp>
      <p:sp>
        <p:nvSpPr>
          <p:cNvPr id="9" name="object 9"/>
          <p:cNvSpPr txBox="1"/>
          <p:nvPr/>
        </p:nvSpPr>
        <p:spPr>
          <a:xfrm>
            <a:off x="5257601" y="904668"/>
            <a:ext cx="4668520" cy="1096010"/>
          </a:xfrm>
          <a:prstGeom prst="rect">
            <a:avLst/>
          </a:prstGeom>
        </p:spPr>
        <p:txBody>
          <a:bodyPr vert="horz" wrap="square" lIns="0" tIns="12700" rIns="0" bIns="0" rtlCol="0">
            <a:spAutoFit/>
          </a:bodyPr>
          <a:lstStyle/>
          <a:p>
            <a:pPr marL="1365885" indent="-337185">
              <a:lnSpc>
                <a:spcPct val="100000"/>
              </a:lnSpc>
              <a:spcBef>
                <a:spcPts val="100"/>
              </a:spcBef>
              <a:buAutoNum type="arabicPeriod"/>
              <a:tabLst>
                <a:tab pos="1365885" algn="l"/>
              </a:tabLst>
            </a:pPr>
            <a:r>
              <a:rPr sz="2400" spc="55" dirty="0">
                <a:solidFill>
                  <a:srgbClr val="FFFFFF"/>
                </a:solidFill>
                <a:latin typeface="Tahoma"/>
                <a:cs typeface="Tahoma"/>
              </a:rPr>
              <a:t>-</a:t>
            </a:r>
            <a:r>
              <a:rPr sz="2400" spc="100" dirty="0">
                <a:solidFill>
                  <a:srgbClr val="FFFFFF"/>
                </a:solidFill>
                <a:latin typeface="Tahoma"/>
                <a:cs typeface="Tahoma"/>
              </a:rPr>
              <a:t>A</a:t>
            </a:r>
            <a:r>
              <a:rPr sz="2400" spc="-35" dirty="0">
                <a:solidFill>
                  <a:srgbClr val="FFFFFF"/>
                </a:solidFill>
                <a:latin typeface="Tahoma"/>
                <a:cs typeface="Tahoma"/>
              </a:rPr>
              <a:t> </a:t>
            </a:r>
            <a:r>
              <a:rPr sz="2400" dirty="0">
                <a:solidFill>
                  <a:srgbClr val="FFFFFF"/>
                </a:solidFill>
                <a:latin typeface="Tahoma"/>
                <a:cs typeface="Tahoma"/>
              </a:rPr>
              <a:t>means</a:t>
            </a:r>
            <a:r>
              <a:rPr sz="2400" spc="-30" dirty="0">
                <a:solidFill>
                  <a:srgbClr val="FFFFFF"/>
                </a:solidFill>
                <a:latin typeface="Tahoma"/>
                <a:cs typeface="Tahoma"/>
              </a:rPr>
              <a:t> </a:t>
            </a:r>
            <a:r>
              <a:rPr sz="2400" dirty="0">
                <a:solidFill>
                  <a:srgbClr val="FFFFFF"/>
                </a:solidFill>
                <a:latin typeface="Tahoma"/>
                <a:cs typeface="Tahoma"/>
              </a:rPr>
              <a:t>all</a:t>
            </a:r>
            <a:r>
              <a:rPr sz="2400" spc="-30" dirty="0">
                <a:solidFill>
                  <a:srgbClr val="FFFFFF"/>
                </a:solidFill>
                <a:latin typeface="Tahoma"/>
                <a:cs typeface="Tahoma"/>
              </a:rPr>
              <a:t> </a:t>
            </a:r>
            <a:r>
              <a:rPr sz="2400" spc="-10" dirty="0">
                <a:solidFill>
                  <a:srgbClr val="FFFFFF"/>
                </a:solidFill>
                <a:latin typeface="Tahoma"/>
                <a:cs typeface="Tahoma"/>
              </a:rPr>
              <a:t>files</a:t>
            </a:r>
            <a:endParaRPr sz="2400">
              <a:latin typeface="Tahoma"/>
              <a:cs typeface="Tahoma"/>
            </a:endParaRPr>
          </a:p>
          <a:p>
            <a:pPr marL="349885" indent="-337185">
              <a:lnSpc>
                <a:spcPct val="100000"/>
              </a:lnSpc>
              <a:spcBef>
                <a:spcPts val="2670"/>
              </a:spcBef>
              <a:buAutoNum type="arabicPeriod"/>
              <a:tabLst>
                <a:tab pos="349885" algn="l"/>
              </a:tabLst>
            </a:pPr>
            <a:r>
              <a:rPr sz="2400" spc="95" dirty="0">
                <a:solidFill>
                  <a:srgbClr val="FFFFFF"/>
                </a:solidFill>
                <a:latin typeface="Tahoma"/>
                <a:cs typeface="Tahoma"/>
              </a:rPr>
              <a:t>Check</a:t>
            </a:r>
            <a:r>
              <a:rPr sz="2400" spc="-100" dirty="0">
                <a:solidFill>
                  <a:srgbClr val="FFFFFF"/>
                </a:solidFill>
                <a:latin typeface="Tahoma"/>
                <a:cs typeface="Tahoma"/>
              </a:rPr>
              <a:t> </a:t>
            </a:r>
            <a:r>
              <a:rPr sz="2400" dirty="0">
                <a:solidFill>
                  <a:srgbClr val="FFFFFF"/>
                </a:solidFill>
                <a:latin typeface="Tahoma"/>
                <a:cs typeface="Tahoma"/>
              </a:rPr>
              <a:t>if</a:t>
            </a:r>
            <a:r>
              <a:rPr sz="2400" spc="-95" dirty="0">
                <a:solidFill>
                  <a:srgbClr val="FFFFFF"/>
                </a:solidFill>
                <a:latin typeface="Tahoma"/>
                <a:cs typeface="Tahoma"/>
              </a:rPr>
              <a:t> </a:t>
            </a:r>
            <a:r>
              <a:rPr sz="2400" dirty="0">
                <a:solidFill>
                  <a:srgbClr val="FFFFFF"/>
                </a:solidFill>
                <a:latin typeface="Tahoma"/>
                <a:cs typeface="Tahoma"/>
              </a:rPr>
              <a:t>your</a:t>
            </a:r>
            <a:r>
              <a:rPr sz="2400" spc="-100" dirty="0">
                <a:solidFill>
                  <a:srgbClr val="FFFFFF"/>
                </a:solidFill>
                <a:latin typeface="Tahoma"/>
                <a:cs typeface="Tahoma"/>
              </a:rPr>
              <a:t> </a:t>
            </a:r>
            <a:r>
              <a:rPr sz="2400" dirty="0">
                <a:solidFill>
                  <a:srgbClr val="FFFFFF"/>
                </a:solidFill>
                <a:latin typeface="Tahoma"/>
                <a:cs typeface="Tahoma"/>
              </a:rPr>
              <a:t>file</a:t>
            </a:r>
            <a:r>
              <a:rPr sz="2400" spc="-95" dirty="0">
                <a:solidFill>
                  <a:srgbClr val="FFFFFF"/>
                </a:solidFill>
                <a:latin typeface="Tahoma"/>
                <a:cs typeface="Tahoma"/>
              </a:rPr>
              <a:t> </a:t>
            </a:r>
            <a:r>
              <a:rPr sz="2400" dirty="0">
                <a:solidFill>
                  <a:srgbClr val="FFFFFF"/>
                </a:solidFill>
                <a:latin typeface="Tahoma"/>
                <a:cs typeface="Tahoma"/>
              </a:rPr>
              <a:t>is</a:t>
            </a:r>
            <a:r>
              <a:rPr sz="2400" spc="-100" dirty="0">
                <a:solidFill>
                  <a:srgbClr val="FFFFFF"/>
                </a:solidFill>
                <a:latin typeface="Tahoma"/>
                <a:cs typeface="Tahoma"/>
              </a:rPr>
              <a:t> </a:t>
            </a:r>
            <a:r>
              <a:rPr sz="2400" spc="60" dirty="0">
                <a:solidFill>
                  <a:srgbClr val="FFFFFF"/>
                </a:solidFill>
                <a:latin typeface="Tahoma"/>
                <a:cs typeface="Tahoma"/>
              </a:rPr>
              <a:t>added</a:t>
            </a:r>
            <a:r>
              <a:rPr sz="2400" spc="-95" dirty="0">
                <a:solidFill>
                  <a:srgbClr val="FFFFFF"/>
                </a:solidFill>
                <a:latin typeface="Tahoma"/>
                <a:cs typeface="Tahoma"/>
              </a:rPr>
              <a:t> </a:t>
            </a:r>
            <a:r>
              <a:rPr sz="2400" dirty="0">
                <a:solidFill>
                  <a:srgbClr val="FFFFFF"/>
                </a:solidFill>
                <a:latin typeface="Tahoma"/>
                <a:cs typeface="Tahoma"/>
              </a:rPr>
              <a:t>to</a:t>
            </a:r>
            <a:r>
              <a:rPr sz="2400" spc="-100" dirty="0">
                <a:solidFill>
                  <a:srgbClr val="FFFFFF"/>
                </a:solidFill>
                <a:latin typeface="Tahoma"/>
                <a:cs typeface="Tahoma"/>
              </a:rPr>
              <a:t> </a:t>
            </a:r>
            <a:r>
              <a:rPr sz="2400" spc="-25" dirty="0">
                <a:solidFill>
                  <a:srgbClr val="FFFFFF"/>
                </a:solidFill>
                <a:latin typeface="Tahoma"/>
                <a:cs typeface="Tahoma"/>
              </a:rPr>
              <a:t>git</a:t>
            </a:r>
            <a:endParaRPr sz="2400">
              <a:latin typeface="Tahoma"/>
              <a:cs typeface="Tahoma"/>
            </a:endParaRPr>
          </a:p>
        </p:txBody>
      </p:sp>
      <p:grpSp>
        <p:nvGrpSpPr>
          <p:cNvPr id="10" name="object 10"/>
          <p:cNvGrpSpPr/>
          <p:nvPr/>
        </p:nvGrpSpPr>
        <p:grpSpPr>
          <a:xfrm>
            <a:off x="5709194" y="2971799"/>
            <a:ext cx="3940175" cy="739140"/>
            <a:chOff x="5709194" y="2971799"/>
            <a:chExt cx="3940175" cy="739140"/>
          </a:xfrm>
        </p:grpSpPr>
        <p:pic>
          <p:nvPicPr>
            <p:cNvPr id="11" name="object 11"/>
            <p:cNvPicPr/>
            <p:nvPr/>
          </p:nvPicPr>
          <p:blipFill>
            <a:blip r:embed="rId5" cstate="print"/>
            <a:stretch>
              <a:fillRect/>
            </a:stretch>
          </p:blipFill>
          <p:spPr>
            <a:xfrm>
              <a:off x="5709194" y="2971799"/>
              <a:ext cx="3940179" cy="738983"/>
            </a:xfrm>
            <a:prstGeom prst="rect">
              <a:avLst/>
            </a:prstGeom>
          </p:spPr>
        </p:pic>
        <p:sp>
          <p:nvSpPr>
            <p:cNvPr id="12" name="object 12"/>
            <p:cNvSpPr/>
            <p:nvPr/>
          </p:nvSpPr>
          <p:spPr>
            <a:xfrm>
              <a:off x="5747294" y="2984499"/>
              <a:ext cx="3863975" cy="662940"/>
            </a:xfrm>
            <a:custGeom>
              <a:avLst/>
              <a:gdLst/>
              <a:ahLst/>
              <a:cxnLst/>
              <a:rect l="l" t="t" r="r" b="b"/>
              <a:pathLst>
                <a:path w="3863975" h="662939">
                  <a:moveTo>
                    <a:pt x="3800473" y="662782"/>
                  </a:moveTo>
                  <a:lnTo>
                    <a:pt x="63504" y="662782"/>
                  </a:lnTo>
                  <a:lnTo>
                    <a:pt x="38790" y="657790"/>
                  </a:lnTo>
                  <a:lnTo>
                    <a:pt x="18604" y="644180"/>
                  </a:lnTo>
                  <a:lnTo>
                    <a:pt x="4992" y="623999"/>
                  </a:lnTo>
                  <a:lnTo>
                    <a:pt x="0" y="599296"/>
                  </a:lnTo>
                  <a:lnTo>
                    <a:pt x="0" y="228598"/>
                  </a:lnTo>
                  <a:lnTo>
                    <a:pt x="4992" y="203882"/>
                  </a:lnTo>
                  <a:lnTo>
                    <a:pt x="18604" y="183703"/>
                  </a:lnTo>
                  <a:lnTo>
                    <a:pt x="38790" y="170100"/>
                  </a:lnTo>
                  <a:lnTo>
                    <a:pt x="63504" y="165112"/>
                  </a:lnTo>
                  <a:lnTo>
                    <a:pt x="211981" y="165112"/>
                  </a:lnTo>
                  <a:lnTo>
                    <a:pt x="338992" y="0"/>
                  </a:lnTo>
                  <a:lnTo>
                    <a:pt x="466360" y="165112"/>
                  </a:lnTo>
                  <a:lnTo>
                    <a:pt x="3800473" y="165112"/>
                  </a:lnTo>
                  <a:lnTo>
                    <a:pt x="3825188" y="170100"/>
                  </a:lnTo>
                  <a:lnTo>
                    <a:pt x="3845374" y="183703"/>
                  </a:lnTo>
                  <a:lnTo>
                    <a:pt x="3858986" y="203882"/>
                  </a:lnTo>
                  <a:lnTo>
                    <a:pt x="3863978" y="228598"/>
                  </a:lnTo>
                  <a:lnTo>
                    <a:pt x="3863978" y="599296"/>
                  </a:lnTo>
                  <a:lnTo>
                    <a:pt x="3858986" y="623999"/>
                  </a:lnTo>
                  <a:lnTo>
                    <a:pt x="3845374" y="644180"/>
                  </a:lnTo>
                  <a:lnTo>
                    <a:pt x="3825188" y="657790"/>
                  </a:lnTo>
                  <a:lnTo>
                    <a:pt x="3800473" y="662782"/>
                  </a:lnTo>
                  <a:close/>
                </a:path>
              </a:pathLst>
            </a:custGeom>
            <a:solidFill>
              <a:srgbClr val="D45557"/>
            </a:solidFill>
          </p:spPr>
          <p:txBody>
            <a:bodyPr wrap="square" lIns="0" tIns="0" rIns="0" bIns="0" rtlCol="0"/>
            <a:lstStyle/>
            <a:p>
              <a:endParaRPr/>
            </a:p>
          </p:txBody>
        </p:sp>
      </p:grpSp>
      <p:sp>
        <p:nvSpPr>
          <p:cNvPr id="13" name="object 13"/>
          <p:cNvSpPr txBox="1"/>
          <p:nvPr/>
        </p:nvSpPr>
        <p:spPr>
          <a:xfrm>
            <a:off x="6010817" y="3108119"/>
            <a:ext cx="3366135"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FFFF"/>
                </a:solidFill>
                <a:latin typeface="Tahoma"/>
                <a:cs typeface="Tahoma"/>
              </a:rPr>
              <a:t>3.</a:t>
            </a:r>
            <a:r>
              <a:rPr sz="2400" spc="-10" dirty="0">
                <a:solidFill>
                  <a:srgbClr val="FFFFFF"/>
                </a:solidFill>
                <a:latin typeface="Tahoma"/>
                <a:cs typeface="Tahoma"/>
              </a:rPr>
              <a:t> </a:t>
            </a:r>
            <a:r>
              <a:rPr sz="2400" dirty="0">
                <a:solidFill>
                  <a:srgbClr val="FFFFFF"/>
                </a:solidFill>
                <a:latin typeface="Tahoma"/>
                <a:cs typeface="Tahoma"/>
              </a:rPr>
              <a:t>Commit</a:t>
            </a:r>
            <a:r>
              <a:rPr sz="2400" spc="-5" dirty="0">
                <a:solidFill>
                  <a:srgbClr val="FFFFFF"/>
                </a:solidFill>
                <a:latin typeface="Tahoma"/>
                <a:cs typeface="Tahoma"/>
              </a:rPr>
              <a:t> </a:t>
            </a:r>
            <a:r>
              <a:rPr sz="2400" dirty="0">
                <a:solidFill>
                  <a:srgbClr val="FFFFFF"/>
                </a:solidFill>
                <a:latin typeface="Tahoma"/>
                <a:cs typeface="Tahoma"/>
              </a:rPr>
              <a:t>your</a:t>
            </a:r>
            <a:r>
              <a:rPr sz="2400" spc="-5" dirty="0">
                <a:solidFill>
                  <a:srgbClr val="FFFFFF"/>
                </a:solidFill>
                <a:latin typeface="Tahoma"/>
                <a:cs typeface="Tahoma"/>
              </a:rPr>
              <a:t> </a:t>
            </a:r>
            <a:r>
              <a:rPr sz="2400" spc="-10" dirty="0">
                <a:solidFill>
                  <a:srgbClr val="FFFFFF"/>
                </a:solidFill>
                <a:latin typeface="Tahoma"/>
                <a:cs typeface="Tahoma"/>
              </a:rPr>
              <a:t>changes</a:t>
            </a:r>
            <a:endParaRPr sz="2400">
              <a:latin typeface="Tahoma"/>
              <a:cs typeface="Tahoma"/>
            </a:endParaRPr>
          </a:p>
        </p:txBody>
      </p:sp>
      <p:sp>
        <p:nvSpPr>
          <p:cNvPr id="14" name="object 1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88</a:t>
            </a:fld>
            <a:endParaRPr spc="-25"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3004800" cy="9753600"/>
          </a:xfrm>
          <a:custGeom>
            <a:avLst/>
            <a:gdLst/>
            <a:ahLst/>
            <a:cxnLst/>
            <a:rect l="l" t="t" r="r" b="b"/>
            <a:pathLst>
              <a:path w="13004800" h="9753600">
                <a:moveTo>
                  <a:pt x="13004799" y="9753599"/>
                </a:moveTo>
                <a:lnTo>
                  <a:pt x="0" y="9753599"/>
                </a:lnTo>
                <a:lnTo>
                  <a:pt x="0" y="0"/>
                </a:lnTo>
                <a:lnTo>
                  <a:pt x="13004799" y="0"/>
                </a:lnTo>
                <a:lnTo>
                  <a:pt x="13004799" y="9753599"/>
                </a:lnTo>
                <a:close/>
              </a:path>
            </a:pathLst>
          </a:custGeom>
          <a:solidFill>
            <a:srgbClr val="252D35"/>
          </a:solidFill>
        </p:spPr>
        <p:txBody>
          <a:bodyPr wrap="square" lIns="0" tIns="0" rIns="0" bIns="0" rtlCol="0"/>
          <a:lstStyle/>
          <a:p>
            <a:endParaRPr/>
          </a:p>
        </p:txBody>
      </p:sp>
      <p:grpSp>
        <p:nvGrpSpPr>
          <p:cNvPr id="3" name="object 3"/>
          <p:cNvGrpSpPr/>
          <p:nvPr/>
        </p:nvGrpSpPr>
        <p:grpSpPr>
          <a:xfrm>
            <a:off x="0" y="812800"/>
            <a:ext cx="13004800" cy="8128000"/>
            <a:chOff x="0" y="812800"/>
            <a:chExt cx="13004800" cy="8128000"/>
          </a:xfrm>
        </p:grpSpPr>
        <p:pic>
          <p:nvPicPr>
            <p:cNvPr id="4" name="object 4"/>
            <p:cNvPicPr/>
            <p:nvPr/>
          </p:nvPicPr>
          <p:blipFill>
            <a:blip r:embed="rId2" cstate="print"/>
            <a:stretch>
              <a:fillRect/>
            </a:stretch>
          </p:blipFill>
          <p:spPr>
            <a:xfrm>
              <a:off x="0" y="812800"/>
              <a:ext cx="13004799" cy="8127999"/>
            </a:xfrm>
            <a:prstGeom prst="rect">
              <a:avLst/>
            </a:prstGeom>
          </p:spPr>
        </p:pic>
        <p:pic>
          <p:nvPicPr>
            <p:cNvPr id="5" name="object 5"/>
            <p:cNvPicPr/>
            <p:nvPr/>
          </p:nvPicPr>
          <p:blipFill>
            <a:blip r:embed="rId3" cstate="print"/>
            <a:stretch>
              <a:fillRect/>
            </a:stretch>
          </p:blipFill>
          <p:spPr>
            <a:xfrm>
              <a:off x="6273698" y="1595599"/>
              <a:ext cx="6312697" cy="2241158"/>
            </a:xfrm>
            <a:prstGeom prst="rect">
              <a:avLst/>
            </a:prstGeom>
          </p:spPr>
        </p:pic>
        <p:sp>
          <p:nvSpPr>
            <p:cNvPr id="6" name="object 6"/>
            <p:cNvSpPr/>
            <p:nvPr/>
          </p:nvSpPr>
          <p:spPr>
            <a:xfrm>
              <a:off x="6311798" y="1608299"/>
              <a:ext cx="6236970" cy="2165350"/>
            </a:xfrm>
            <a:custGeom>
              <a:avLst/>
              <a:gdLst/>
              <a:ahLst/>
              <a:cxnLst/>
              <a:rect l="l" t="t" r="r" b="b"/>
              <a:pathLst>
                <a:path w="6236970" h="2165350">
                  <a:moveTo>
                    <a:pt x="6172976" y="2164957"/>
                  </a:moveTo>
                  <a:lnTo>
                    <a:pt x="462828" y="2164957"/>
                  </a:lnTo>
                  <a:lnTo>
                    <a:pt x="438043" y="2159961"/>
                  </a:lnTo>
                  <a:lnTo>
                    <a:pt x="417859" y="2146340"/>
                  </a:lnTo>
                  <a:lnTo>
                    <a:pt x="404280" y="2126141"/>
                  </a:lnTo>
                  <a:lnTo>
                    <a:pt x="399308" y="2101412"/>
                  </a:lnTo>
                  <a:lnTo>
                    <a:pt x="399308" y="1285443"/>
                  </a:lnTo>
                  <a:lnTo>
                    <a:pt x="0" y="1053712"/>
                  </a:lnTo>
                  <a:lnTo>
                    <a:pt x="399308" y="821882"/>
                  </a:lnTo>
                  <a:lnTo>
                    <a:pt x="399308" y="63545"/>
                  </a:lnTo>
                  <a:lnTo>
                    <a:pt x="404280" y="38817"/>
                  </a:lnTo>
                  <a:lnTo>
                    <a:pt x="417859" y="18617"/>
                  </a:lnTo>
                  <a:lnTo>
                    <a:pt x="438043" y="4995"/>
                  </a:lnTo>
                  <a:lnTo>
                    <a:pt x="462828" y="0"/>
                  </a:lnTo>
                  <a:lnTo>
                    <a:pt x="6172976" y="0"/>
                  </a:lnTo>
                  <a:lnTo>
                    <a:pt x="6197762" y="4995"/>
                  </a:lnTo>
                  <a:lnTo>
                    <a:pt x="6217946" y="18617"/>
                  </a:lnTo>
                  <a:lnTo>
                    <a:pt x="6231525" y="38817"/>
                  </a:lnTo>
                  <a:lnTo>
                    <a:pt x="6236496" y="63545"/>
                  </a:lnTo>
                  <a:lnTo>
                    <a:pt x="6236496" y="2101412"/>
                  </a:lnTo>
                  <a:lnTo>
                    <a:pt x="6231525" y="2126141"/>
                  </a:lnTo>
                  <a:lnTo>
                    <a:pt x="6217946" y="2146340"/>
                  </a:lnTo>
                  <a:lnTo>
                    <a:pt x="6197762" y="2159961"/>
                  </a:lnTo>
                  <a:lnTo>
                    <a:pt x="6172976" y="2164957"/>
                  </a:lnTo>
                  <a:close/>
                </a:path>
              </a:pathLst>
            </a:custGeom>
            <a:solidFill>
              <a:srgbClr val="D45557"/>
            </a:solidFill>
          </p:spPr>
          <p:txBody>
            <a:bodyPr wrap="square" lIns="0" tIns="0" rIns="0" bIns="0" rtlCol="0"/>
            <a:lstStyle/>
            <a:p>
              <a:endParaRPr/>
            </a:p>
          </p:txBody>
        </p:sp>
      </p:grpSp>
      <p:sp>
        <p:nvSpPr>
          <p:cNvPr id="7" name="object 7"/>
          <p:cNvSpPr txBox="1"/>
          <p:nvPr/>
        </p:nvSpPr>
        <p:spPr>
          <a:xfrm>
            <a:off x="6803922" y="1631033"/>
            <a:ext cx="5240655" cy="2037080"/>
          </a:xfrm>
          <a:prstGeom prst="rect">
            <a:avLst/>
          </a:prstGeom>
        </p:spPr>
        <p:txBody>
          <a:bodyPr vert="horz" wrap="square" lIns="0" tIns="12700" rIns="0" bIns="0" rtlCol="0">
            <a:spAutoFit/>
          </a:bodyPr>
          <a:lstStyle/>
          <a:p>
            <a:pPr marL="12700">
              <a:lnSpc>
                <a:spcPct val="100000"/>
              </a:lnSpc>
              <a:spcBef>
                <a:spcPts val="100"/>
              </a:spcBef>
            </a:pPr>
            <a:r>
              <a:rPr sz="2400" spc="-175" dirty="0">
                <a:solidFill>
                  <a:srgbClr val="FFFFFF"/>
                </a:solidFill>
                <a:latin typeface="Tahoma"/>
                <a:cs typeface="Tahoma"/>
              </a:rPr>
              <a:t>If</a:t>
            </a:r>
            <a:r>
              <a:rPr sz="2400" spc="15" dirty="0">
                <a:solidFill>
                  <a:srgbClr val="FFFFFF"/>
                </a:solidFill>
                <a:latin typeface="Tahoma"/>
                <a:cs typeface="Tahoma"/>
              </a:rPr>
              <a:t> </a:t>
            </a:r>
            <a:r>
              <a:rPr sz="2400" dirty="0">
                <a:solidFill>
                  <a:srgbClr val="FFFFFF"/>
                </a:solidFill>
                <a:latin typeface="Tahoma"/>
                <a:cs typeface="Tahoma"/>
              </a:rPr>
              <a:t>you</a:t>
            </a:r>
            <a:r>
              <a:rPr sz="2400" spc="15" dirty="0">
                <a:solidFill>
                  <a:srgbClr val="FFFFFF"/>
                </a:solidFill>
                <a:latin typeface="Tahoma"/>
                <a:cs typeface="Tahoma"/>
              </a:rPr>
              <a:t> </a:t>
            </a:r>
            <a:r>
              <a:rPr sz="2400" dirty="0">
                <a:solidFill>
                  <a:srgbClr val="FFFFFF"/>
                </a:solidFill>
                <a:latin typeface="Tahoma"/>
                <a:cs typeface="Tahoma"/>
              </a:rPr>
              <a:t>see</a:t>
            </a:r>
            <a:r>
              <a:rPr sz="2400" spc="20" dirty="0">
                <a:solidFill>
                  <a:srgbClr val="FFFFFF"/>
                </a:solidFill>
                <a:latin typeface="Tahoma"/>
                <a:cs typeface="Tahoma"/>
              </a:rPr>
              <a:t> </a:t>
            </a:r>
            <a:r>
              <a:rPr sz="2400" dirty="0">
                <a:solidFill>
                  <a:srgbClr val="FFFFFF"/>
                </a:solidFill>
                <a:latin typeface="Tahoma"/>
                <a:cs typeface="Tahoma"/>
              </a:rPr>
              <a:t>these</a:t>
            </a:r>
            <a:r>
              <a:rPr sz="2400" spc="15" dirty="0">
                <a:solidFill>
                  <a:srgbClr val="FFFFFF"/>
                </a:solidFill>
                <a:latin typeface="Tahoma"/>
                <a:cs typeface="Tahoma"/>
              </a:rPr>
              <a:t> </a:t>
            </a:r>
            <a:r>
              <a:rPr sz="2400" dirty="0">
                <a:solidFill>
                  <a:srgbClr val="FFFFFF"/>
                </a:solidFill>
                <a:latin typeface="Tahoma"/>
                <a:cs typeface="Tahoma"/>
              </a:rPr>
              <a:t>message,</a:t>
            </a:r>
            <a:r>
              <a:rPr sz="2400" spc="15" dirty="0">
                <a:solidFill>
                  <a:srgbClr val="FFFFFF"/>
                </a:solidFill>
                <a:latin typeface="Tahoma"/>
                <a:cs typeface="Tahoma"/>
              </a:rPr>
              <a:t> </a:t>
            </a:r>
            <a:r>
              <a:rPr sz="2400" spc="-20" dirty="0">
                <a:solidFill>
                  <a:srgbClr val="FFFFFF"/>
                </a:solidFill>
                <a:latin typeface="Tahoma"/>
                <a:cs typeface="Tahoma"/>
              </a:rPr>
              <a:t>type</a:t>
            </a:r>
            <a:endParaRPr sz="2400">
              <a:latin typeface="Tahoma"/>
              <a:cs typeface="Tahoma"/>
            </a:endParaRPr>
          </a:p>
          <a:p>
            <a:pPr marL="12700" marR="5080">
              <a:lnSpc>
                <a:spcPct val="100000"/>
              </a:lnSpc>
            </a:pPr>
            <a:r>
              <a:rPr sz="2400" dirty="0">
                <a:solidFill>
                  <a:srgbClr val="FFFFFF"/>
                </a:solidFill>
                <a:latin typeface="Tahoma"/>
                <a:cs typeface="Tahoma"/>
              </a:rPr>
              <a:t>git</a:t>
            </a:r>
            <a:r>
              <a:rPr sz="2400" spc="-5" dirty="0">
                <a:solidFill>
                  <a:srgbClr val="FFFFFF"/>
                </a:solidFill>
                <a:latin typeface="Tahoma"/>
                <a:cs typeface="Tahoma"/>
              </a:rPr>
              <a:t> </a:t>
            </a:r>
            <a:r>
              <a:rPr sz="2400" dirty="0">
                <a:solidFill>
                  <a:srgbClr val="FFFFFF"/>
                </a:solidFill>
                <a:latin typeface="Tahoma"/>
                <a:cs typeface="Tahoma"/>
              </a:rPr>
              <a:t>config --global user.name</a:t>
            </a:r>
            <a:r>
              <a:rPr sz="2400" spc="-5" dirty="0">
                <a:solidFill>
                  <a:srgbClr val="FFFFFF"/>
                </a:solidFill>
                <a:latin typeface="Tahoma"/>
                <a:cs typeface="Tahoma"/>
              </a:rPr>
              <a:t> </a:t>
            </a:r>
            <a:r>
              <a:rPr sz="2400" spc="-50" dirty="0">
                <a:solidFill>
                  <a:srgbClr val="FFFFFF"/>
                </a:solidFill>
                <a:latin typeface="Tahoma"/>
                <a:cs typeface="Tahoma"/>
              </a:rPr>
              <a:t>"{name}" </a:t>
            </a:r>
            <a:r>
              <a:rPr sz="2400" dirty="0">
                <a:solidFill>
                  <a:srgbClr val="FFFFFF"/>
                </a:solidFill>
                <a:latin typeface="Tahoma"/>
                <a:cs typeface="Tahoma"/>
              </a:rPr>
              <a:t>git</a:t>
            </a:r>
            <a:r>
              <a:rPr sz="2400" spc="5" dirty="0">
                <a:solidFill>
                  <a:srgbClr val="FFFFFF"/>
                </a:solidFill>
                <a:latin typeface="Tahoma"/>
                <a:cs typeface="Tahoma"/>
              </a:rPr>
              <a:t> </a:t>
            </a:r>
            <a:r>
              <a:rPr sz="2400" dirty="0">
                <a:solidFill>
                  <a:srgbClr val="FFFFFF"/>
                </a:solidFill>
                <a:latin typeface="Tahoma"/>
                <a:cs typeface="Tahoma"/>
              </a:rPr>
              <a:t>config</a:t>
            </a:r>
            <a:r>
              <a:rPr sz="2400" spc="10" dirty="0">
                <a:solidFill>
                  <a:srgbClr val="FFFFFF"/>
                </a:solidFill>
                <a:latin typeface="Tahoma"/>
                <a:cs typeface="Tahoma"/>
              </a:rPr>
              <a:t> </a:t>
            </a:r>
            <a:r>
              <a:rPr sz="2400" dirty="0">
                <a:solidFill>
                  <a:srgbClr val="FFFFFF"/>
                </a:solidFill>
                <a:latin typeface="Tahoma"/>
                <a:cs typeface="Tahoma"/>
              </a:rPr>
              <a:t>--global</a:t>
            </a:r>
            <a:r>
              <a:rPr sz="2400" spc="5" dirty="0">
                <a:solidFill>
                  <a:srgbClr val="FFFFFF"/>
                </a:solidFill>
                <a:latin typeface="Tahoma"/>
                <a:cs typeface="Tahoma"/>
              </a:rPr>
              <a:t> </a:t>
            </a:r>
            <a:r>
              <a:rPr sz="2400" spc="-10" dirty="0">
                <a:solidFill>
                  <a:srgbClr val="FFFFFF"/>
                </a:solidFill>
                <a:latin typeface="Tahoma"/>
                <a:cs typeface="Tahoma"/>
              </a:rPr>
              <a:t>user.email</a:t>
            </a:r>
            <a:r>
              <a:rPr sz="2400" spc="10" dirty="0">
                <a:solidFill>
                  <a:srgbClr val="FFFFFF"/>
                </a:solidFill>
                <a:latin typeface="Tahoma"/>
                <a:cs typeface="Tahoma"/>
              </a:rPr>
              <a:t> </a:t>
            </a:r>
            <a:r>
              <a:rPr sz="2400" spc="-10" dirty="0">
                <a:solidFill>
                  <a:srgbClr val="FFFFFF"/>
                </a:solidFill>
                <a:latin typeface="Tahoma"/>
                <a:cs typeface="Tahoma"/>
              </a:rPr>
              <a:t>"{email}"</a:t>
            </a:r>
            <a:endParaRPr sz="2400">
              <a:latin typeface="Tahoma"/>
              <a:cs typeface="Tahoma"/>
            </a:endParaRPr>
          </a:p>
          <a:p>
            <a:pPr>
              <a:lnSpc>
                <a:spcPct val="100000"/>
              </a:lnSpc>
              <a:spcBef>
                <a:spcPts val="1420"/>
              </a:spcBef>
            </a:pPr>
            <a:endParaRPr sz="2400">
              <a:latin typeface="Tahoma"/>
              <a:cs typeface="Tahoma"/>
            </a:endParaRPr>
          </a:p>
          <a:p>
            <a:pPr marL="12700">
              <a:lnSpc>
                <a:spcPct val="100000"/>
              </a:lnSpc>
            </a:pPr>
            <a:r>
              <a:rPr sz="2400" spc="-110" dirty="0">
                <a:solidFill>
                  <a:srgbClr val="FFFFFF"/>
                </a:solidFill>
                <a:latin typeface="Tahoma"/>
                <a:cs typeface="Tahoma"/>
              </a:rPr>
              <a:t>{email}</a:t>
            </a:r>
            <a:r>
              <a:rPr sz="2400" spc="-50" dirty="0">
                <a:solidFill>
                  <a:srgbClr val="FFFFFF"/>
                </a:solidFill>
                <a:latin typeface="Tahoma"/>
                <a:cs typeface="Tahoma"/>
              </a:rPr>
              <a:t> </a:t>
            </a:r>
            <a:r>
              <a:rPr sz="2400" dirty="0">
                <a:solidFill>
                  <a:srgbClr val="FFFFFF"/>
                </a:solidFill>
                <a:latin typeface="Tahoma"/>
                <a:cs typeface="Tahoma"/>
              </a:rPr>
              <a:t>is</a:t>
            </a:r>
            <a:r>
              <a:rPr sz="2400" spc="-45" dirty="0">
                <a:solidFill>
                  <a:srgbClr val="FFFFFF"/>
                </a:solidFill>
                <a:latin typeface="Tahoma"/>
                <a:cs typeface="Tahoma"/>
              </a:rPr>
              <a:t> </a:t>
            </a:r>
            <a:r>
              <a:rPr sz="2400" dirty="0">
                <a:solidFill>
                  <a:srgbClr val="FFFFFF"/>
                </a:solidFill>
                <a:latin typeface="Tahoma"/>
                <a:cs typeface="Tahoma"/>
              </a:rPr>
              <a:t>the</a:t>
            </a:r>
            <a:r>
              <a:rPr sz="2400" spc="-50" dirty="0">
                <a:solidFill>
                  <a:srgbClr val="FFFFFF"/>
                </a:solidFill>
                <a:latin typeface="Tahoma"/>
                <a:cs typeface="Tahoma"/>
              </a:rPr>
              <a:t> </a:t>
            </a:r>
            <a:r>
              <a:rPr sz="2400" dirty="0">
                <a:solidFill>
                  <a:srgbClr val="FFFFFF"/>
                </a:solidFill>
                <a:latin typeface="Tahoma"/>
                <a:cs typeface="Tahoma"/>
              </a:rPr>
              <a:t>email</a:t>
            </a:r>
            <a:r>
              <a:rPr sz="2400" spc="-45" dirty="0">
                <a:solidFill>
                  <a:srgbClr val="FFFFFF"/>
                </a:solidFill>
                <a:latin typeface="Tahoma"/>
                <a:cs typeface="Tahoma"/>
              </a:rPr>
              <a:t> </a:t>
            </a:r>
            <a:r>
              <a:rPr sz="2400" dirty="0">
                <a:solidFill>
                  <a:srgbClr val="FFFFFF"/>
                </a:solidFill>
                <a:latin typeface="Tahoma"/>
                <a:cs typeface="Tahoma"/>
              </a:rPr>
              <a:t>you</a:t>
            </a:r>
            <a:r>
              <a:rPr sz="2400" spc="-45" dirty="0">
                <a:solidFill>
                  <a:srgbClr val="FFFFFF"/>
                </a:solidFill>
                <a:latin typeface="Tahoma"/>
                <a:cs typeface="Tahoma"/>
              </a:rPr>
              <a:t> </a:t>
            </a:r>
            <a:r>
              <a:rPr sz="2400" dirty="0">
                <a:solidFill>
                  <a:srgbClr val="FFFFFF"/>
                </a:solidFill>
                <a:latin typeface="Tahoma"/>
                <a:cs typeface="Tahoma"/>
              </a:rPr>
              <a:t>use</a:t>
            </a:r>
            <a:r>
              <a:rPr sz="2400" spc="-50" dirty="0">
                <a:solidFill>
                  <a:srgbClr val="FFFFFF"/>
                </a:solidFill>
                <a:latin typeface="Tahoma"/>
                <a:cs typeface="Tahoma"/>
              </a:rPr>
              <a:t> </a:t>
            </a:r>
            <a:r>
              <a:rPr sz="2400" dirty="0">
                <a:solidFill>
                  <a:srgbClr val="FFFFFF"/>
                </a:solidFill>
                <a:latin typeface="Tahoma"/>
                <a:cs typeface="Tahoma"/>
              </a:rPr>
              <a:t>on</a:t>
            </a:r>
            <a:r>
              <a:rPr sz="2400" spc="-45" dirty="0">
                <a:solidFill>
                  <a:srgbClr val="FFFFFF"/>
                </a:solidFill>
                <a:latin typeface="Tahoma"/>
                <a:cs typeface="Tahoma"/>
              </a:rPr>
              <a:t> </a:t>
            </a:r>
            <a:r>
              <a:rPr sz="2400" spc="-10" dirty="0">
                <a:solidFill>
                  <a:srgbClr val="FFFFFF"/>
                </a:solidFill>
                <a:latin typeface="Tahoma"/>
                <a:cs typeface="Tahoma"/>
              </a:rPr>
              <a:t>gitlab</a:t>
            </a:r>
            <a:endParaRPr sz="2400">
              <a:latin typeface="Tahoma"/>
              <a:cs typeface="Tahoma"/>
            </a:endParaRPr>
          </a:p>
        </p:txBody>
      </p:sp>
      <p:sp>
        <p:nvSpPr>
          <p:cNvPr id="8" name="object 8"/>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89</a:t>
            </a:fld>
            <a:endParaRPr spc="-25"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90</a:t>
            </a:fld>
            <a:endParaRPr spc="-25" dirty="0"/>
          </a:p>
        </p:txBody>
      </p:sp>
      <p:sp>
        <p:nvSpPr>
          <p:cNvPr id="2" name="object 2"/>
          <p:cNvSpPr txBox="1">
            <a:spLocks noGrp="1"/>
          </p:cNvSpPr>
          <p:nvPr>
            <p:ph type="title"/>
          </p:nvPr>
        </p:nvSpPr>
        <p:spPr>
          <a:xfrm>
            <a:off x="4367371" y="861059"/>
            <a:ext cx="4265930" cy="1244600"/>
          </a:xfrm>
          <a:prstGeom prst="rect">
            <a:avLst/>
          </a:prstGeom>
        </p:spPr>
        <p:txBody>
          <a:bodyPr vert="horz" wrap="square" lIns="0" tIns="12700" rIns="0" bIns="0" rtlCol="0">
            <a:spAutoFit/>
          </a:bodyPr>
          <a:lstStyle/>
          <a:p>
            <a:pPr marL="12700">
              <a:lnSpc>
                <a:spcPct val="100000"/>
              </a:lnSpc>
              <a:spcBef>
                <a:spcPts val="100"/>
              </a:spcBef>
            </a:pPr>
            <a:r>
              <a:rPr spc="-10" dirty="0"/>
              <a:t>Workflow</a:t>
            </a:r>
          </a:p>
        </p:txBody>
      </p:sp>
      <p:sp>
        <p:nvSpPr>
          <p:cNvPr id="3" name="object 3"/>
          <p:cNvSpPr txBox="1"/>
          <p:nvPr/>
        </p:nvSpPr>
        <p:spPr>
          <a:xfrm>
            <a:off x="987425" y="2588336"/>
            <a:ext cx="10121265" cy="6035040"/>
          </a:xfrm>
          <a:prstGeom prst="rect">
            <a:avLst/>
          </a:prstGeom>
        </p:spPr>
        <p:txBody>
          <a:bodyPr vert="horz" wrap="square" lIns="0" tIns="12700" rIns="0" bIns="0" rtlCol="0">
            <a:spAutoFit/>
          </a:bodyPr>
          <a:lstStyle/>
          <a:p>
            <a:pPr marL="372110" indent="-359410">
              <a:lnSpc>
                <a:spcPct val="100000"/>
              </a:lnSpc>
              <a:spcBef>
                <a:spcPts val="100"/>
              </a:spcBef>
              <a:buSzPct val="74137"/>
              <a:buChar char="•"/>
              <a:tabLst>
                <a:tab pos="372110" algn="l"/>
              </a:tabLst>
            </a:pPr>
            <a:r>
              <a:rPr sz="2900" dirty="0">
                <a:latin typeface="Tahoma"/>
                <a:cs typeface="Tahoma"/>
              </a:rPr>
              <a:t>For</a:t>
            </a:r>
            <a:r>
              <a:rPr sz="2900" spc="-90" dirty="0">
                <a:latin typeface="Tahoma"/>
                <a:cs typeface="Tahoma"/>
              </a:rPr>
              <a:t> </a:t>
            </a:r>
            <a:r>
              <a:rPr sz="2900" spc="55" dirty="0">
                <a:latin typeface="Tahoma"/>
                <a:cs typeface="Tahoma"/>
              </a:rPr>
              <a:t>each</a:t>
            </a:r>
            <a:r>
              <a:rPr sz="2900" spc="-90" dirty="0">
                <a:latin typeface="Tahoma"/>
                <a:cs typeface="Tahoma"/>
              </a:rPr>
              <a:t> </a:t>
            </a:r>
            <a:r>
              <a:rPr sz="2900" dirty="0">
                <a:latin typeface="Tahoma"/>
                <a:cs typeface="Tahoma"/>
              </a:rPr>
              <a:t>lab,</a:t>
            </a:r>
            <a:r>
              <a:rPr sz="2900" spc="-95" dirty="0">
                <a:latin typeface="Tahoma"/>
                <a:cs typeface="Tahoma"/>
              </a:rPr>
              <a:t> </a:t>
            </a:r>
            <a:r>
              <a:rPr sz="2900" dirty="0">
                <a:latin typeface="Tahoma"/>
                <a:cs typeface="Tahoma"/>
              </a:rPr>
              <a:t>you</a:t>
            </a:r>
            <a:r>
              <a:rPr sz="2900" spc="-90" dirty="0">
                <a:latin typeface="Tahoma"/>
                <a:cs typeface="Tahoma"/>
              </a:rPr>
              <a:t> </a:t>
            </a:r>
            <a:r>
              <a:rPr sz="2900" spc="50" dirty="0">
                <a:latin typeface="Tahoma"/>
                <a:cs typeface="Tahoma"/>
              </a:rPr>
              <a:t>should</a:t>
            </a:r>
            <a:r>
              <a:rPr sz="2900" spc="-95" dirty="0">
                <a:latin typeface="Tahoma"/>
                <a:cs typeface="Tahoma"/>
              </a:rPr>
              <a:t> </a:t>
            </a:r>
            <a:r>
              <a:rPr sz="2900" dirty="0">
                <a:latin typeface="Tahoma"/>
                <a:cs typeface="Tahoma"/>
              </a:rPr>
              <a:t>follow</a:t>
            </a:r>
            <a:r>
              <a:rPr sz="2900" spc="-95" dirty="0">
                <a:latin typeface="Tahoma"/>
                <a:cs typeface="Tahoma"/>
              </a:rPr>
              <a:t> </a:t>
            </a:r>
            <a:r>
              <a:rPr sz="2900" dirty="0">
                <a:latin typeface="Tahoma"/>
                <a:cs typeface="Tahoma"/>
              </a:rPr>
              <a:t>the</a:t>
            </a:r>
            <a:r>
              <a:rPr sz="2900" spc="-90" dirty="0">
                <a:latin typeface="Tahoma"/>
                <a:cs typeface="Tahoma"/>
              </a:rPr>
              <a:t> </a:t>
            </a:r>
            <a:r>
              <a:rPr sz="2900" dirty="0">
                <a:latin typeface="Tahoma"/>
                <a:cs typeface="Tahoma"/>
              </a:rPr>
              <a:t>workflow</a:t>
            </a:r>
            <a:r>
              <a:rPr sz="2900" spc="-95" dirty="0">
                <a:latin typeface="Tahoma"/>
                <a:cs typeface="Tahoma"/>
              </a:rPr>
              <a:t> </a:t>
            </a:r>
            <a:r>
              <a:rPr sz="2900" spc="-10" dirty="0">
                <a:latin typeface="Tahoma"/>
                <a:cs typeface="Tahoma"/>
              </a:rPr>
              <a:t>below</a:t>
            </a:r>
            <a:endParaRPr sz="2900">
              <a:latin typeface="Tahoma"/>
              <a:cs typeface="Tahoma"/>
            </a:endParaRPr>
          </a:p>
          <a:p>
            <a:pPr marL="1040765" lvl="1" indent="-636905">
              <a:lnSpc>
                <a:spcPct val="100000"/>
              </a:lnSpc>
              <a:spcBef>
                <a:spcPts val="3050"/>
              </a:spcBef>
              <a:buAutoNum type="arabicPeriod"/>
              <a:tabLst>
                <a:tab pos="1040765" algn="l"/>
              </a:tabLst>
            </a:pPr>
            <a:r>
              <a:rPr sz="2900" dirty="0">
                <a:solidFill>
                  <a:srgbClr val="BDC3C7"/>
                </a:solidFill>
                <a:latin typeface="Tahoma"/>
                <a:cs typeface="Tahoma"/>
              </a:rPr>
              <a:t>Fork</a:t>
            </a:r>
            <a:r>
              <a:rPr sz="2900" spc="-80" dirty="0">
                <a:solidFill>
                  <a:srgbClr val="BDC3C7"/>
                </a:solidFill>
                <a:latin typeface="Tahoma"/>
                <a:cs typeface="Tahoma"/>
              </a:rPr>
              <a:t> </a:t>
            </a:r>
            <a:r>
              <a:rPr sz="2900" dirty="0">
                <a:solidFill>
                  <a:srgbClr val="BDC3C7"/>
                </a:solidFill>
                <a:latin typeface="Tahoma"/>
                <a:cs typeface="Tahoma"/>
              </a:rPr>
              <a:t>our</a:t>
            </a:r>
            <a:r>
              <a:rPr sz="2900" spc="-80" dirty="0">
                <a:solidFill>
                  <a:srgbClr val="BDC3C7"/>
                </a:solidFill>
                <a:latin typeface="Tahoma"/>
                <a:cs typeface="Tahoma"/>
              </a:rPr>
              <a:t> </a:t>
            </a:r>
            <a:r>
              <a:rPr sz="2900" dirty="0">
                <a:solidFill>
                  <a:srgbClr val="BDC3C7"/>
                </a:solidFill>
                <a:latin typeface="Tahoma"/>
                <a:cs typeface="Tahoma"/>
              </a:rPr>
              <a:t>template</a:t>
            </a:r>
            <a:r>
              <a:rPr sz="2900" spc="-75" dirty="0">
                <a:solidFill>
                  <a:srgbClr val="BDC3C7"/>
                </a:solidFill>
                <a:latin typeface="Tahoma"/>
                <a:cs typeface="Tahoma"/>
              </a:rPr>
              <a:t> </a:t>
            </a:r>
            <a:r>
              <a:rPr sz="2900" dirty="0">
                <a:solidFill>
                  <a:srgbClr val="BDC3C7"/>
                </a:solidFill>
                <a:latin typeface="Tahoma"/>
                <a:cs typeface="Tahoma"/>
              </a:rPr>
              <a:t>repository</a:t>
            </a:r>
            <a:r>
              <a:rPr sz="2900" spc="-80" dirty="0">
                <a:solidFill>
                  <a:srgbClr val="BDC3C7"/>
                </a:solidFill>
                <a:latin typeface="Tahoma"/>
                <a:cs typeface="Tahoma"/>
              </a:rPr>
              <a:t> </a:t>
            </a:r>
            <a:r>
              <a:rPr sz="2900" dirty="0">
                <a:solidFill>
                  <a:srgbClr val="BDC3C7"/>
                </a:solidFill>
                <a:latin typeface="Tahoma"/>
                <a:cs typeface="Tahoma"/>
              </a:rPr>
              <a:t>on</a:t>
            </a:r>
            <a:r>
              <a:rPr sz="2900" spc="-80" dirty="0">
                <a:solidFill>
                  <a:srgbClr val="BDC3C7"/>
                </a:solidFill>
                <a:latin typeface="Tahoma"/>
                <a:cs typeface="Tahoma"/>
              </a:rPr>
              <a:t> </a:t>
            </a:r>
            <a:r>
              <a:rPr sz="2900" spc="-10" dirty="0">
                <a:solidFill>
                  <a:srgbClr val="BDC3C7"/>
                </a:solidFill>
                <a:latin typeface="Tahoma"/>
                <a:cs typeface="Tahoma"/>
              </a:rPr>
              <a:t>Gitlab</a:t>
            </a:r>
            <a:endParaRPr sz="2900">
              <a:latin typeface="Tahoma"/>
              <a:cs typeface="Tahoma"/>
            </a:endParaRPr>
          </a:p>
          <a:p>
            <a:pPr marL="1040765" lvl="1" indent="-636905">
              <a:lnSpc>
                <a:spcPct val="100000"/>
              </a:lnSpc>
              <a:spcBef>
                <a:spcPts val="2955"/>
              </a:spcBef>
              <a:buAutoNum type="arabicPeriod"/>
              <a:tabLst>
                <a:tab pos="1040765" algn="l"/>
              </a:tabLst>
            </a:pPr>
            <a:r>
              <a:rPr sz="2900" spc="80" dirty="0">
                <a:solidFill>
                  <a:srgbClr val="BDC3C7"/>
                </a:solidFill>
                <a:latin typeface="Tahoma"/>
                <a:cs typeface="Tahoma"/>
              </a:rPr>
              <a:t>Clone</a:t>
            </a:r>
            <a:r>
              <a:rPr sz="2900" spc="-95" dirty="0">
                <a:solidFill>
                  <a:srgbClr val="BDC3C7"/>
                </a:solidFill>
                <a:latin typeface="Tahoma"/>
                <a:cs typeface="Tahoma"/>
              </a:rPr>
              <a:t> </a:t>
            </a:r>
            <a:r>
              <a:rPr sz="2900" dirty="0">
                <a:solidFill>
                  <a:srgbClr val="BDC3C7"/>
                </a:solidFill>
                <a:latin typeface="Tahoma"/>
                <a:cs typeface="Tahoma"/>
              </a:rPr>
              <a:t>the</a:t>
            </a:r>
            <a:r>
              <a:rPr sz="2900" spc="-90" dirty="0">
                <a:solidFill>
                  <a:srgbClr val="BDC3C7"/>
                </a:solidFill>
                <a:latin typeface="Tahoma"/>
                <a:cs typeface="Tahoma"/>
              </a:rPr>
              <a:t> </a:t>
            </a:r>
            <a:r>
              <a:rPr sz="3600" b="1" spc="-135" dirty="0">
                <a:latin typeface="Tahoma"/>
                <a:cs typeface="Tahoma"/>
              </a:rPr>
              <a:t>forked</a:t>
            </a:r>
            <a:r>
              <a:rPr sz="3600" b="1" spc="-235" dirty="0">
                <a:latin typeface="Tahoma"/>
                <a:cs typeface="Tahoma"/>
              </a:rPr>
              <a:t> </a:t>
            </a:r>
            <a:r>
              <a:rPr sz="2900" dirty="0">
                <a:solidFill>
                  <a:srgbClr val="BDC3C7"/>
                </a:solidFill>
                <a:latin typeface="Tahoma"/>
                <a:cs typeface="Tahoma"/>
              </a:rPr>
              <a:t>repository</a:t>
            </a:r>
            <a:r>
              <a:rPr sz="2900" spc="-95" dirty="0">
                <a:solidFill>
                  <a:srgbClr val="BDC3C7"/>
                </a:solidFill>
                <a:latin typeface="Tahoma"/>
                <a:cs typeface="Tahoma"/>
              </a:rPr>
              <a:t> </a:t>
            </a:r>
            <a:r>
              <a:rPr sz="2900" dirty="0">
                <a:solidFill>
                  <a:srgbClr val="BDC3C7"/>
                </a:solidFill>
                <a:latin typeface="Tahoma"/>
                <a:cs typeface="Tahoma"/>
              </a:rPr>
              <a:t>to</a:t>
            </a:r>
            <a:r>
              <a:rPr sz="2900" spc="-90" dirty="0">
                <a:solidFill>
                  <a:srgbClr val="BDC3C7"/>
                </a:solidFill>
                <a:latin typeface="Tahoma"/>
                <a:cs typeface="Tahoma"/>
              </a:rPr>
              <a:t> </a:t>
            </a:r>
            <a:r>
              <a:rPr sz="2900" dirty="0">
                <a:solidFill>
                  <a:srgbClr val="BDC3C7"/>
                </a:solidFill>
                <a:latin typeface="Tahoma"/>
                <a:cs typeface="Tahoma"/>
              </a:rPr>
              <a:t>your</a:t>
            </a:r>
            <a:r>
              <a:rPr sz="2900" spc="-95" dirty="0">
                <a:solidFill>
                  <a:srgbClr val="BDC3C7"/>
                </a:solidFill>
                <a:latin typeface="Tahoma"/>
                <a:cs typeface="Tahoma"/>
              </a:rPr>
              <a:t> </a:t>
            </a:r>
            <a:r>
              <a:rPr sz="2900" spc="-10" dirty="0">
                <a:solidFill>
                  <a:srgbClr val="BDC3C7"/>
                </a:solidFill>
                <a:latin typeface="Tahoma"/>
                <a:cs typeface="Tahoma"/>
              </a:rPr>
              <a:t>computer</a:t>
            </a:r>
            <a:endParaRPr sz="2900">
              <a:latin typeface="Tahoma"/>
              <a:cs typeface="Tahoma"/>
            </a:endParaRPr>
          </a:p>
          <a:p>
            <a:pPr marL="1040765" lvl="1" indent="-636905">
              <a:lnSpc>
                <a:spcPct val="100000"/>
              </a:lnSpc>
              <a:spcBef>
                <a:spcPts val="3065"/>
              </a:spcBef>
              <a:buAutoNum type="arabicPeriod"/>
              <a:tabLst>
                <a:tab pos="1040765" algn="l"/>
              </a:tabLst>
            </a:pPr>
            <a:r>
              <a:rPr sz="2900" dirty="0">
                <a:solidFill>
                  <a:srgbClr val="BDC3C7"/>
                </a:solidFill>
                <a:latin typeface="Tahoma"/>
                <a:cs typeface="Tahoma"/>
              </a:rPr>
              <a:t>Finish</a:t>
            </a:r>
            <a:r>
              <a:rPr sz="2900" spc="-10" dirty="0">
                <a:solidFill>
                  <a:srgbClr val="BDC3C7"/>
                </a:solidFill>
                <a:latin typeface="Tahoma"/>
                <a:cs typeface="Tahoma"/>
              </a:rPr>
              <a:t> </a:t>
            </a:r>
            <a:r>
              <a:rPr sz="2900" dirty="0">
                <a:solidFill>
                  <a:srgbClr val="BDC3C7"/>
                </a:solidFill>
                <a:latin typeface="Tahoma"/>
                <a:cs typeface="Tahoma"/>
              </a:rPr>
              <a:t>your</a:t>
            </a:r>
            <a:r>
              <a:rPr sz="2900" spc="-5" dirty="0">
                <a:solidFill>
                  <a:srgbClr val="BDC3C7"/>
                </a:solidFill>
                <a:latin typeface="Tahoma"/>
                <a:cs typeface="Tahoma"/>
              </a:rPr>
              <a:t> </a:t>
            </a:r>
            <a:r>
              <a:rPr sz="2900" spc="-25" dirty="0">
                <a:solidFill>
                  <a:srgbClr val="BDC3C7"/>
                </a:solidFill>
                <a:latin typeface="Tahoma"/>
                <a:cs typeface="Tahoma"/>
              </a:rPr>
              <a:t>lab</a:t>
            </a:r>
            <a:endParaRPr sz="2900">
              <a:latin typeface="Tahoma"/>
              <a:cs typeface="Tahoma"/>
            </a:endParaRPr>
          </a:p>
          <a:p>
            <a:pPr marL="1040765" lvl="1" indent="-636905">
              <a:lnSpc>
                <a:spcPct val="100000"/>
              </a:lnSpc>
              <a:spcBef>
                <a:spcPts val="3050"/>
              </a:spcBef>
              <a:buAutoNum type="arabicPeriod"/>
              <a:tabLst>
                <a:tab pos="1040765" algn="l"/>
              </a:tabLst>
            </a:pPr>
            <a:r>
              <a:rPr sz="2900" spc="60" dirty="0">
                <a:solidFill>
                  <a:srgbClr val="BDC3C7"/>
                </a:solidFill>
                <a:latin typeface="Tahoma"/>
                <a:cs typeface="Tahoma"/>
              </a:rPr>
              <a:t>Commit</a:t>
            </a:r>
            <a:r>
              <a:rPr sz="2900" spc="-120" dirty="0">
                <a:solidFill>
                  <a:srgbClr val="BDC3C7"/>
                </a:solidFill>
                <a:latin typeface="Tahoma"/>
                <a:cs typeface="Tahoma"/>
              </a:rPr>
              <a:t> </a:t>
            </a:r>
            <a:r>
              <a:rPr sz="2900" dirty="0">
                <a:solidFill>
                  <a:srgbClr val="BDC3C7"/>
                </a:solidFill>
                <a:latin typeface="Tahoma"/>
                <a:cs typeface="Tahoma"/>
              </a:rPr>
              <a:t>in</a:t>
            </a:r>
            <a:r>
              <a:rPr sz="2900" spc="-110" dirty="0">
                <a:solidFill>
                  <a:srgbClr val="BDC3C7"/>
                </a:solidFill>
                <a:latin typeface="Tahoma"/>
                <a:cs typeface="Tahoma"/>
              </a:rPr>
              <a:t> </a:t>
            </a:r>
            <a:r>
              <a:rPr sz="2900" dirty="0">
                <a:solidFill>
                  <a:srgbClr val="BDC3C7"/>
                </a:solidFill>
                <a:latin typeface="Tahoma"/>
                <a:cs typeface="Tahoma"/>
              </a:rPr>
              <a:t>your</a:t>
            </a:r>
            <a:r>
              <a:rPr sz="2900" spc="-110" dirty="0">
                <a:solidFill>
                  <a:srgbClr val="BDC3C7"/>
                </a:solidFill>
                <a:latin typeface="Tahoma"/>
                <a:cs typeface="Tahoma"/>
              </a:rPr>
              <a:t> </a:t>
            </a:r>
            <a:r>
              <a:rPr sz="2900" spc="-10" dirty="0">
                <a:solidFill>
                  <a:srgbClr val="BDC3C7"/>
                </a:solidFill>
                <a:latin typeface="Tahoma"/>
                <a:cs typeface="Tahoma"/>
              </a:rPr>
              <a:t>computer</a:t>
            </a:r>
            <a:endParaRPr sz="2900">
              <a:latin typeface="Tahoma"/>
              <a:cs typeface="Tahoma"/>
            </a:endParaRPr>
          </a:p>
          <a:p>
            <a:pPr marL="1040765" lvl="1" indent="-636905">
              <a:lnSpc>
                <a:spcPct val="100000"/>
              </a:lnSpc>
              <a:spcBef>
                <a:spcPts val="3055"/>
              </a:spcBef>
              <a:buAutoNum type="arabicPeriod"/>
              <a:tabLst>
                <a:tab pos="1040765" algn="l"/>
              </a:tabLst>
            </a:pPr>
            <a:r>
              <a:rPr sz="2900" spc="80" dirty="0">
                <a:solidFill>
                  <a:srgbClr val="262626"/>
                </a:solidFill>
                <a:latin typeface="Tahoma"/>
                <a:cs typeface="Tahoma"/>
              </a:rPr>
              <a:t>Push</a:t>
            </a:r>
            <a:r>
              <a:rPr sz="2900" spc="-114" dirty="0">
                <a:solidFill>
                  <a:srgbClr val="262626"/>
                </a:solidFill>
                <a:latin typeface="Tahoma"/>
                <a:cs typeface="Tahoma"/>
              </a:rPr>
              <a:t> </a:t>
            </a:r>
            <a:r>
              <a:rPr sz="2900" dirty="0">
                <a:solidFill>
                  <a:srgbClr val="262626"/>
                </a:solidFill>
                <a:latin typeface="Tahoma"/>
                <a:cs typeface="Tahoma"/>
              </a:rPr>
              <a:t>to</a:t>
            </a:r>
            <a:r>
              <a:rPr sz="2900" spc="-114" dirty="0">
                <a:solidFill>
                  <a:srgbClr val="262626"/>
                </a:solidFill>
                <a:latin typeface="Tahoma"/>
                <a:cs typeface="Tahoma"/>
              </a:rPr>
              <a:t> </a:t>
            </a:r>
            <a:r>
              <a:rPr sz="2900" spc="-10" dirty="0">
                <a:solidFill>
                  <a:srgbClr val="262626"/>
                </a:solidFill>
                <a:latin typeface="Tahoma"/>
                <a:cs typeface="Tahoma"/>
              </a:rPr>
              <a:t>Gitlab</a:t>
            </a:r>
            <a:endParaRPr sz="2900">
              <a:latin typeface="Tahoma"/>
              <a:cs typeface="Tahoma"/>
            </a:endParaRPr>
          </a:p>
          <a:p>
            <a:pPr marL="1041400" marR="5080" lvl="1" indent="-637540">
              <a:lnSpc>
                <a:spcPct val="90700"/>
              </a:lnSpc>
              <a:spcBef>
                <a:spcPts val="3359"/>
              </a:spcBef>
              <a:buAutoNum type="arabicPeriod"/>
              <a:tabLst>
                <a:tab pos="1041400" algn="l"/>
              </a:tabLst>
            </a:pPr>
            <a:r>
              <a:rPr sz="2900" spc="90" dirty="0">
                <a:solidFill>
                  <a:srgbClr val="BDC3C7"/>
                </a:solidFill>
                <a:latin typeface="Tahoma"/>
                <a:cs typeface="Tahoma"/>
              </a:rPr>
              <a:t>Send</a:t>
            </a:r>
            <a:r>
              <a:rPr sz="2900" spc="-110" dirty="0">
                <a:solidFill>
                  <a:srgbClr val="BDC3C7"/>
                </a:solidFill>
                <a:latin typeface="Tahoma"/>
                <a:cs typeface="Tahoma"/>
              </a:rPr>
              <a:t> </a:t>
            </a:r>
            <a:r>
              <a:rPr sz="2900" dirty="0">
                <a:solidFill>
                  <a:srgbClr val="BDC3C7"/>
                </a:solidFill>
                <a:latin typeface="Tahoma"/>
                <a:cs typeface="Tahoma"/>
              </a:rPr>
              <a:t>merge</a:t>
            </a:r>
            <a:r>
              <a:rPr sz="2900" spc="-105" dirty="0">
                <a:solidFill>
                  <a:srgbClr val="BDC3C7"/>
                </a:solidFill>
                <a:latin typeface="Tahoma"/>
                <a:cs typeface="Tahoma"/>
              </a:rPr>
              <a:t> </a:t>
            </a:r>
            <a:r>
              <a:rPr sz="2900" dirty="0">
                <a:solidFill>
                  <a:srgbClr val="BDC3C7"/>
                </a:solidFill>
                <a:latin typeface="Tahoma"/>
                <a:cs typeface="Tahoma"/>
              </a:rPr>
              <a:t>request</a:t>
            </a:r>
            <a:r>
              <a:rPr sz="2900" spc="-105" dirty="0">
                <a:solidFill>
                  <a:srgbClr val="BDC3C7"/>
                </a:solidFill>
                <a:latin typeface="Tahoma"/>
                <a:cs typeface="Tahoma"/>
              </a:rPr>
              <a:t> </a:t>
            </a:r>
            <a:r>
              <a:rPr sz="2900" dirty="0">
                <a:solidFill>
                  <a:srgbClr val="BDC3C7"/>
                </a:solidFill>
                <a:latin typeface="Tahoma"/>
                <a:cs typeface="Tahoma"/>
              </a:rPr>
              <a:t>of</a:t>
            </a:r>
            <a:r>
              <a:rPr sz="2900" spc="-75" dirty="0">
                <a:solidFill>
                  <a:srgbClr val="BDC3C7"/>
                </a:solidFill>
                <a:latin typeface="Tahoma"/>
                <a:cs typeface="Tahoma"/>
              </a:rPr>
              <a:t> </a:t>
            </a:r>
            <a:r>
              <a:rPr sz="3600" b="1" spc="-135" dirty="0">
                <a:latin typeface="Tahoma"/>
                <a:cs typeface="Tahoma"/>
              </a:rPr>
              <a:t>your</a:t>
            </a:r>
            <a:r>
              <a:rPr sz="3600" b="1" spc="-55" dirty="0">
                <a:latin typeface="Tahoma"/>
                <a:cs typeface="Tahoma"/>
              </a:rPr>
              <a:t> </a:t>
            </a:r>
            <a:r>
              <a:rPr sz="3600" b="1" spc="-105" dirty="0">
                <a:latin typeface="Tahoma"/>
                <a:cs typeface="Tahoma"/>
              </a:rPr>
              <a:t>branch</a:t>
            </a:r>
            <a:r>
              <a:rPr sz="3600" b="1" spc="-240" dirty="0">
                <a:latin typeface="Tahoma"/>
                <a:cs typeface="Tahoma"/>
              </a:rPr>
              <a:t> </a:t>
            </a:r>
            <a:r>
              <a:rPr sz="2900" dirty="0">
                <a:solidFill>
                  <a:srgbClr val="BDC3C7"/>
                </a:solidFill>
                <a:latin typeface="Tahoma"/>
                <a:cs typeface="Tahoma"/>
              </a:rPr>
              <a:t>to</a:t>
            </a:r>
            <a:r>
              <a:rPr sz="2900" spc="-100" dirty="0">
                <a:solidFill>
                  <a:srgbClr val="BDC3C7"/>
                </a:solidFill>
                <a:latin typeface="Tahoma"/>
                <a:cs typeface="Tahoma"/>
              </a:rPr>
              <a:t> </a:t>
            </a:r>
            <a:r>
              <a:rPr sz="2900" dirty="0">
                <a:solidFill>
                  <a:srgbClr val="BDC3C7"/>
                </a:solidFill>
                <a:latin typeface="Tahoma"/>
                <a:cs typeface="Tahoma"/>
              </a:rPr>
              <a:t>our</a:t>
            </a:r>
            <a:r>
              <a:rPr sz="2900" spc="-105" dirty="0">
                <a:solidFill>
                  <a:srgbClr val="BDC3C7"/>
                </a:solidFill>
                <a:latin typeface="Tahoma"/>
                <a:cs typeface="Tahoma"/>
              </a:rPr>
              <a:t> </a:t>
            </a:r>
            <a:r>
              <a:rPr sz="2900" spc="-10" dirty="0">
                <a:solidFill>
                  <a:srgbClr val="BDC3C7"/>
                </a:solidFill>
                <a:latin typeface="Tahoma"/>
                <a:cs typeface="Tahoma"/>
              </a:rPr>
              <a:t>template repository</a:t>
            </a:r>
            <a:endParaRPr sz="2900">
              <a:latin typeface="Tahoma"/>
              <a:cs typeface="Tahoma"/>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3004800" cy="9753600"/>
          </a:xfrm>
          <a:custGeom>
            <a:avLst/>
            <a:gdLst/>
            <a:ahLst/>
            <a:cxnLst/>
            <a:rect l="l" t="t" r="r" b="b"/>
            <a:pathLst>
              <a:path w="13004800" h="9753600">
                <a:moveTo>
                  <a:pt x="13004799" y="9753599"/>
                </a:moveTo>
                <a:lnTo>
                  <a:pt x="0" y="9753599"/>
                </a:lnTo>
                <a:lnTo>
                  <a:pt x="0" y="0"/>
                </a:lnTo>
                <a:lnTo>
                  <a:pt x="13004799" y="0"/>
                </a:lnTo>
                <a:lnTo>
                  <a:pt x="13004799" y="9753599"/>
                </a:lnTo>
                <a:close/>
              </a:path>
            </a:pathLst>
          </a:custGeom>
          <a:solidFill>
            <a:srgbClr val="252D35"/>
          </a:solidFill>
        </p:spPr>
        <p:txBody>
          <a:bodyPr wrap="square" lIns="0" tIns="0" rIns="0" bIns="0" rtlCol="0"/>
          <a:lstStyle/>
          <a:p>
            <a:endParaRPr/>
          </a:p>
        </p:txBody>
      </p:sp>
      <p:grpSp>
        <p:nvGrpSpPr>
          <p:cNvPr id="3" name="object 3"/>
          <p:cNvGrpSpPr/>
          <p:nvPr/>
        </p:nvGrpSpPr>
        <p:grpSpPr>
          <a:xfrm>
            <a:off x="0" y="812800"/>
            <a:ext cx="13004800" cy="8128000"/>
            <a:chOff x="0" y="812800"/>
            <a:chExt cx="13004800" cy="8128000"/>
          </a:xfrm>
        </p:grpSpPr>
        <p:pic>
          <p:nvPicPr>
            <p:cNvPr id="4" name="object 4"/>
            <p:cNvPicPr/>
            <p:nvPr/>
          </p:nvPicPr>
          <p:blipFill>
            <a:blip r:embed="rId2" cstate="print"/>
            <a:stretch>
              <a:fillRect/>
            </a:stretch>
          </p:blipFill>
          <p:spPr>
            <a:xfrm>
              <a:off x="0" y="812800"/>
              <a:ext cx="13004799" cy="8127999"/>
            </a:xfrm>
            <a:prstGeom prst="rect">
              <a:avLst/>
            </a:prstGeom>
          </p:spPr>
        </p:pic>
        <p:pic>
          <p:nvPicPr>
            <p:cNvPr id="5" name="object 5"/>
            <p:cNvPicPr/>
            <p:nvPr/>
          </p:nvPicPr>
          <p:blipFill>
            <a:blip r:embed="rId3" cstate="print"/>
            <a:stretch>
              <a:fillRect/>
            </a:stretch>
          </p:blipFill>
          <p:spPr>
            <a:xfrm>
              <a:off x="0" y="837751"/>
              <a:ext cx="13004799" cy="7709348"/>
            </a:xfrm>
            <a:prstGeom prst="rect">
              <a:avLst/>
            </a:prstGeom>
          </p:spPr>
        </p:pic>
        <p:pic>
          <p:nvPicPr>
            <p:cNvPr id="6" name="object 6"/>
            <p:cNvPicPr/>
            <p:nvPr/>
          </p:nvPicPr>
          <p:blipFill>
            <a:blip r:embed="rId4" cstate="print"/>
            <a:stretch>
              <a:fillRect/>
            </a:stretch>
          </p:blipFill>
          <p:spPr>
            <a:xfrm>
              <a:off x="5933876" y="1028700"/>
              <a:ext cx="4786316" cy="738983"/>
            </a:xfrm>
            <a:prstGeom prst="rect">
              <a:avLst/>
            </a:prstGeom>
          </p:spPr>
        </p:pic>
        <p:sp>
          <p:nvSpPr>
            <p:cNvPr id="7" name="object 7"/>
            <p:cNvSpPr/>
            <p:nvPr/>
          </p:nvSpPr>
          <p:spPr>
            <a:xfrm>
              <a:off x="5971976" y="1041399"/>
              <a:ext cx="4710430" cy="662940"/>
            </a:xfrm>
            <a:custGeom>
              <a:avLst/>
              <a:gdLst/>
              <a:ahLst/>
              <a:cxnLst/>
              <a:rect l="l" t="t" r="r" b="b"/>
              <a:pathLst>
                <a:path w="4710430" h="662939">
                  <a:moveTo>
                    <a:pt x="4646659" y="662782"/>
                  </a:moveTo>
                  <a:lnTo>
                    <a:pt x="63455" y="662782"/>
                  </a:lnTo>
                  <a:lnTo>
                    <a:pt x="38729" y="657791"/>
                  </a:lnTo>
                  <a:lnTo>
                    <a:pt x="18562" y="644180"/>
                  </a:lnTo>
                  <a:lnTo>
                    <a:pt x="4977" y="623999"/>
                  </a:lnTo>
                  <a:lnTo>
                    <a:pt x="0" y="599296"/>
                  </a:lnTo>
                  <a:lnTo>
                    <a:pt x="0" y="228598"/>
                  </a:lnTo>
                  <a:lnTo>
                    <a:pt x="4977" y="203882"/>
                  </a:lnTo>
                  <a:lnTo>
                    <a:pt x="18562" y="183703"/>
                  </a:lnTo>
                  <a:lnTo>
                    <a:pt x="38729" y="170100"/>
                  </a:lnTo>
                  <a:lnTo>
                    <a:pt x="63455" y="165112"/>
                  </a:lnTo>
                  <a:lnTo>
                    <a:pt x="211954" y="165112"/>
                  </a:lnTo>
                  <a:lnTo>
                    <a:pt x="338866" y="0"/>
                  </a:lnTo>
                  <a:lnTo>
                    <a:pt x="466431" y="165112"/>
                  </a:lnTo>
                  <a:lnTo>
                    <a:pt x="4646659" y="165112"/>
                  </a:lnTo>
                  <a:lnTo>
                    <a:pt x="4671385" y="170100"/>
                  </a:lnTo>
                  <a:lnTo>
                    <a:pt x="4691553" y="183703"/>
                  </a:lnTo>
                  <a:lnTo>
                    <a:pt x="4705138" y="203882"/>
                  </a:lnTo>
                  <a:lnTo>
                    <a:pt x="4710116" y="228598"/>
                  </a:lnTo>
                  <a:lnTo>
                    <a:pt x="4710116" y="599296"/>
                  </a:lnTo>
                  <a:lnTo>
                    <a:pt x="4705138" y="623999"/>
                  </a:lnTo>
                  <a:lnTo>
                    <a:pt x="4691553" y="644180"/>
                  </a:lnTo>
                  <a:lnTo>
                    <a:pt x="4671385" y="657791"/>
                  </a:lnTo>
                  <a:lnTo>
                    <a:pt x="4646659" y="662782"/>
                  </a:lnTo>
                  <a:close/>
                </a:path>
              </a:pathLst>
            </a:custGeom>
            <a:solidFill>
              <a:srgbClr val="D45557"/>
            </a:solidFill>
          </p:spPr>
          <p:txBody>
            <a:bodyPr wrap="square" lIns="0" tIns="0" rIns="0" bIns="0" rtlCol="0"/>
            <a:lstStyle/>
            <a:p>
              <a:endParaRPr/>
            </a:p>
          </p:txBody>
        </p:sp>
      </p:grpSp>
      <p:sp>
        <p:nvSpPr>
          <p:cNvPr id="8" name="object 8"/>
          <p:cNvSpPr txBox="1"/>
          <p:nvPr/>
        </p:nvSpPr>
        <p:spPr>
          <a:xfrm>
            <a:off x="6235500" y="1165018"/>
            <a:ext cx="4335145" cy="391160"/>
          </a:xfrm>
          <a:prstGeom prst="rect">
            <a:avLst/>
          </a:prstGeom>
        </p:spPr>
        <p:txBody>
          <a:bodyPr vert="horz" wrap="square" lIns="0" tIns="12700" rIns="0" bIns="0" rtlCol="0">
            <a:spAutoFit/>
          </a:bodyPr>
          <a:lstStyle/>
          <a:p>
            <a:pPr marL="12700">
              <a:lnSpc>
                <a:spcPct val="100000"/>
              </a:lnSpc>
              <a:spcBef>
                <a:spcPts val="100"/>
              </a:spcBef>
            </a:pPr>
            <a:r>
              <a:rPr sz="2400" spc="-25" dirty="0">
                <a:solidFill>
                  <a:srgbClr val="FFFFFF"/>
                </a:solidFill>
                <a:latin typeface="Tahoma"/>
                <a:cs typeface="Tahoma"/>
              </a:rPr>
              <a:t>Type</a:t>
            </a:r>
            <a:r>
              <a:rPr sz="2400" spc="-60" dirty="0">
                <a:solidFill>
                  <a:srgbClr val="FFFFFF"/>
                </a:solidFill>
                <a:latin typeface="Tahoma"/>
                <a:cs typeface="Tahoma"/>
              </a:rPr>
              <a:t> </a:t>
            </a:r>
            <a:r>
              <a:rPr sz="2400" dirty="0">
                <a:solidFill>
                  <a:srgbClr val="FFFFFF"/>
                </a:solidFill>
                <a:latin typeface="Tahoma"/>
                <a:cs typeface="Tahoma"/>
              </a:rPr>
              <a:t>"git</a:t>
            </a:r>
            <a:r>
              <a:rPr sz="2400" spc="-60" dirty="0">
                <a:solidFill>
                  <a:srgbClr val="FFFFFF"/>
                </a:solidFill>
                <a:latin typeface="Tahoma"/>
                <a:cs typeface="Tahoma"/>
              </a:rPr>
              <a:t> </a:t>
            </a:r>
            <a:r>
              <a:rPr sz="2400" dirty="0">
                <a:solidFill>
                  <a:srgbClr val="FFFFFF"/>
                </a:solidFill>
                <a:latin typeface="Tahoma"/>
                <a:cs typeface="Tahoma"/>
              </a:rPr>
              <a:t>push</a:t>
            </a:r>
            <a:r>
              <a:rPr sz="2400" spc="-60" dirty="0">
                <a:solidFill>
                  <a:srgbClr val="FFFFFF"/>
                </a:solidFill>
                <a:latin typeface="Tahoma"/>
                <a:cs typeface="Tahoma"/>
              </a:rPr>
              <a:t> </a:t>
            </a:r>
            <a:r>
              <a:rPr sz="2400" dirty="0">
                <a:solidFill>
                  <a:srgbClr val="FFFFFF"/>
                </a:solidFill>
                <a:latin typeface="Tahoma"/>
                <a:cs typeface="Tahoma"/>
              </a:rPr>
              <a:t>-u</a:t>
            </a:r>
            <a:r>
              <a:rPr sz="2400" spc="-60" dirty="0">
                <a:solidFill>
                  <a:srgbClr val="FFFFFF"/>
                </a:solidFill>
                <a:latin typeface="Tahoma"/>
                <a:cs typeface="Tahoma"/>
              </a:rPr>
              <a:t> </a:t>
            </a:r>
            <a:r>
              <a:rPr sz="2400" dirty="0">
                <a:solidFill>
                  <a:srgbClr val="FFFFFF"/>
                </a:solidFill>
                <a:latin typeface="Tahoma"/>
                <a:cs typeface="Tahoma"/>
              </a:rPr>
              <a:t>origin</a:t>
            </a:r>
            <a:r>
              <a:rPr sz="2400" spc="-60" dirty="0">
                <a:solidFill>
                  <a:srgbClr val="FFFFFF"/>
                </a:solidFill>
                <a:latin typeface="Tahoma"/>
                <a:cs typeface="Tahoma"/>
              </a:rPr>
              <a:t> </a:t>
            </a:r>
            <a:r>
              <a:rPr sz="2400" spc="-10" dirty="0">
                <a:solidFill>
                  <a:srgbClr val="FFFFFF"/>
                </a:solidFill>
                <a:latin typeface="Tahoma"/>
                <a:cs typeface="Tahoma"/>
              </a:rPr>
              <a:t>master"</a:t>
            </a:r>
            <a:endParaRPr sz="2400">
              <a:latin typeface="Tahoma"/>
              <a:cs typeface="Tahoma"/>
            </a:endParaRPr>
          </a:p>
        </p:txBody>
      </p:sp>
      <p:sp>
        <p:nvSpPr>
          <p:cNvPr id="9" name="object 9"/>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91</a:t>
            </a:fld>
            <a:endParaRPr spc="-25"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92</a:t>
            </a:fld>
            <a:endParaRPr spc="-25" dirty="0"/>
          </a:p>
        </p:txBody>
      </p:sp>
      <p:sp>
        <p:nvSpPr>
          <p:cNvPr id="2" name="object 2"/>
          <p:cNvSpPr txBox="1">
            <a:spLocks noGrp="1"/>
          </p:cNvSpPr>
          <p:nvPr>
            <p:ph type="title"/>
          </p:nvPr>
        </p:nvSpPr>
        <p:spPr>
          <a:xfrm>
            <a:off x="4367371" y="861059"/>
            <a:ext cx="4265930" cy="1244600"/>
          </a:xfrm>
          <a:prstGeom prst="rect">
            <a:avLst/>
          </a:prstGeom>
        </p:spPr>
        <p:txBody>
          <a:bodyPr vert="horz" wrap="square" lIns="0" tIns="12700" rIns="0" bIns="0" rtlCol="0">
            <a:spAutoFit/>
          </a:bodyPr>
          <a:lstStyle/>
          <a:p>
            <a:pPr marL="12700">
              <a:lnSpc>
                <a:spcPct val="100000"/>
              </a:lnSpc>
              <a:spcBef>
                <a:spcPts val="100"/>
              </a:spcBef>
            </a:pPr>
            <a:r>
              <a:rPr spc="-10" dirty="0"/>
              <a:t>Workflow</a:t>
            </a:r>
          </a:p>
        </p:txBody>
      </p:sp>
      <p:sp>
        <p:nvSpPr>
          <p:cNvPr id="3" name="object 3"/>
          <p:cNvSpPr txBox="1"/>
          <p:nvPr/>
        </p:nvSpPr>
        <p:spPr>
          <a:xfrm>
            <a:off x="987425" y="2588336"/>
            <a:ext cx="10121265" cy="6035040"/>
          </a:xfrm>
          <a:prstGeom prst="rect">
            <a:avLst/>
          </a:prstGeom>
        </p:spPr>
        <p:txBody>
          <a:bodyPr vert="horz" wrap="square" lIns="0" tIns="12700" rIns="0" bIns="0" rtlCol="0">
            <a:spAutoFit/>
          </a:bodyPr>
          <a:lstStyle/>
          <a:p>
            <a:pPr marL="372110" indent="-359410">
              <a:lnSpc>
                <a:spcPct val="100000"/>
              </a:lnSpc>
              <a:spcBef>
                <a:spcPts val="100"/>
              </a:spcBef>
              <a:buSzPct val="74137"/>
              <a:buChar char="•"/>
              <a:tabLst>
                <a:tab pos="372110" algn="l"/>
              </a:tabLst>
            </a:pPr>
            <a:r>
              <a:rPr sz="2900" dirty="0">
                <a:latin typeface="Tahoma"/>
                <a:cs typeface="Tahoma"/>
              </a:rPr>
              <a:t>For</a:t>
            </a:r>
            <a:r>
              <a:rPr sz="2900" spc="-90" dirty="0">
                <a:latin typeface="Tahoma"/>
                <a:cs typeface="Tahoma"/>
              </a:rPr>
              <a:t> </a:t>
            </a:r>
            <a:r>
              <a:rPr sz="2900" spc="55" dirty="0">
                <a:latin typeface="Tahoma"/>
                <a:cs typeface="Tahoma"/>
              </a:rPr>
              <a:t>each</a:t>
            </a:r>
            <a:r>
              <a:rPr sz="2900" spc="-90" dirty="0">
                <a:latin typeface="Tahoma"/>
                <a:cs typeface="Tahoma"/>
              </a:rPr>
              <a:t> </a:t>
            </a:r>
            <a:r>
              <a:rPr sz="2900" dirty="0">
                <a:latin typeface="Tahoma"/>
                <a:cs typeface="Tahoma"/>
              </a:rPr>
              <a:t>lab,</a:t>
            </a:r>
            <a:r>
              <a:rPr sz="2900" spc="-95" dirty="0">
                <a:latin typeface="Tahoma"/>
                <a:cs typeface="Tahoma"/>
              </a:rPr>
              <a:t> </a:t>
            </a:r>
            <a:r>
              <a:rPr sz="2900" dirty="0">
                <a:latin typeface="Tahoma"/>
                <a:cs typeface="Tahoma"/>
              </a:rPr>
              <a:t>you</a:t>
            </a:r>
            <a:r>
              <a:rPr sz="2900" spc="-90" dirty="0">
                <a:latin typeface="Tahoma"/>
                <a:cs typeface="Tahoma"/>
              </a:rPr>
              <a:t> </a:t>
            </a:r>
            <a:r>
              <a:rPr sz="2900" spc="50" dirty="0">
                <a:latin typeface="Tahoma"/>
                <a:cs typeface="Tahoma"/>
              </a:rPr>
              <a:t>should</a:t>
            </a:r>
            <a:r>
              <a:rPr sz="2900" spc="-95" dirty="0">
                <a:latin typeface="Tahoma"/>
                <a:cs typeface="Tahoma"/>
              </a:rPr>
              <a:t> </a:t>
            </a:r>
            <a:r>
              <a:rPr sz="2900" dirty="0">
                <a:latin typeface="Tahoma"/>
                <a:cs typeface="Tahoma"/>
              </a:rPr>
              <a:t>follow</a:t>
            </a:r>
            <a:r>
              <a:rPr sz="2900" spc="-95" dirty="0">
                <a:latin typeface="Tahoma"/>
                <a:cs typeface="Tahoma"/>
              </a:rPr>
              <a:t> </a:t>
            </a:r>
            <a:r>
              <a:rPr sz="2900" dirty="0">
                <a:latin typeface="Tahoma"/>
                <a:cs typeface="Tahoma"/>
              </a:rPr>
              <a:t>the</a:t>
            </a:r>
            <a:r>
              <a:rPr sz="2900" spc="-90" dirty="0">
                <a:latin typeface="Tahoma"/>
                <a:cs typeface="Tahoma"/>
              </a:rPr>
              <a:t> </a:t>
            </a:r>
            <a:r>
              <a:rPr sz="2900" dirty="0">
                <a:latin typeface="Tahoma"/>
                <a:cs typeface="Tahoma"/>
              </a:rPr>
              <a:t>workflow</a:t>
            </a:r>
            <a:r>
              <a:rPr sz="2900" spc="-95" dirty="0">
                <a:latin typeface="Tahoma"/>
                <a:cs typeface="Tahoma"/>
              </a:rPr>
              <a:t> </a:t>
            </a:r>
            <a:r>
              <a:rPr sz="2900" spc="-10" dirty="0">
                <a:latin typeface="Tahoma"/>
                <a:cs typeface="Tahoma"/>
              </a:rPr>
              <a:t>below</a:t>
            </a:r>
            <a:endParaRPr sz="2900">
              <a:latin typeface="Tahoma"/>
              <a:cs typeface="Tahoma"/>
            </a:endParaRPr>
          </a:p>
          <a:p>
            <a:pPr marL="1040765" lvl="1" indent="-636905">
              <a:lnSpc>
                <a:spcPct val="100000"/>
              </a:lnSpc>
              <a:spcBef>
                <a:spcPts val="3050"/>
              </a:spcBef>
              <a:buAutoNum type="arabicPeriod"/>
              <a:tabLst>
                <a:tab pos="1040765" algn="l"/>
              </a:tabLst>
            </a:pPr>
            <a:r>
              <a:rPr sz="2900" dirty="0">
                <a:solidFill>
                  <a:srgbClr val="BDC3C7"/>
                </a:solidFill>
                <a:latin typeface="Tahoma"/>
                <a:cs typeface="Tahoma"/>
              </a:rPr>
              <a:t>Fork</a:t>
            </a:r>
            <a:r>
              <a:rPr sz="2900" spc="-80" dirty="0">
                <a:solidFill>
                  <a:srgbClr val="BDC3C7"/>
                </a:solidFill>
                <a:latin typeface="Tahoma"/>
                <a:cs typeface="Tahoma"/>
              </a:rPr>
              <a:t> </a:t>
            </a:r>
            <a:r>
              <a:rPr sz="2900" dirty="0">
                <a:solidFill>
                  <a:srgbClr val="BDC3C7"/>
                </a:solidFill>
                <a:latin typeface="Tahoma"/>
                <a:cs typeface="Tahoma"/>
              </a:rPr>
              <a:t>our</a:t>
            </a:r>
            <a:r>
              <a:rPr sz="2900" spc="-80" dirty="0">
                <a:solidFill>
                  <a:srgbClr val="BDC3C7"/>
                </a:solidFill>
                <a:latin typeface="Tahoma"/>
                <a:cs typeface="Tahoma"/>
              </a:rPr>
              <a:t> </a:t>
            </a:r>
            <a:r>
              <a:rPr sz="2900" dirty="0">
                <a:solidFill>
                  <a:srgbClr val="BDC3C7"/>
                </a:solidFill>
                <a:latin typeface="Tahoma"/>
                <a:cs typeface="Tahoma"/>
              </a:rPr>
              <a:t>template</a:t>
            </a:r>
            <a:r>
              <a:rPr sz="2900" spc="-75" dirty="0">
                <a:solidFill>
                  <a:srgbClr val="BDC3C7"/>
                </a:solidFill>
                <a:latin typeface="Tahoma"/>
                <a:cs typeface="Tahoma"/>
              </a:rPr>
              <a:t> </a:t>
            </a:r>
            <a:r>
              <a:rPr sz="2900" dirty="0">
                <a:solidFill>
                  <a:srgbClr val="BDC3C7"/>
                </a:solidFill>
                <a:latin typeface="Tahoma"/>
                <a:cs typeface="Tahoma"/>
              </a:rPr>
              <a:t>repository</a:t>
            </a:r>
            <a:r>
              <a:rPr sz="2900" spc="-80" dirty="0">
                <a:solidFill>
                  <a:srgbClr val="BDC3C7"/>
                </a:solidFill>
                <a:latin typeface="Tahoma"/>
                <a:cs typeface="Tahoma"/>
              </a:rPr>
              <a:t> </a:t>
            </a:r>
            <a:r>
              <a:rPr sz="2900" dirty="0">
                <a:solidFill>
                  <a:srgbClr val="BDC3C7"/>
                </a:solidFill>
                <a:latin typeface="Tahoma"/>
                <a:cs typeface="Tahoma"/>
              </a:rPr>
              <a:t>on</a:t>
            </a:r>
            <a:r>
              <a:rPr sz="2900" spc="-80" dirty="0">
                <a:solidFill>
                  <a:srgbClr val="BDC3C7"/>
                </a:solidFill>
                <a:latin typeface="Tahoma"/>
                <a:cs typeface="Tahoma"/>
              </a:rPr>
              <a:t> </a:t>
            </a:r>
            <a:r>
              <a:rPr sz="2900" spc="-10" dirty="0">
                <a:solidFill>
                  <a:srgbClr val="BDC3C7"/>
                </a:solidFill>
                <a:latin typeface="Tahoma"/>
                <a:cs typeface="Tahoma"/>
              </a:rPr>
              <a:t>Gitlab</a:t>
            </a:r>
            <a:endParaRPr sz="2900">
              <a:latin typeface="Tahoma"/>
              <a:cs typeface="Tahoma"/>
            </a:endParaRPr>
          </a:p>
          <a:p>
            <a:pPr marL="1040765" lvl="1" indent="-636905">
              <a:lnSpc>
                <a:spcPct val="100000"/>
              </a:lnSpc>
              <a:spcBef>
                <a:spcPts val="2955"/>
              </a:spcBef>
              <a:buAutoNum type="arabicPeriod"/>
              <a:tabLst>
                <a:tab pos="1040765" algn="l"/>
              </a:tabLst>
            </a:pPr>
            <a:r>
              <a:rPr sz="2900" spc="80" dirty="0">
                <a:solidFill>
                  <a:srgbClr val="BDC3C7"/>
                </a:solidFill>
                <a:latin typeface="Tahoma"/>
                <a:cs typeface="Tahoma"/>
              </a:rPr>
              <a:t>Clone</a:t>
            </a:r>
            <a:r>
              <a:rPr sz="2900" spc="-95" dirty="0">
                <a:solidFill>
                  <a:srgbClr val="BDC3C7"/>
                </a:solidFill>
                <a:latin typeface="Tahoma"/>
                <a:cs typeface="Tahoma"/>
              </a:rPr>
              <a:t> </a:t>
            </a:r>
            <a:r>
              <a:rPr sz="2900" dirty="0">
                <a:solidFill>
                  <a:srgbClr val="BDC3C7"/>
                </a:solidFill>
                <a:latin typeface="Tahoma"/>
                <a:cs typeface="Tahoma"/>
              </a:rPr>
              <a:t>the</a:t>
            </a:r>
            <a:r>
              <a:rPr sz="2900" spc="-90" dirty="0">
                <a:solidFill>
                  <a:srgbClr val="BDC3C7"/>
                </a:solidFill>
                <a:latin typeface="Tahoma"/>
                <a:cs typeface="Tahoma"/>
              </a:rPr>
              <a:t> </a:t>
            </a:r>
            <a:r>
              <a:rPr sz="3600" b="1" spc="-135" dirty="0">
                <a:latin typeface="Tahoma"/>
                <a:cs typeface="Tahoma"/>
              </a:rPr>
              <a:t>forked</a:t>
            </a:r>
            <a:r>
              <a:rPr sz="3600" b="1" spc="-235" dirty="0">
                <a:latin typeface="Tahoma"/>
                <a:cs typeface="Tahoma"/>
              </a:rPr>
              <a:t> </a:t>
            </a:r>
            <a:r>
              <a:rPr sz="2900" dirty="0">
                <a:solidFill>
                  <a:srgbClr val="BDC3C7"/>
                </a:solidFill>
                <a:latin typeface="Tahoma"/>
                <a:cs typeface="Tahoma"/>
              </a:rPr>
              <a:t>repository</a:t>
            </a:r>
            <a:r>
              <a:rPr sz="2900" spc="-95" dirty="0">
                <a:solidFill>
                  <a:srgbClr val="BDC3C7"/>
                </a:solidFill>
                <a:latin typeface="Tahoma"/>
                <a:cs typeface="Tahoma"/>
              </a:rPr>
              <a:t> </a:t>
            </a:r>
            <a:r>
              <a:rPr sz="2900" dirty="0">
                <a:solidFill>
                  <a:srgbClr val="BDC3C7"/>
                </a:solidFill>
                <a:latin typeface="Tahoma"/>
                <a:cs typeface="Tahoma"/>
              </a:rPr>
              <a:t>to</a:t>
            </a:r>
            <a:r>
              <a:rPr sz="2900" spc="-90" dirty="0">
                <a:solidFill>
                  <a:srgbClr val="BDC3C7"/>
                </a:solidFill>
                <a:latin typeface="Tahoma"/>
                <a:cs typeface="Tahoma"/>
              </a:rPr>
              <a:t> </a:t>
            </a:r>
            <a:r>
              <a:rPr sz="2900" dirty="0">
                <a:solidFill>
                  <a:srgbClr val="BDC3C7"/>
                </a:solidFill>
                <a:latin typeface="Tahoma"/>
                <a:cs typeface="Tahoma"/>
              </a:rPr>
              <a:t>your</a:t>
            </a:r>
            <a:r>
              <a:rPr sz="2900" spc="-95" dirty="0">
                <a:solidFill>
                  <a:srgbClr val="BDC3C7"/>
                </a:solidFill>
                <a:latin typeface="Tahoma"/>
                <a:cs typeface="Tahoma"/>
              </a:rPr>
              <a:t> </a:t>
            </a:r>
            <a:r>
              <a:rPr sz="2900" spc="-10" dirty="0">
                <a:solidFill>
                  <a:srgbClr val="BDC3C7"/>
                </a:solidFill>
                <a:latin typeface="Tahoma"/>
                <a:cs typeface="Tahoma"/>
              </a:rPr>
              <a:t>computer</a:t>
            </a:r>
            <a:endParaRPr sz="2900">
              <a:latin typeface="Tahoma"/>
              <a:cs typeface="Tahoma"/>
            </a:endParaRPr>
          </a:p>
          <a:p>
            <a:pPr marL="1040765" lvl="1" indent="-636905">
              <a:lnSpc>
                <a:spcPct val="100000"/>
              </a:lnSpc>
              <a:spcBef>
                <a:spcPts val="3065"/>
              </a:spcBef>
              <a:buAutoNum type="arabicPeriod"/>
              <a:tabLst>
                <a:tab pos="1040765" algn="l"/>
              </a:tabLst>
            </a:pPr>
            <a:r>
              <a:rPr sz="2900" dirty="0">
                <a:solidFill>
                  <a:srgbClr val="BDC3C7"/>
                </a:solidFill>
                <a:latin typeface="Tahoma"/>
                <a:cs typeface="Tahoma"/>
              </a:rPr>
              <a:t>Finish</a:t>
            </a:r>
            <a:r>
              <a:rPr sz="2900" spc="-10" dirty="0">
                <a:solidFill>
                  <a:srgbClr val="BDC3C7"/>
                </a:solidFill>
                <a:latin typeface="Tahoma"/>
                <a:cs typeface="Tahoma"/>
              </a:rPr>
              <a:t> </a:t>
            </a:r>
            <a:r>
              <a:rPr sz="2900" dirty="0">
                <a:solidFill>
                  <a:srgbClr val="BDC3C7"/>
                </a:solidFill>
                <a:latin typeface="Tahoma"/>
                <a:cs typeface="Tahoma"/>
              </a:rPr>
              <a:t>your</a:t>
            </a:r>
            <a:r>
              <a:rPr sz="2900" spc="-5" dirty="0">
                <a:solidFill>
                  <a:srgbClr val="BDC3C7"/>
                </a:solidFill>
                <a:latin typeface="Tahoma"/>
                <a:cs typeface="Tahoma"/>
              </a:rPr>
              <a:t> </a:t>
            </a:r>
            <a:r>
              <a:rPr sz="2900" spc="-25" dirty="0">
                <a:solidFill>
                  <a:srgbClr val="BDC3C7"/>
                </a:solidFill>
                <a:latin typeface="Tahoma"/>
                <a:cs typeface="Tahoma"/>
              </a:rPr>
              <a:t>lab</a:t>
            </a:r>
            <a:endParaRPr sz="2900">
              <a:latin typeface="Tahoma"/>
              <a:cs typeface="Tahoma"/>
            </a:endParaRPr>
          </a:p>
          <a:p>
            <a:pPr marL="1040765" lvl="1" indent="-636905">
              <a:lnSpc>
                <a:spcPct val="100000"/>
              </a:lnSpc>
              <a:spcBef>
                <a:spcPts val="3050"/>
              </a:spcBef>
              <a:buAutoNum type="arabicPeriod"/>
              <a:tabLst>
                <a:tab pos="1040765" algn="l"/>
              </a:tabLst>
            </a:pPr>
            <a:r>
              <a:rPr sz="2900" spc="60" dirty="0">
                <a:solidFill>
                  <a:srgbClr val="BDC3C7"/>
                </a:solidFill>
                <a:latin typeface="Tahoma"/>
                <a:cs typeface="Tahoma"/>
              </a:rPr>
              <a:t>Commit</a:t>
            </a:r>
            <a:r>
              <a:rPr sz="2900" spc="-120" dirty="0">
                <a:solidFill>
                  <a:srgbClr val="BDC3C7"/>
                </a:solidFill>
                <a:latin typeface="Tahoma"/>
                <a:cs typeface="Tahoma"/>
              </a:rPr>
              <a:t> </a:t>
            </a:r>
            <a:r>
              <a:rPr sz="2900" dirty="0">
                <a:solidFill>
                  <a:srgbClr val="BDC3C7"/>
                </a:solidFill>
                <a:latin typeface="Tahoma"/>
                <a:cs typeface="Tahoma"/>
              </a:rPr>
              <a:t>in</a:t>
            </a:r>
            <a:r>
              <a:rPr sz="2900" spc="-110" dirty="0">
                <a:solidFill>
                  <a:srgbClr val="BDC3C7"/>
                </a:solidFill>
                <a:latin typeface="Tahoma"/>
                <a:cs typeface="Tahoma"/>
              </a:rPr>
              <a:t> </a:t>
            </a:r>
            <a:r>
              <a:rPr sz="2900" dirty="0">
                <a:solidFill>
                  <a:srgbClr val="BDC3C7"/>
                </a:solidFill>
                <a:latin typeface="Tahoma"/>
                <a:cs typeface="Tahoma"/>
              </a:rPr>
              <a:t>your</a:t>
            </a:r>
            <a:r>
              <a:rPr sz="2900" spc="-110" dirty="0">
                <a:solidFill>
                  <a:srgbClr val="BDC3C7"/>
                </a:solidFill>
                <a:latin typeface="Tahoma"/>
                <a:cs typeface="Tahoma"/>
              </a:rPr>
              <a:t> </a:t>
            </a:r>
            <a:r>
              <a:rPr sz="2900" spc="-10" dirty="0">
                <a:solidFill>
                  <a:srgbClr val="BDC3C7"/>
                </a:solidFill>
                <a:latin typeface="Tahoma"/>
                <a:cs typeface="Tahoma"/>
              </a:rPr>
              <a:t>computer</a:t>
            </a:r>
            <a:endParaRPr sz="2900">
              <a:latin typeface="Tahoma"/>
              <a:cs typeface="Tahoma"/>
            </a:endParaRPr>
          </a:p>
          <a:p>
            <a:pPr marL="1040765" lvl="1" indent="-636905">
              <a:lnSpc>
                <a:spcPct val="100000"/>
              </a:lnSpc>
              <a:spcBef>
                <a:spcPts val="3055"/>
              </a:spcBef>
              <a:buAutoNum type="arabicPeriod"/>
              <a:tabLst>
                <a:tab pos="1040765" algn="l"/>
              </a:tabLst>
            </a:pPr>
            <a:r>
              <a:rPr sz="2900" spc="80" dirty="0">
                <a:solidFill>
                  <a:srgbClr val="BDC3C7"/>
                </a:solidFill>
                <a:latin typeface="Tahoma"/>
                <a:cs typeface="Tahoma"/>
              </a:rPr>
              <a:t>Push</a:t>
            </a:r>
            <a:r>
              <a:rPr sz="2900" spc="-114" dirty="0">
                <a:solidFill>
                  <a:srgbClr val="BDC3C7"/>
                </a:solidFill>
                <a:latin typeface="Tahoma"/>
                <a:cs typeface="Tahoma"/>
              </a:rPr>
              <a:t> </a:t>
            </a:r>
            <a:r>
              <a:rPr sz="2900" dirty="0">
                <a:solidFill>
                  <a:srgbClr val="BDC3C7"/>
                </a:solidFill>
                <a:latin typeface="Tahoma"/>
                <a:cs typeface="Tahoma"/>
              </a:rPr>
              <a:t>to</a:t>
            </a:r>
            <a:r>
              <a:rPr sz="2900" spc="-114" dirty="0">
                <a:solidFill>
                  <a:srgbClr val="BDC3C7"/>
                </a:solidFill>
                <a:latin typeface="Tahoma"/>
                <a:cs typeface="Tahoma"/>
              </a:rPr>
              <a:t> </a:t>
            </a:r>
            <a:r>
              <a:rPr sz="2900" spc="-10" dirty="0">
                <a:solidFill>
                  <a:srgbClr val="BDC3C7"/>
                </a:solidFill>
                <a:latin typeface="Tahoma"/>
                <a:cs typeface="Tahoma"/>
              </a:rPr>
              <a:t>Gitlab</a:t>
            </a:r>
            <a:endParaRPr sz="2900">
              <a:latin typeface="Tahoma"/>
              <a:cs typeface="Tahoma"/>
            </a:endParaRPr>
          </a:p>
          <a:p>
            <a:pPr marL="1041400" marR="5080" lvl="1" indent="-637540">
              <a:lnSpc>
                <a:spcPct val="90700"/>
              </a:lnSpc>
              <a:spcBef>
                <a:spcPts val="3359"/>
              </a:spcBef>
              <a:buAutoNum type="arabicPeriod"/>
              <a:tabLst>
                <a:tab pos="1041400" algn="l"/>
              </a:tabLst>
            </a:pPr>
            <a:r>
              <a:rPr sz="2900" spc="90" dirty="0">
                <a:solidFill>
                  <a:srgbClr val="262626"/>
                </a:solidFill>
                <a:latin typeface="Tahoma"/>
                <a:cs typeface="Tahoma"/>
              </a:rPr>
              <a:t>Send</a:t>
            </a:r>
            <a:r>
              <a:rPr sz="2900" spc="-110" dirty="0">
                <a:solidFill>
                  <a:srgbClr val="262626"/>
                </a:solidFill>
                <a:latin typeface="Tahoma"/>
                <a:cs typeface="Tahoma"/>
              </a:rPr>
              <a:t> </a:t>
            </a:r>
            <a:r>
              <a:rPr sz="2900" dirty="0">
                <a:solidFill>
                  <a:srgbClr val="262626"/>
                </a:solidFill>
                <a:latin typeface="Tahoma"/>
                <a:cs typeface="Tahoma"/>
              </a:rPr>
              <a:t>merge</a:t>
            </a:r>
            <a:r>
              <a:rPr sz="2900" spc="-105" dirty="0">
                <a:solidFill>
                  <a:srgbClr val="262626"/>
                </a:solidFill>
                <a:latin typeface="Tahoma"/>
                <a:cs typeface="Tahoma"/>
              </a:rPr>
              <a:t> </a:t>
            </a:r>
            <a:r>
              <a:rPr sz="2900" dirty="0">
                <a:solidFill>
                  <a:srgbClr val="262626"/>
                </a:solidFill>
                <a:latin typeface="Tahoma"/>
                <a:cs typeface="Tahoma"/>
              </a:rPr>
              <a:t>request</a:t>
            </a:r>
            <a:r>
              <a:rPr sz="2900" spc="-105" dirty="0">
                <a:solidFill>
                  <a:srgbClr val="262626"/>
                </a:solidFill>
                <a:latin typeface="Tahoma"/>
                <a:cs typeface="Tahoma"/>
              </a:rPr>
              <a:t> </a:t>
            </a:r>
            <a:r>
              <a:rPr sz="2900" dirty="0">
                <a:solidFill>
                  <a:srgbClr val="262626"/>
                </a:solidFill>
                <a:latin typeface="Tahoma"/>
                <a:cs typeface="Tahoma"/>
              </a:rPr>
              <a:t>of</a:t>
            </a:r>
            <a:r>
              <a:rPr sz="2900" spc="-75" dirty="0">
                <a:solidFill>
                  <a:srgbClr val="262626"/>
                </a:solidFill>
                <a:latin typeface="Tahoma"/>
                <a:cs typeface="Tahoma"/>
              </a:rPr>
              <a:t> </a:t>
            </a:r>
            <a:r>
              <a:rPr sz="3600" b="1" spc="-135" dirty="0">
                <a:solidFill>
                  <a:srgbClr val="E14E35"/>
                </a:solidFill>
                <a:latin typeface="Tahoma"/>
                <a:cs typeface="Tahoma"/>
              </a:rPr>
              <a:t>your</a:t>
            </a:r>
            <a:r>
              <a:rPr sz="3600" b="1" spc="-55" dirty="0">
                <a:solidFill>
                  <a:srgbClr val="E14E35"/>
                </a:solidFill>
                <a:latin typeface="Tahoma"/>
                <a:cs typeface="Tahoma"/>
              </a:rPr>
              <a:t> </a:t>
            </a:r>
            <a:r>
              <a:rPr sz="3600" b="1" spc="-105" dirty="0">
                <a:solidFill>
                  <a:srgbClr val="E14E35"/>
                </a:solidFill>
                <a:latin typeface="Tahoma"/>
                <a:cs typeface="Tahoma"/>
              </a:rPr>
              <a:t>branch</a:t>
            </a:r>
            <a:r>
              <a:rPr sz="3600" b="1" spc="-240" dirty="0">
                <a:solidFill>
                  <a:srgbClr val="E14E35"/>
                </a:solidFill>
                <a:latin typeface="Tahoma"/>
                <a:cs typeface="Tahoma"/>
              </a:rPr>
              <a:t> </a:t>
            </a:r>
            <a:r>
              <a:rPr sz="2900" dirty="0">
                <a:solidFill>
                  <a:srgbClr val="262626"/>
                </a:solidFill>
                <a:latin typeface="Tahoma"/>
                <a:cs typeface="Tahoma"/>
              </a:rPr>
              <a:t>to</a:t>
            </a:r>
            <a:r>
              <a:rPr sz="2900" spc="-100" dirty="0">
                <a:solidFill>
                  <a:srgbClr val="262626"/>
                </a:solidFill>
                <a:latin typeface="Tahoma"/>
                <a:cs typeface="Tahoma"/>
              </a:rPr>
              <a:t> </a:t>
            </a:r>
            <a:r>
              <a:rPr sz="2900" dirty="0">
                <a:solidFill>
                  <a:srgbClr val="262626"/>
                </a:solidFill>
                <a:latin typeface="Tahoma"/>
                <a:cs typeface="Tahoma"/>
              </a:rPr>
              <a:t>our</a:t>
            </a:r>
            <a:r>
              <a:rPr sz="2900" spc="-105" dirty="0">
                <a:solidFill>
                  <a:srgbClr val="262626"/>
                </a:solidFill>
                <a:latin typeface="Tahoma"/>
                <a:cs typeface="Tahoma"/>
              </a:rPr>
              <a:t> </a:t>
            </a:r>
            <a:r>
              <a:rPr sz="2900" spc="-10" dirty="0">
                <a:solidFill>
                  <a:srgbClr val="262626"/>
                </a:solidFill>
                <a:latin typeface="Tahoma"/>
                <a:cs typeface="Tahoma"/>
              </a:rPr>
              <a:t>template repository</a:t>
            </a:r>
            <a:endParaRPr sz="2900">
              <a:latin typeface="Tahoma"/>
              <a:cs typeface="Tahoma"/>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3004800" cy="9753600"/>
          </a:xfrm>
          <a:custGeom>
            <a:avLst/>
            <a:gdLst/>
            <a:ahLst/>
            <a:cxnLst/>
            <a:rect l="l" t="t" r="r" b="b"/>
            <a:pathLst>
              <a:path w="13004800" h="9753600">
                <a:moveTo>
                  <a:pt x="13004799" y="9753599"/>
                </a:moveTo>
                <a:lnTo>
                  <a:pt x="0" y="9753599"/>
                </a:lnTo>
                <a:lnTo>
                  <a:pt x="0" y="0"/>
                </a:lnTo>
                <a:lnTo>
                  <a:pt x="13004799" y="0"/>
                </a:lnTo>
                <a:lnTo>
                  <a:pt x="13004799" y="9753599"/>
                </a:lnTo>
                <a:close/>
              </a:path>
            </a:pathLst>
          </a:custGeom>
          <a:solidFill>
            <a:srgbClr val="333C48"/>
          </a:solidFill>
        </p:spPr>
        <p:txBody>
          <a:bodyPr wrap="square" lIns="0" tIns="0" rIns="0" bIns="0" rtlCol="0"/>
          <a:lstStyle/>
          <a:p>
            <a:endParaRPr/>
          </a:p>
        </p:txBody>
      </p:sp>
      <p:grpSp>
        <p:nvGrpSpPr>
          <p:cNvPr id="3" name="object 3"/>
          <p:cNvGrpSpPr/>
          <p:nvPr/>
        </p:nvGrpSpPr>
        <p:grpSpPr>
          <a:xfrm>
            <a:off x="0" y="2051047"/>
            <a:ext cx="13004800" cy="5651500"/>
            <a:chOff x="0" y="2051047"/>
            <a:chExt cx="13004800" cy="5651500"/>
          </a:xfrm>
        </p:grpSpPr>
        <p:pic>
          <p:nvPicPr>
            <p:cNvPr id="4" name="object 4"/>
            <p:cNvPicPr/>
            <p:nvPr/>
          </p:nvPicPr>
          <p:blipFill>
            <a:blip r:embed="rId2" cstate="print"/>
            <a:stretch>
              <a:fillRect/>
            </a:stretch>
          </p:blipFill>
          <p:spPr>
            <a:xfrm>
              <a:off x="0" y="2051047"/>
              <a:ext cx="13004799" cy="5651495"/>
            </a:xfrm>
            <a:prstGeom prst="rect">
              <a:avLst/>
            </a:prstGeom>
          </p:spPr>
        </p:pic>
        <p:pic>
          <p:nvPicPr>
            <p:cNvPr id="5" name="object 5"/>
            <p:cNvPicPr/>
            <p:nvPr/>
          </p:nvPicPr>
          <p:blipFill>
            <a:blip r:embed="rId3" cstate="print"/>
            <a:stretch>
              <a:fillRect/>
            </a:stretch>
          </p:blipFill>
          <p:spPr>
            <a:xfrm>
              <a:off x="2111910" y="3400436"/>
              <a:ext cx="4140188" cy="573865"/>
            </a:xfrm>
            <a:prstGeom prst="rect">
              <a:avLst/>
            </a:prstGeom>
          </p:spPr>
        </p:pic>
        <p:sp>
          <p:nvSpPr>
            <p:cNvPr id="6" name="object 6"/>
            <p:cNvSpPr/>
            <p:nvPr/>
          </p:nvSpPr>
          <p:spPr>
            <a:xfrm>
              <a:off x="2150010" y="3413136"/>
              <a:ext cx="4064000" cy="497840"/>
            </a:xfrm>
            <a:custGeom>
              <a:avLst/>
              <a:gdLst/>
              <a:ahLst/>
              <a:cxnLst/>
              <a:rect l="l" t="t" r="r" b="b"/>
              <a:pathLst>
                <a:path w="4064000" h="497839">
                  <a:moveTo>
                    <a:pt x="4000394" y="497665"/>
                  </a:moveTo>
                  <a:lnTo>
                    <a:pt x="223895" y="497665"/>
                  </a:lnTo>
                  <a:lnTo>
                    <a:pt x="199116" y="492674"/>
                  </a:lnTo>
                  <a:lnTo>
                    <a:pt x="178904" y="479066"/>
                  </a:lnTo>
                  <a:lnTo>
                    <a:pt x="165290" y="458882"/>
                  </a:lnTo>
                  <a:lnTo>
                    <a:pt x="160301" y="434166"/>
                  </a:lnTo>
                  <a:lnTo>
                    <a:pt x="160301" y="385759"/>
                  </a:lnTo>
                  <a:lnTo>
                    <a:pt x="0" y="258762"/>
                  </a:lnTo>
                  <a:lnTo>
                    <a:pt x="160301" y="131765"/>
                  </a:lnTo>
                  <a:lnTo>
                    <a:pt x="160301" y="63498"/>
                  </a:lnTo>
                  <a:lnTo>
                    <a:pt x="165290" y="38782"/>
                  </a:lnTo>
                  <a:lnTo>
                    <a:pt x="178904" y="18599"/>
                  </a:lnTo>
                  <a:lnTo>
                    <a:pt x="199116" y="4990"/>
                  </a:lnTo>
                  <a:lnTo>
                    <a:pt x="223895" y="0"/>
                  </a:lnTo>
                  <a:lnTo>
                    <a:pt x="4000394" y="0"/>
                  </a:lnTo>
                  <a:lnTo>
                    <a:pt x="4025173" y="4990"/>
                  </a:lnTo>
                  <a:lnTo>
                    <a:pt x="4045385" y="18599"/>
                  </a:lnTo>
                  <a:lnTo>
                    <a:pt x="4058999" y="38782"/>
                  </a:lnTo>
                  <a:lnTo>
                    <a:pt x="4063987" y="63498"/>
                  </a:lnTo>
                  <a:lnTo>
                    <a:pt x="4063987" y="434166"/>
                  </a:lnTo>
                  <a:lnTo>
                    <a:pt x="4058999" y="458882"/>
                  </a:lnTo>
                  <a:lnTo>
                    <a:pt x="4045385" y="479066"/>
                  </a:lnTo>
                  <a:lnTo>
                    <a:pt x="4025173" y="492674"/>
                  </a:lnTo>
                  <a:lnTo>
                    <a:pt x="4000394" y="497665"/>
                  </a:lnTo>
                  <a:close/>
                </a:path>
              </a:pathLst>
            </a:custGeom>
            <a:solidFill>
              <a:srgbClr val="D45557"/>
            </a:solidFill>
          </p:spPr>
          <p:txBody>
            <a:bodyPr wrap="square" lIns="0" tIns="0" rIns="0" bIns="0" rtlCol="0"/>
            <a:lstStyle/>
            <a:p>
              <a:endParaRPr/>
            </a:p>
          </p:txBody>
        </p:sp>
      </p:grpSp>
      <p:sp>
        <p:nvSpPr>
          <p:cNvPr id="7" name="object 7"/>
          <p:cNvSpPr txBox="1"/>
          <p:nvPr/>
        </p:nvSpPr>
        <p:spPr>
          <a:xfrm>
            <a:off x="2413534" y="3455204"/>
            <a:ext cx="3361054"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FFFF"/>
                </a:solidFill>
                <a:latin typeface="Tahoma"/>
                <a:cs typeface="Tahoma"/>
              </a:rPr>
              <a:t>1.</a:t>
            </a:r>
            <a:r>
              <a:rPr sz="2400" spc="-25" dirty="0">
                <a:solidFill>
                  <a:srgbClr val="FFFFFF"/>
                </a:solidFill>
                <a:latin typeface="Tahoma"/>
                <a:cs typeface="Tahoma"/>
              </a:rPr>
              <a:t> </a:t>
            </a:r>
            <a:r>
              <a:rPr sz="2400" spc="80" dirty="0">
                <a:solidFill>
                  <a:srgbClr val="FFFFFF"/>
                </a:solidFill>
                <a:latin typeface="Tahoma"/>
                <a:cs typeface="Tahoma"/>
              </a:rPr>
              <a:t>Click</a:t>
            </a:r>
            <a:r>
              <a:rPr sz="2400" spc="-25" dirty="0">
                <a:solidFill>
                  <a:srgbClr val="FFFFFF"/>
                </a:solidFill>
                <a:latin typeface="Tahoma"/>
                <a:cs typeface="Tahoma"/>
              </a:rPr>
              <a:t> </a:t>
            </a:r>
            <a:r>
              <a:rPr sz="2400" dirty="0">
                <a:solidFill>
                  <a:srgbClr val="FFFFFF"/>
                </a:solidFill>
                <a:latin typeface="Tahoma"/>
                <a:cs typeface="Tahoma"/>
              </a:rPr>
              <a:t>Merge</a:t>
            </a:r>
            <a:r>
              <a:rPr sz="2400" spc="-25" dirty="0">
                <a:solidFill>
                  <a:srgbClr val="FFFFFF"/>
                </a:solidFill>
                <a:latin typeface="Tahoma"/>
                <a:cs typeface="Tahoma"/>
              </a:rPr>
              <a:t> </a:t>
            </a:r>
            <a:r>
              <a:rPr sz="2400" spc="50" dirty="0">
                <a:solidFill>
                  <a:srgbClr val="FFFFFF"/>
                </a:solidFill>
                <a:latin typeface="Tahoma"/>
                <a:cs typeface="Tahoma"/>
              </a:rPr>
              <a:t>Requests</a:t>
            </a:r>
            <a:endParaRPr sz="2400">
              <a:latin typeface="Tahoma"/>
              <a:cs typeface="Tahoma"/>
            </a:endParaRPr>
          </a:p>
        </p:txBody>
      </p:sp>
      <p:sp>
        <p:nvSpPr>
          <p:cNvPr id="8" name="object 8"/>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93</a:t>
            </a:fld>
            <a:endParaRPr spc="-25"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3004800" cy="9753600"/>
          </a:xfrm>
          <a:custGeom>
            <a:avLst/>
            <a:gdLst/>
            <a:ahLst/>
            <a:cxnLst/>
            <a:rect l="l" t="t" r="r" b="b"/>
            <a:pathLst>
              <a:path w="13004800" h="9753600">
                <a:moveTo>
                  <a:pt x="13004799" y="9753599"/>
                </a:moveTo>
                <a:lnTo>
                  <a:pt x="0" y="9753599"/>
                </a:lnTo>
                <a:lnTo>
                  <a:pt x="0" y="0"/>
                </a:lnTo>
                <a:lnTo>
                  <a:pt x="13004799" y="0"/>
                </a:lnTo>
                <a:lnTo>
                  <a:pt x="13004799" y="9753599"/>
                </a:lnTo>
                <a:close/>
              </a:path>
            </a:pathLst>
          </a:custGeom>
          <a:solidFill>
            <a:srgbClr val="333C48"/>
          </a:solidFill>
        </p:spPr>
        <p:txBody>
          <a:bodyPr wrap="square" lIns="0" tIns="0" rIns="0" bIns="0" rtlCol="0"/>
          <a:lstStyle/>
          <a:p>
            <a:endParaRPr/>
          </a:p>
        </p:txBody>
      </p:sp>
      <p:grpSp>
        <p:nvGrpSpPr>
          <p:cNvPr id="3" name="object 3"/>
          <p:cNvGrpSpPr/>
          <p:nvPr/>
        </p:nvGrpSpPr>
        <p:grpSpPr>
          <a:xfrm>
            <a:off x="0" y="1292400"/>
            <a:ext cx="13004800" cy="7322820"/>
            <a:chOff x="0" y="1292400"/>
            <a:chExt cx="13004800" cy="7322820"/>
          </a:xfrm>
        </p:grpSpPr>
        <p:pic>
          <p:nvPicPr>
            <p:cNvPr id="4" name="object 4"/>
            <p:cNvPicPr/>
            <p:nvPr/>
          </p:nvPicPr>
          <p:blipFill>
            <a:blip r:embed="rId2" cstate="print"/>
            <a:stretch>
              <a:fillRect/>
            </a:stretch>
          </p:blipFill>
          <p:spPr>
            <a:xfrm>
              <a:off x="0" y="1292400"/>
              <a:ext cx="13004800" cy="7322399"/>
            </a:xfrm>
            <a:prstGeom prst="rect">
              <a:avLst/>
            </a:prstGeom>
          </p:spPr>
        </p:pic>
        <p:pic>
          <p:nvPicPr>
            <p:cNvPr id="5" name="object 5"/>
            <p:cNvPicPr/>
            <p:nvPr/>
          </p:nvPicPr>
          <p:blipFill>
            <a:blip r:embed="rId3" cstate="print"/>
            <a:stretch>
              <a:fillRect/>
            </a:stretch>
          </p:blipFill>
          <p:spPr>
            <a:xfrm>
              <a:off x="4380061" y="7491807"/>
              <a:ext cx="3586165" cy="752875"/>
            </a:xfrm>
            <a:prstGeom prst="rect">
              <a:avLst/>
            </a:prstGeom>
          </p:spPr>
        </p:pic>
        <p:sp>
          <p:nvSpPr>
            <p:cNvPr id="6" name="object 6"/>
            <p:cNvSpPr/>
            <p:nvPr/>
          </p:nvSpPr>
          <p:spPr>
            <a:xfrm>
              <a:off x="4418160" y="7504507"/>
              <a:ext cx="3510279" cy="676910"/>
            </a:xfrm>
            <a:custGeom>
              <a:avLst/>
              <a:gdLst/>
              <a:ahLst/>
              <a:cxnLst/>
              <a:rect l="l" t="t" r="r" b="b"/>
              <a:pathLst>
                <a:path w="3510279" h="676909">
                  <a:moveTo>
                    <a:pt x="3446427" y="676674"/>
                  </a:moveTo>
                  <a:lnTo>
                    <a:pt x="63536" y="676674"/>
                  </a:lnTo>
                  <a:lnTo>
                    <a:pt x="38801" y="671682"/>
                  </a:lnTo>
                  <a:lnTo>
                    <a:pt x="18605" y="658070"/>
                  </a:lnTo>
                  <a:lnTo>
                    <a:pt x="4991" y="637885"/>
                  </a:lnTo>
                  <a:lnTo>
                    <a:pt x="0" y="613174"/>
                  </a:lnTo>
                  <a:lnTo>
                    <a:pt x="0" y="242507"/>
                  </a:lnTo>
                  <a:lnTo>
                    <a:pt x="4991" y="217782"/>
                  </a:lnTo>
                  <a:lnTo>
                    <a:pt x="18605" y="197598"/>
                  </a:lnTo>
                  <a:lnTo>
                    <a:pt x="38801" y="183993"/>
                  </a:lnTo>
                  <a:lnTo>
                    <a:pt x="63536" y="179005"/>
                  </a:lnTo>
                  <a:lnTo>
                    <a:pt x="3005570" y="179005"/>
                  </a:lnTo>
                  <a:lnTo>
                    <a:pt x="3132968" y="0"/>
                  </a:lnTo>
                  <a:lnTo>
                    <a:pt x="3259879" y="179005"/>
                  </a:lnTo>
                  <a:lnTo>
                    <a:pt x="3446427" y="179005"/>
                  </a:lnTo>
                  <a:lnTo>
                    <a:pt x="3471163" y="183993"/>
                  </a:lnTo>
                  <a:lnTo>
                    <a:pt x="3491358" y="197598"/>
                  </a:lnTo>
                  <a:lnTo>
                    <a:pt x="3504973" y="217782"/>
                  </a:lnTo>
                  <a:lnTo>
                    <a:pt x="3509964" y="242507"/>
                  </a:lnTo>
                  <a:lnTo>
                    <a:pt x="3509964" y="613174"/>
                  </a:lnTo>
                  <a:lnTo>
                    <a:pt x="3504973" y="637885"/>
                  </a:lnTo>
                  <a:lnTo>
                    <a:pt x="3491358" y="658070"/>
                  </a:lnTo>
                  <a:lnTo>
                    <a:pt x="3471163" y="671682"/>
                  </a:lnTo>
                  <a:lnTo>
                    <a:pt x="3446427" y="676674"/>
                  </a:lnTo>
                  <a:close/>
                </a:path>
              </a:pathLst>
            </a:custGeom>
            <a:solidFill>
              <a:srgbClr val="D45557"/>
            </a:solidFill>
          </p:spPr>
          <p:txBody>
            <a:bodyPr wrap="square" lIns="0" tIns="0" rIns="0" bIns="0" rtlCol="0"/>
            <a:lstStyle/>
            <a:p>
              <a:endParaRPr/>
            </a:p>
          </p:txBody>
        </p:sp>
      </p:grpSp>
      <p:sp>
        <p:nvSpPr>
          <p:cNvPr id="7" name="object 7"/>
          <p:cNvSpPr txBox="1"/>
          <p:nvPr/>
        </p:nvSpPr>
        <p:spPr>
          <a:xfrm>
            <a:off x="4681686" y="7635073"/>
            <a:ext cx="302514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FFFF"/>
                </a:solidFill>
                <a:latin typeface="Tahoma"/>
                <a:cs typeface="Tahoma"/>
              </a:rPr>
              <a:t>2.</a:t>
            </a:r>
            <a:r>
              <a:rPr sz="2400" spc="-110" dirty="0">
                <a:solidFill>
                  <a:srgbClr val="FFFFFF"/>
                </a:solidFill>
                <a:latin typeface="Tahoma"/>
                <a:cs typeface="Tahoma"/>
              </a:rPr>
              <a:t> </a:t>
            </a:r>
            <a:r>
              <a:rPr sz="2400" spc="55" dirty="0">
                <a:solidFill>
                  <a:srgbClr val="FFFFFF"/>
                </a:solidFill>
                <a:latin typeface="Tahoma"/>
                <a:cs typeface="Tahoma"/>
              </a:rPr>
              <a:t>New</a:t>
            </a:r>
            <a:r>
              <a:rPr sz="2400" spc="-105" dirty="0">
                <a:solidFill>
                  <a:srgbClr val="FFFFFF"/>
                </a:solidFill>
                <a:latin typeface="Tahoma"/>
                <a:cs typeface="Tahoma"/>
              </a:rPr>
              <a:t> </a:t>
            </a:r>
            <a:r>
              <a:rPr sz="2400" dirty="0">
                <a:solidFill>
                  <a:srgbClr val="FFFFFF"/>
                </a:solidFill>
                <a:latin typeface="Tahoma"/>
                <a:cs typeface="Tahoma"/>
              </a:rPr>
              <a:t>merge</a:t>
            </a:r>
            <a:r>
              <a:rPr sz="2400" spc="-105" dirty="0">
                <a:solidFill>
                  <a:srgbClr val="FFFFFF"/>
                </a:solidFill>
                <a:latin typeface="Tahoma"/>
                <a:cs typeface="Tahoma"/>
              </a:rPr>
              <a:t> </a:t>
            </a:r>
            <a:r>
              <a:rPr sz="2400" spc="-10" dirty="0">
                <a:solidFill>
                  <a:srgbClr val="FFFFFF"/>
                </a:solidFill>
                <a:latin typeface="Tahoma"/>
                <a:cs typeface="Tahoma"/>
              </a:rPr>
              <a:t>request</a:t>
            </a:r>
            <a:endParaRPr sz="2400">
              <a:latin typeface="Tahoma"/>
              <a:cs typeface="Tahoma"/>
            </a:endParaRPr>
          </a:p>
        </p:txBody>
      </p:sp>
      <p:sp>
        <p:nvSpPr>
          <p:cNvPr id="8" name="object 8"/>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94</a:t>
            </a:fld>
            <a:endParaRPr spc="-25"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3004800" cy="9753600"/>
          </a:xfrm>
          <a:custGeom>
            <a:avLst/>
            <a:gdLst/>
            <a:ahLst/>
            <a:cxnLst/>
            <a:rect l="l" t="t" r="r" b="b"/>
            <a:pathLst>
              <a:path w="13004800" h="9753600">
                <a:moveTo>
                  <a:pt x="13004799" y="9753599"/>
                </a:moveTo>
                <a:lnTo>
                  <a:pt x="0" y="9753599"/>
                </a:lnTo>
                <a:lnTo>
                  <a:pt x="0" y="0"/>
                </a:lnTo>
                <a:lnTo>
                  <a:pt x="13004799" y="0"/>
                </a:lnTo>
                <a:lnTo>
                  <a:pt x="13004799" y="9753599"/>
                </a:lnTo>
                <a:close/>
              </a:path>
            </a:pathLst>
          </a:custGeom>
          <a:solidFill>
            <a:srgbClr val="333C48"/>
          </a:solidFill>
        </p:spPr>
        <p:txBody>
          <a:bodyPr wrap="square" lIns="0" tIns="0" rIns="0" bIns="0" rtlCol="0"/>
          <a:lstStyle/>
          <a:p>
            <a:endParaRPr/>
          </a:p>
        </p:txBody>
      </p:sp>
      <p:grpSp>
        <p:nvGrpSpPr>
          <p:cNvPr id="3" name="object 3"/>
          <p:cNvGrpSpPr/>
          <p:nvPr/>
        </p:nvGrpSpPr>
        <p:grpSpPr>
          <a:xfrm>
            <a:off x="0" y="1627825"/>
            <a:ext cx="13004800" cy="4159250"/>
            <a:chOff x="0" y="1627825"/>
            <a:chExt cx="13004800" cy="4159250"/>
          </a:xfrm>
        </p:grpSpPr>
        <p:pic>
          <p:nvPicPr>
            <p:cNvPr id="4" name="object 4"/>
            <p:cNvPicPr/>
            <p:nvPr/>
          </p:nvPicPr>
          <p:blipFill>
            <a:blip r:embed="rId2" cstate="print"/>
            <a:stretch>
              <a:fillRect/>
            </a:stretch>
          </p:blipFill>
          <p:spPr>
            <a:xfrm>
              <a:off x="0" y="1627825"/>
              <a:ext cx="13004799" cy="4159247"/>
            </a:xfrm>
            <a:prstGeom prst="rect">
              <a:avLst/>
            </a:prstGeom>
          </p:spPr>
        </p:pic>
        <p:pic>
          <p:nvPicPr>
            <p:cNvPr id="5" name="object 5"/>
            <p:cNvPicPr/>
            <p:nvPr/>
          </p:nvPicPr>
          <p:blipFill>
            <a:blip r:embed="rId3" cstate="print"/>
            <a:stretch>
              <a:fillRect/>
            </a:stretch>
          </p:blipFill>
          <p:spPr>
            <a:xfrm>
              <a:off x="3737324" y="1876775"/>
              <a:ext cx="3786984" cy="1221139"/>
            </a:xfrm>
            <a:prstGeom prst="rect">
              <a:avLst/>
            </a:prstGeom>
          </p:spPr>
        </p:pic>
        <p:sp>
          <p:nvSpPr>
            <p:cNvPr id="6" name="object 6"/>
            <p:cNvSpPr/>
            <p:nvPr/>
          </p:nvSpPr>
          <p:spPr>
            <a:xfrm>
              <a:off x="3775424" y="1889475"/>
              <a:ext cx="3710940" cy="1145540"/>
            </a:xfrm>
            <a:custGeom>
              <a:avLst/>
              <a:gdLst/>
              <a:ahLst/>
              <a:cxnLst/>
              <a:rect l="l" t="t" r="r" b="b"/>
              <a:pathLst>
                <a:path w="3710940" h="1145539">
                  <a:moveTo>
                    <a:pt x="1955720" y="1144938"/>
                  </a:moveTo>
                  <a:lnTo>
                    <a:pt x="1828763" y="1026893"/>
                  </a:lnTo>
                  <a:lnTo>
                    <a:pt x="63564" y="1026893"/>
                  </a:lnTo>
                  <a:lnTo>
                    <a:pt x="38774" y="1022744"/>
                  </a:lnTo>
                  <a:lnTo>
                    <a:pt x="18575" y="1011429"/>
                  </a:lnTo>
                  <a:lnTo>
                    <a:pt x="4979" y="994647"/>
                  </a:lnTo>
                  <a:lnTo>
                    <a:pt x="0" y="974099"/>
                  </a:lnTo>
                  <a:lnTo>
                    <a:pt x="0" y="52741"/>
                  </a:lnTo>
                  <a:lnTo>
                    <a:pt x="4979" y="32223"/>
                  </a:lnTo>
                  <a:lnTo>
                    <a:pt x="18575" y="15457"/>
                  </a:lnTo>
                  <a:lnTo>
                    <a:pt x="38774" y="4148"/>
                  </a:lnTo>
                  <a:lnTo>
                    <a:pt x="63564" y="0"/>
                  </a:lnTo>
                  <a:lnTo>
                    <a:pt x="3647219" y="0"/>
                  </a:lnTo>
                  <a:lnTo>
                    <a:pt x="3672009" y="4148"/>
                  </a:lnTo>
                  <a:lnTo>
                    <a:pt x="3692208" y="15457"/>
                  </a:lnTo>
                  <a:lnTo>
                    <a:pt x="3705804" y="32223"/>
                  </a:lnTo>
                  <a:lnTo>
                    <a:pt x="3710784" y="52741"/>
                  </a:lnTo>
                  <a:lnTo>
                    <a:pt x="3710784" y="974099"/>
                  </a:lnTo>
                  <a:lnTo>
                    <a:pt x="3705804" y="994647"/>
                  </a:lnTo>
                  <a:lnTo>
                    <a:pt x="3692208" y="1011429"/>
                  </a:lnTo>
                  <a:lnTo>
                    <a:pt x="3672009" y="1022744"/>
                  </a:lnTo>
                  <a:lnTo>
                    <a:pt x="3647219" y="1026893"/>
                  </a:lnTo>
                  <a:lnTo>
                    <a:pt x="2082849" y="1026893"/>
                  </a:lnTo>
                  <a:lnTo>
                    <a:pt x="1955720" y="1144938"/>
                  </a:lnTo>
                  <a:close/>
                </a:path>
              </a:pathLst>
            </a:custGeom>
            <a:solidFill>
              <a:srgbClr val="D45557"/>
            </a:solidFill>
          </p:spPr>
          <p:txBody>
            <a:bodyPr wrap="square" lIns="0" tIns="0" rIns="0" bIns="0" rtlCol="0"/>
            <a:lstStyle/>
            <a:p>
              <a:endParaRPr/>
            </a:p>
          </p:txBody>
        </p:sp>
      </p:grpSp>
      <p:sp>
        <p:nvSpPr>
          <p:cNvPr id="7" name="object 7"/>
          <p:cNvSpPr txBox="1"/>
          <p:nvPr/>
        </p:nvSpPr>
        <p:spPr>
          <a:xfrm>
            <a:off x="3810375" y="2038805"/>
            <a:ext cx="3326129" cy="756920"/>
          </a:xfrm>
          <a:prstGeom prst="rect">
            <a:avLst/>
          </a:prstGeom>
        </p:spPr>
        <p:txBody>
          <a:bodyPr vert="horz" wrap="square" lIns="0" tIns="12700" rIns="0" bIns="0" rtlCol="0">
            <a:spAutoFit/>
          </a:bodyPr>
          <a:lstStyle/>
          <a:p>
            <a:pPr marL="12700" marR="5080" indent="228600">
              <a:lnSpc>
                <a:spcPct val="100000"/>
              </a:lnSpc>
              <a:spcBef>
                <a:spcPts val="100"/>
              </a:spcBef>
            </a:pPr>
            <a:r>
              <a:rPr sz="2400" dirty="0">
                <a:solidFill>
                  <a:srgbClr val="FFFFFF"/>
                </a:solidFill>
                <a:latin typeface="Tahoma"/>
                <a:cs typeface="Tahoma"/>
              </a:rPr>
              <a:t>3.</a:t>
            </a:r>
            <a:r>
              <a:rPr sz="2400" spc="-120" dirty="0">
                <a:solidFill>
                  <a:srgbClr val="FFFFFF"/>
                </a:solidFill>
                <a:latin typeface="Tahoma"/>
                <a:cs typeface="Tahoma"/>
              </a:rPr>
              <a:t> </a:t>
            </a:r>
            <a:r>
              <a:rPr sz="2400" spc="85" dirty="0">
                <a:solidFill>
                  <a:srgbClr val="FFFFFF"/>
                </a:solidFill>
                <a:latin typeface="Tahoma"/>
                <a:cs typeface="Tahoma"/>
              </a:rPr>
              <a:t>Choose</a:t>
            </a:r>
            <a:r>
              <a:rPr sz="2400" spc="-120" dirty="0">
                <a:solidFill>
                  <a:srgbClr val="FFFFFF"/>
                </a:solidFill>
                <a:latin typeface="Tahoma"/>
                <a:cs typeface="Tahoma"/>
              </a:rPr>
              <a:t> </a:t>
            </a:r>
            <a:r>
              <a:rPr sz="2400" dirty="0">
                <a:solidFill>
                  <a:srgbClr val="FFFFFF"/>
                </a:solidFill>
                <a:latin typeface="Tahoma"/>
                <a:cs typeface="Tahoma"/>
              </a:rPr>
              <a:t>the</a:t>
            </a:r>
            <a:r>
              <a:rPr sz="2400" spc="-114" dirty="0">
                <a:solidFill>
                  <a:srgbClr val="FFFFFF"/>
                </a:solidFill>
                <a:latin typeface="Tahoma"/>
                <a:cs typeface="Tahoma"/>
              </a:rPr>
              <a:t> </a:t>
            </a:r>
            <a:r>
              <a:rPr sz="2400" spc="-10" dirty="0">
                <a:solidFill>
                  <a:srgbClr val="FFFFFF"/>
                </a:solidFill>
                <a:latin typeface="Tahoma"/>
                <a:cs typeface="Tahoma"/>
              </a:rPr>
              <a:t>branch </a:t>
            </a:r>
            <a:r>
              <a:rPr sz="2400" dirty="0">
                <a:solidFill>
                  <a:srgbClr val="FFFFFF"/>
                </a:solidFill>
                <a:latin typeface="Tahoma"/>
                <a:cs typeface="Tahoma"/>
              </a:rPr>
              <a:t>you</a:t>
            </a:r>
            <a:r>
              <a:rPr sz="2400" spc="-25" dirty="0">
                <a:solidFill>
                  <a:srgbClr val="FFFFFF"/>
                </a:solidFill>
                <a:latin typeface="Tahoma"/>
                <a:cs typeface="Tahoma"/>
              </a:rPr>
              <a:t> </a:t>
            </a:r>
            <a:r>
              <a:rPr sz="2400" dirty="0">
                <a:solidFill>
                  <a:srgbClr val="FFFFFF"/>
                </a:solidFill>
                <a:latin typeface="Tahoma"/>
                <a:cs typeface="Tahoma"/>
              </a:rPr>
              <a:t>pushed</a:t>
            </a:r>
            <a:r>
              <a:rPr sz="2400" spc="-25" dirty="0">
                <a:solidFill>
                  <a:srgbClr val="FFFFFF"/>
                </a:solidFill>
                <a:latin typeface="Tahoma"/>
                <a:cs typeface="Tahoma"/>
              </a:rPr>
              <a:t> </a:t>
            </a:r>
            <a:r>
              <a:rPr sz="2400" dirty="0">
                <a:solidFill>
                  <a:srgbClr val="FFFFFF"/>
                </a:solidFill>
                <a:latin typeface="Tahoma"/>
                <a:cs typeface="Tahoma"/>
              </a:rPr>
              <a:t>in</a:t>
            </a:r>
            <a:r>
              <a:rPr sz="2400" spc="-20" dirty="0">
                <a:solidFill>
                  <a:srgbClr val="FFFFFF"/>
                </a:solidFill>
                <a:latin typeface="Tahoma"/>
                <a:cs typeface="Tahoma"/>
              </a:rPr>
              <a:t> </a:t>
            </a:r>
            <a:r>
              <a:rPr sz="2400" dirty="0">
                <a:solidFill>
                  <a:srgbClr val="FFFFFF"/>
                </a:solidFill>
                <a:latin typeface="Tahoma"/>
                <a:cs typeface="Tahoma"/>
              </a:rPr>
              <a:t>your</a:t>
            </a:r>
            <a:r>
              <a:rPr sz="2400" spc="-25" dirty="0">
                <a:solidFill>
                  <a:srgbClr val="FFFFFF"/>
                </a:solidFill>
                <a:latin typeface="Tahoma"/>
                <a:cs typeface="Tahoma"/>
              </a:rPr>
              <a:t> </a:t>
            </a:r>
            <a:r>
              <a:rPr sz="2400" spc="-20" dirty="0">
                <a:solidFill>
                  <a:srgbClr val="FFFFFF"/>
                </a:solidFill>
                <a:latin typeface="Tahoma"/>
                <a:cs typeface="Tahoma"/>
              </a:rPr>
              <a:t>repo</a:t>
            </a:r>
            <a:endParaRPr sz="2400">
              <a:latin typeface="Tahoma"/>
              <a:cs typeface="Tahoma"/>
            </a:endParaRPr>
          </a:p>
        </p:txBody>
      </p:sp>
      <p:sp>
        <p:nvSpPr>
          <p:cNvPr id="8" name="object 8"/>
          <p:cNvSpPr/>
          <p:nvPr/>
        </p:nvSpPr>
        <p:spPr>
          <a:xfrm>
            <a:off x="2501910" y="2696697"/>
            <a:ext cx="1045210" cy="402590"/>
          </a:xfrm>
          <a:custGeom>
            <a:avLst/>
            <a:gdLst/>
            <a:ahLst/>
            <a:cxnLst/>
            <a:rect l="l" t="t" r="r" b="b"/>
            <a:pathLst>
              <a:path w="1045210" h="402589">
                <a:moveTo>
                  <a:pt x="0" y="0"/>
                </a:moveTo>
                <a:lnTo>
                  <a:pt x="1044599" y="0"/>
                </a:lnTo>
                <a:lnTo>
                  <a:pt x="1044599" y="401999"/>
                </a:lnTo>
                <a:lnTo>
                  <a:pt x="0" y="401999"/>
                </a:lnTo>
                <a:lnTo>
                  <a:pt x="0" y="0"/>
                </a:lnTo>
                <a:close/>
              </a:path>
            </a:pathLst>
          </a:custGeom>
          <a:ln w="25399">
            <a:solidFill>
              <a:srgbClr val="E14E35"/>
            </a:solidFill>
          </a:ln>
        </p:spPr>
        <p:txBody>
          <a:bodyPr wrap="square" lIns="0" tIns="0" rIns="0" bIns="0" rtlCol="0"/>
          <a:lstStyle/>
          <a:p>
            <a:endParaRPr/>
          </a:p>
        </p:txBody>
      </p:sp>
      <p:sp>
        <p:nvSpPr>
          <p:cNvPr id="9" name="object 9"/>
          <p:cNvSpPr txBox="1"/>
          <p:nvPr/>
        </p:nvSpPr>
        <p:spPr>
          <a:xfrm>
            <a:off x="2373212" y="4312284"/>
            <a:ext cx="10280650" cy="1446530"/>
          </a:xfrm>
          <a:prstGeom prst="rect">
            <a:avLst/>
          </a:prstGeom>
        </p:spPr>
        <p:txBody>
          <a:bodyPr vert="horz" wrap="square" lIns="0" tIns="69850" rIns="0" bIns="0" rtlCol="0">
            <a:spAutoFit/>
          </a:bodyPr>
          <a:lstStyle/>
          <a:p>
            <a:pPr marL="12700" marR="5080" algn="ctr">
              <a:lnSpc>
                <a:spcPts val="3600"/>
              </a:lnSpc>
              <a:spcBef>
                <a:spcPts val="550"/>
              </a:spcBef>
            </a:pPr>
            <a:r>
              <a:rPr sz="3300" dirty="0">
                <a:solidFill>
                  <a:srgbClr val="C82506"/>
                </a:solidFill>
                <a:latin typeface="Tahoma"/>
                <a:cs typeface="Tahoma"/>
              </a:rPr>
              <a:t>Ensure</a:t>
            </a:r>
            <a:r>
              <a:rPr sz="3300" spc="-30" dirty="0">
                <a:solidFill>
                  <a:srgbClr val="C82506"/>
                </a:solidFill>
                <a:latin typeface="Tahoma"/>
                <a:cs typeface="Tahoma"/>
              </a:rPr>
              <a:t> </a:t>
            </a:r>
            <a:r>
              <a:rPr sz="3300" dirty="0">
                <a:solidFill>
                  <a:srgbClr val="C82506"/>
                </a:solidFill>
                <a:latin typeface="Tahoma"/>
                <a:cs typeface="Tahoma"/>
              </a:rPr>
              <a:t>that</a:t>
            </a:r>
            <a:r>
              <a:rPr sz="3300" spc="-35" dirty="0">
                <a:solidFill>
                  <a:srgbClr val="C82506"/>
                </a:solidFill>
                <a:latin typeface="Tahoma"/>
                <a:cs typeface="Tahoma"/>
              </a:rPr>
              <a:t> </a:t>
            </a:r>
            <a:r>
              <a:rPr sz="3300" dirty="0">
                <a:solidFill>
                  <a:srgbClr val="C82506"/>
                </a:solidFill>
                <a:latin typeface="Tahoma"/>
                <a:cs typeface="Tahoma"/>
              </a:rPr>
              <a:t>the</a:t>
            </a:r>
            <a:r>
              <a:rPr sz="3300" spc="-30" dirty="0">
                <a:solidFill>
                  <a:srgbClr val="C82506"/>
                </a:solidFill>
                <a:latin typeface="Tahoma"/>
                <a:cs typeface="Tahoma"/>
              </a:rPr>
              <a:t> </a:t>
            </a:r>
            <a:r>
              <a:rPr sz="3300" spc="65" dirty="0">
                <a:solidFill>
                  <a:srgbClr val="C82506"/>
                </a:solidFill>
                <a:latin typeface="Tahoma"/>
                <a:cs typeface="Tahoma"/>
              </a:rPr>
              <a:t>commit</a:t>
            </a:r>
            <a:r>
              <a:rPr sz="3300" spc="-35" dirty="0">
                <a:solidFill>
                  <a:srgbClr val="C82506"/>
                </a:solidFill>
                <a:latin typeface="Tahoma"/>
                <a:cs typeface="Tahoma"/>
              </a:rPr>
              <a:t> </a:t>
            </a:r>
            <a:r>
              <a:rPr sz="3300" dirty="0">
                <a:solidFill>
                  <a:srgbClr val="C82506"/>
                </a:solidFill>
                <a:latin typeface="Tahoma"/>
                <a:cs typeface="Tahoma"/>
              </a:rPr>
              <a:t>in</a:t>
            </a:r>
            <a:r>
              <a:rPr sz="3300" spc="-30" dirty="0">
                <a:solidFill>
                  <a:srgbClr val="C82506"/>
                </a:solidFill>
                <a:latin typeface="Tahoma"/>
                <a:cs typeface="Tahoma"/>
              </a:rPr>
              <a:t> </a:t>
            </a:r>
            <a:r>
              <a:rPr sz="3300" dirty="0">
                <a:solidFill>
                  <a:srgbClr val="C82506"/>
                </a:solidFill>
                <a:latin typeface="Tahoma"/>
                <a:cs typeface="Tahoma"/>
              </a:rPr>
              <a:t>the</a:t>
            </a:r>
            <a:r>
              <a:rPr sz="3300" spc="-30" dirty="0">
                <a:solidFill>
                  <a:srgbClr val="C82506"/>
                </a:solidFill>
                <a:latin typeface="Tahoma"/>
                <a:cs typeface="Tahoma"/>
              </a:rPr>
              <a:t> </a:t>
            </a:r>
            <a:r>
              <a:rPr sz="3300" dirty="0">
                <a:solidFill>
                  <a:srgbClr val="C82506"/>
                </a:solidFill>
                <a:latin typeface="Tahoma"/>
                <a:cs typeface="Tahoma"/>
              </a:rPr>
              <a:t>version</a:t>
            </a:r>
            <a:r>
              <a:rPr sz="3300" spc="-30" dirty="0">
                <a:solidFill>
                  <a:srgbClr val="C82506"/>
                </a:solidFill>
                <a:latin typeface="Tahoma"/>
                <a:cs typeface="Tahoma"/>
              </a:rPr>
              <a:t> </a:t>
            </a:r>
            <a:r>
              <a:rPr sz="3300" dirty="0">
                <a:solidFill>
                  <a:srgbClr val="C82506"/>
                </a:solidFill>
                <a:latin typeface="Tahoma"/>
                <a:cs typeface="Tahoma"/>
              </a:rPr>
              <a:t>record</a:t>
            </a:r>
            <a:r>
              <a:rPr sz="3300" spc="-35" dirty="0">
                <a:solidFill>
                  <a:srgbClr val="C82506"/>
                </a:solidFill>
                <a:latin typeface="Tahoma"/>
                <a:cs typeface="Tahoma"/>
              </a:rPr>
              <a:t> </a:t>
            </a:r>
            <a:r>
              <a:rPr sz="3300" dirty="0">
                <a:solidFill>
                  <a:srgbClr val="C82506"/>
                </a:solidFill>
                <a:latin typeface="Tahoma"/>
                <a:cs typeface="Tahoma"/>
              </a:rPr>
              <a:t>of</a:t>
            </a:r>
            <a:r>
              <a:rPr sz="3300" spc="-30" dirty="0">
                <a:solidFill>
                  <a:srgbClr val="C82506"/>
                </a:solidFill>
                <a:latin typeface="Tahoma"/>
                <a:cs typeface="Tahoma"/>
              </a:rPr>
              <a:t> </a:t>
            </a:r>
            <a:r>
              <a:rPr sz="3300" spc="-25" dirty="0">
                <a:solidFill>
                  <a:srgbClr val="C82506"/>
                </a:solidFill>
                <a:latin typeface="Tahoma"/>
                <a:cs typeface="Tahoma"/>
              </a:rPr>
              <a:t>the </a:t>
            </a:r>
            <a:r>
              <a:rPr sz="3300" spc="60" dirty="0">
                <a:solidFill>
                  <a:srgbClr val="C82506"/>
                </a:solidFill>
                <a:latin typeface="Tahoma"/>
                <a:cs typeface="Tahoma"/>
              </a:rPr>
              <a:t>selected</a:t>
            </a:r>
            <a:r>
              <a:rPr sz="3300" spc="-55" dirty="0">
                <a:solidFill>
                  <a:srgbClr val="C82506"/>
                </a:solidFill>
                <a:latin typeface="Tahoma"/>
                <a:cs typeface="Tahoma"/>
              </a:rPr>
              <a:t> </a:t>
            </a:r>
            <a:r>
              <a:rPr sz="3300" dirty="0">
                <a:solidFill>
                  <a:srgbClr val="C82506"/>
                </a:solidFill>
                <a:latin typeface="Tahoma"/>
                <a:cs typeface="Tahoma"/>
              </a:rPr>
              <a:t>branch</a:t>
            </a:r>
            <a:r>
              <a:rPr sz="3300" spc="-45" dirty="0">
                <a:solidFill>
                  <a:srgbClr val="C82506"/>
                </a:solidFill>
                <a:latin typeface="Tahoma"/>
                <a:cs typeface="Tahoma"/>
              </a:rPr>
              <a:t> </a:t>
            </a:r>
            <a:r>
              <a:rPr sz="3300" spc="65" dirty="0">
                <a:solidFill>
                  <a:srgbClr val="C82506"/>
                </a:solidFill>
                <a:latin typeface="Tahoma"/>
                <a:cs typeface="Tahoma"/>
              </a:rPr>
              <a:t>matches</a:t>
            </a:r>
            <a:r>
              <a:rPr sz="3300" spc="-45" dirty="0">
                <a:solidFill>
                  <a:srgbClr val="C82506"/>
                </a:solidFill>
                <a:latin typeface="Tahoma"/>
                <a:cs typeface="Tahoma"/>
              </a:rPr>
              <a:t> </a:t>
            </a:r>
            <a:r>
              <a:rPr sz="3300" dirty="0">
                <a:solidFill>
                  <a:srgbClr val="C82506"/>
                </a:solidFill>
                <a:latin typeface="Tahoma"/>
                <a:cs typeface="Tahoma"/>
              </a:rPr>
              <a:t>the</a:t>
            </a:r>
            <a:r>
              <a:rPr sz="3300" spc="-50" dirty="0">
                <a:solidFill>
                  <a:srgbClr val="C82506"/>
                </a:solidFill>
                <a:latin typeface="Tahoma"/>
                <a:cs typeface="Tahoma"/>
              </a:rPr>
              <a:t> </a:t>
            </a:r>
            <a:r>
              <a:rPr sz="3300" spc="65" dirty="0">
                <a:solidFill>
                  <a:srgbClr val="C82506"/>
                </a:solidFill>
                <a:latin typeface="Tahoma"/>
                <a:cs typeface="Tahoma"/>
              </a:rPr>
              <a:t>commit</a:t>
            </a:r>
            <a:r>
              <a:rPr sz="3300" spc="-50" dirty="0">
                <a:solidFill>
                  <a:srgbClr val="C82506"/>
                </a:solidFill>
                <a:latin typeface="Tahoma"/>
                <a:cs typeface="Tahoma"/>
              </a:rPr>
              <a:t> </a:t>
            </a:r>
            <a:r>
              <a:rPr sz="3300" dirty="0">
                <a:solidFill>
                  <a:srgbClr val="C82506"/>
                </a:solidFill>
                <a:latin typeface="Tahoma"/>
                <a:cs typeface="Tahoma"/>
              </a:rPr>
              <a:t>name</a:t>
            </a:r>
            <a:r>
              <a:rPr sz="3300" spc="-45" dirty="0">
                <a:solidFill>
                  <a:srgbClr val="C82506"/>
                </a:solidFill>
                <a:latin typeface="Tahoma"/>
                <a:cs typeface="Tahoma"/>
              </a:rPr>
              <a:t> </a:t>
            </a:r>
            <a:r>
              <a:rPr sz="3300" dirty="0">
                <a:solidFill>
                  <a:srgbClr val="C82506"/>
                </a:solidFill>
                <a:latin typeface="Tahoma"/>
                <a:cs typeface="Tahoma"/>
              </a:rPr>
              <a:t>of</a:t>
            </a:r>
            <a:r>
              <a:rPr sz="3300" spc="-55" dirty="0">
                <a:solidFill>
                  <a:srgbClr val="C82506"/>
                </a:solidFill>
                <a:latin typeface="Tahoma"/>
                <a:cs typeface="Tahoma"/>
              </a:rPr>
              <a:t> </a:t>
            </a:r>
            <a:r>
              <a:rPr sz="3300" dirty="0">
                <a:solidFill>
                  <a:srgbClr val="C82506"/>
                </a:solidFill>
                <a:latin typeface="Tahoma"/>
                <a:cs typeface="Tahoma"/>
              </a:rPr>
              <a:t>the</a:t>
            </a:r>
            <a:r>
              <a:rPr sz="3300" spc="-45" dirty="0">
                <a:solidFill>
                  <a:srgbClr val="C82506"/>
                </a:solidFill>
                <a:latin typeface="Tahoma"/>
                <a:cs typeface="Tahoma"/>
              </a:rPr>
              <a:t> </a:t>
            </a:r>
            <a:r>
              <a:rPr sz="3300" spc="-10" dirty="0">
                <a:solidFill>
                  <a:srgbClr val="C82506"/>
                </a:solidFill>
                <a:latin typeface="Tahoma"/>
                <a:cs typeface="Tahoma"/>
              </a:rPr>
              <a:t>final </a:t>
            </a:r>
            <a:r>
              <a:rPr sz="3300" dirty="0">
                <a:solidFill>
                  <a:srgbClr val="C82506"/>
                </a:solidFill>
                <a:latin typeface="Tahoma"/>
                <a:cs typeface="Tahoma"/>
              </a:rPr>
              <a:t>version</a:t>
            </a:r>
            <a:r>
              <a:rPr sz="3300" spc="25" dirty="0">
                <a:solidFill>
                  <a:srgbClr val="C82506"/>
                </a:solidFill>
                <a:latin typeface="Tahoma"/>
                <a:cs typeface="Tahoma"/>
              </a:rPr>
              <a:t> </a:t>
            </a:r>
            <a:r>
              <a:rPr sz="3300" dirty="0">
                <a:solidFill>
                  <a:srgbClr val="C82506"/>
                </a:solidFill>
                <a:latin typeface="Tahoma"/>
                <a:cs typeface="Tahoma"/>
              </a:rPr>
              <a:t>you</a:t>
            </a:r>
            <a:r>
              <a:rPr sz="3300" spc="25" dirty="0">
                <a:solidFill>
                  <a:srgbClr val="C82506"/>
                </a:solidFill>
                <a:latin typeface="Tahoma"/>
                <a:cs typeface="Tahoma"/>
              </a:rPr>
              <a:t> </a:t>
            </a:r>
            <a:r>
              <a:rPr sz="3300" dirty="0">
                <a:solidFill>
                  <a:srgbClr val="C82506"/>
                </a:solidFill>
                <a:latin typeface="Tahoma"/>
                <a:cs typeface="Tahoma"/>
              </a:rPr>
              <a:t>have</a:t>
            </a:r>
            <a:r>
              <a:rPr sz="3300" spc="30" dirty="0">
                <a:solidFill>
                  <a:srgbClr val="C82506"/>
                </a:solidFill>
                <a:latin typeface="Tahoma"/>
                <a:cs typeface="Tahoma"/>
              </a:rPr>
              <a:t> </a:t>
            </a:r>
            <a:r>
              <a:rPr sz="3300" dirty="0">
                <a:solidFill>
                  <a:srgbClr val="C82506"/>
                </a:solidFill>
                <a:latin typeface="Tahoma"/>
                <a:cs typeface="Tahoma"/>
              </a:rPr>
              <a:t>in</a:t>
            </a:r>
            <a:r>
              <a:rPr sz="3300" spc="25" dirty="0">
                <a:solidFill>
                  <a:srgbClr val="C82506"/>
                </a:solidFill>
                <a:latin typeface="Tahoma"/>
                <a:cs typeface="Tahoma"/>
              </a:rPr>
              <a:t> </a:t>
            </a:r>
            <a:r>
              <a:rPr sz="3300" spc="-10" dirty="0">
                <a:solidFill>
                  <a:srgbClr val="C82506"/>
                </a:solidFill>
                <a:latin typeface="Tahoma"/>
                <a:cs typeface="Tahoma"/>
              </a:rPr>
              <a:t>mind.</a:t>
            </a:r>
            <a:endParaRPr sz="3300">
              <a:latin typeface="Tahoma"/>
              <a:cs typeface="Tahoma"/>
            </a:endParaRPr>
          </a:p>
        </p:txBody>
      </p:sp>
      <p:grpSp>
        <p:nvGrpSpPr>
          <p:cNvPr id="10" name="object 10"/>
          <p:cNvGrpSpPr/>
          <p:nvPr/>
        </p:nvGrpSpPr>
        <p:grpSpPr>
          <a:xfrm>
            <a:off x="2890085" y="3094770"/>
            <a:ext cx="6922134" cy="1245235"/>
            <a:chOff x="2890085" y="3094770"/>
            <a:chExt cx="6922134" cy="1245235"/>
          </a:xfrm>
        </p:grpSpPr>
        <p:sp>
          <p:nvSpPr>
            <p:cNvPr id="11" name="object 11"/>
            <p:cNvSpPr/>
            <p:nvPr/>
          </p:nvSpPr>
          <p:spPr>
            <a:xfrm>
              <a:off x="4003378" y="3661334"/>
              <a:ext cx="3514090" cy="673735"/>
            </a:xfrm>
            <a:custGeom>
              <a:avLst/>
              <a:gdLst/>
              <a:ahLst/>
              <a:cxnLst/>
              <a:rect l="l" t="t" r="r" b="b"/>
              <a:pathLst>
                <a:path w="3514090" h="673735">
                  <a:moveTo>
                    <a:pt x="3513571" y="673540"/>
                  </a:moveTo>
                  <a:lnTo>
                    <a:pt x="0" y="0"/>
                  </a:lnTo>
                </a:path>
              </a:pathLst>
            </a:custGeom>
            <a:ln w="9524">
              <a:solidFill>
                <a:srgbClr val="DE6A10"/>
              </a:solidFill>
            </a:ln>
          </p:spPr>
          <p:txBody>
            <a:bodyPr wrap="square" lIns="0" tIns="0" rIns="0" bIns="0" rtlCol="0"/>
            <a:lstStyle/>
            <a:p>
              <a:endParaRPr/>
            </a:p>
          </p:txBody>
        </p:sp>
        <p:sp>
          <p:nvSpPr>
            <p:cNvPr id="12" name="object 12"/>
            <p:cNvSpPr/>
            <p:nvPr/>
          </p:nvSpPr>
          <p:spPr>
            <a:xfrm>
              <a:off x="3960925" y="3645883"/>
              <a:ext cx="45720" cy="31115"/>
            </a:xfrm>
            <a:custGeom>
              <a:avLst/>
              <a:gdLst/>
              <a:ahLst/>
              <a:cxnLst/>
              <a:rect l="l" t="t" r="r" b="b"/>
              <a:pathLst>
                <a:path w="45720" h="31114">
                  <a:moveTo>
                    <a:pt x="39490" y="30902"/>
                  </a:moveTo>
                  <a:lnTo>
                    <a:pt x="0" y="7313"/>
                  </a:lnTo>
                  <a:lnTo>
                    <a:pt x="45414" y="0"/>
                  </a:lnTo>
                  <a:lnTo>
                    <a:pt x="39490" y="30902"/>
                  </a:lnTo>
                  <a:close/>
                </a:path>
              </a:pathLst>
            </a:custGeom>
            <a:solidFill>
              <a:srgbClr val="DE6A10"/>
            </a:solidFill>
          </p:spPr>
          <p:txBody>
            <a:bodyPr wrap="square" lIns="0" tIns="0" rIns="0" bIns="0" rtlCol="0"/>
            <a:lstStyle/>
            <a:p>
              <a:endParaRPr/>
            </a:p>
          </p:txBody>
        </p:sp>
        <p:sp>
          <p:nvSpPr>
            <p:cNvPr id="13" name="object 13"/>
            <p:cNvSpPr/>
            <p:nvPr/>
          </p:nvSpPr>
          <p:spPr>
            <a:xfrm>
              <a:off x="3960925" y="3645883"/>
              <a:ext cx="45720" cy="31115"/>
            </a:xfrm>
            <a:custGeom>
              <a:avLst/>
              <a:gdLst/>
              <a:ahLst/>
              <a:cxnLst/>
              <a:rect l="l" t="t" r="r" b="b"/>
              <a:pathLst>
                <a:path w="45720" h="31114">
                  <a:moveTo>
                    <a:pt x="45414" y="0"/>
                  </a:moveTo>
                  <a:lnTo>
                    <a:pt x="0" y="7313"/>
                  </a:lnTo>
                  <a:lnTo>
                    <a:pt x="39490" y="30902"/>
                  </a:lnTo>
                  <a:lnTo>
                    <a:pt x="45414" y="0"/>
                  </a:lnTo>
                  <a:close/>
                </a:path>
              </a:pathLst>
            </a:custGeom>
            <a:ln w="9524">
              <a:solidFill>
                <a:srgbClr val="DE6A10"/>
              </a:solidFill>
            </a:ln>
          </p:spPr>
          <p:txBody>
            <a:bodyPr wrap="square" lIns="0" tIns="0" rIns="0" bIns="0" rtlCol="0"/>
            <a:lstStyle/>
            <a:p>
              <a:endParaRPr/>
            </a:p>
          </p:txBody>
        </p:sp>
        <p:sp>
          <p:nvSpPr>
            <p:cNvPr id="14" name="object 14"/>
            <p:cNvSpPr/>
            <p:nvPr/>
          </p:nvSpPr>
          <p:spPr>
            <a:xfrm>
              <a:off x="2902785" y="3449572"/>
              <a:ext cx="1045210" cy="402590"/>
            </a:xfrm>
            <a:custGeom>
              <a:avLst/>
              <a:gdLst/>
              <a:ahLst/>
              <a:cxnLst/>
              <a:rect l="l" t="t" r="r" b="b"/>
              <a:pathLst>
                <a:path w="1045210" h="402589">
                  <a:moveTo>
                    <a:pt x="0" y="0"/>
                  </a:moveTo>
                  <a:lnTo>
                    <a:pt x="1044599" y="0"/>
                  </a:lnTo>
                  <a:lnTo>
                    <a:pt x="1044599" y="401999"/>
                  </a:lnTo>
                  <a:lnTo>
                    <a:pt x="0" y="401999"/>
                  </a:lnTo>
                  <a:lnTo>
                    <a:pt x="0" y="0"/>
                  </a:lnTo>
                  <a:close/>
                </a:path>
              </a:pathLst>
            </a:custGeom>
            <a:ln w="25399">
              <a:solidFill>
                <a:srgbClr val="E14E35"/>
              </a:solidFill>
            </a:ln>
          </p:spPr>
          <p:txBody>
            <a:bodyPr wrap="square" lIns="0" tIns="0" rIns="0" bIns="0" rtlCol="0"/>
            <a:lstStyle/>
            <a:p>
              <a:endParaRPr/>
            </a:p>
          </p:txBody>
        </p:sp>
        <p:pic>
          <p:nvPicPr>
            <p:cNvPr id="15" name="object 15"/>
            <p:cNvPicPr/>
            <p:nvPr/>
          </p:nvPicPr>
          <p:blipFill>
            <a:blip r:embed="rId4" cstate="print"/>
            <a:stretch>
              <a:fillRect/>
            </a:stretch>
          </p:blipFill>
          <p:spPr>
            <a:xfrm>
              <a:off x="7516950" y="3094770"/>
              <a:ext cx="2295159" cy="270387"/>
            </a:xfrm>
            <a:prstGeom prst="rect">
              <a:avLst/>
            </a:prstGeom>
          </p:spPr>
        </p:pic>
      </p:grpSp>
      <p:sp>
        <p:nvSpPr>
          <p:cNvPr id="16" name="object 16"/>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95</a:t>
            </a:fld>
            <a:endParaRPr spc="-25"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3004800" cy="9753600"/>
          </a:xfrm>
          <a:custGeom>
            <a:avLst/>
            <a:gdLst/>
            <a:ahLst/>
            <a:cxnLst/>
            <a:rect l="l" t="t" r="r" b="b"/>
            <a:pathLst>
              <a:path w="13004800" h="9753600">
                <a:moveTo>
                  <a:pt x="13004799" y="9753599"/>
                </a:moveTo>
                <a:lnTo>
                  <a:pt x="0" y="9753599"/>
                </a:lnTo>
                <a:lnTo>
                  <a:pt x="0" y="0"/>
                </a:lnTo>
                <a:lnTo>
                  <a:pt x="13004799" y="0"/>
                </a:lnTo>
                <a:lnTo>
                  <a:pt x="13004799" y="9753599"/>
                </a:lnTo>
                <a:close/>
              </a:path>
            </a:pathLst>
          </a:custGeom>
          <a:solidFill>
            <a:srgbClr val="333C48"/>
          </a:solidFill>
        </p:spPr>
        <p:txBody>
          <a:bodyPr wrap="square" lIns="0" tIns="0" rIns="0" bIns="0" rtlCol="0"/>
          <a:lstStyle/>
          <a:p>
            <a:endParaRPr/>
          </a:p>
        </p:txBody>
      </p:sp>
      <p:grpSp>
        <p:nvGrpSpPr>
          <p:cNvPr id="3" name="object 3"/>
          <p:cNvGrpSpPr/>
          <p:nvPr/>
        </p:nvGrpSpPr>
        <p:grpSpPr>
          <a:xfrm>
            <a:off x="0" y="1643804"/>
            <a:ext cx="12998450" cy="4171950"/>
            <a:chOff x="0" y="1643804"/>
            <a:chExt cx="12998450" cy="4171950"/>
          </a:xfrm>
        </p:grpSpPr>
        <p:pic>
          <p:nvPicPr>
            <p:cNvPr id="4" name="object 4"/>
            <p:cNvPicPr/>
            <p:nvPr/>
          </p:nvPicPr>
          <p:blipFill>
            <a:blip r:embed="rId2" cstate="print"/>
            <a:stretch>
              <a:fillRect/>
            </a:stretch>
          </p:blipFill>
          <p:spPr>
            <a:xfrm>
              <a:off x="0" y="1656500"/>
              <a:ext cx="12998399" cy="4159247"/>
            </a:xfrm>
            <a:prstGeom prst="rect">
              <a:avLst/>
            </a:prstGeom>
          </p:spPr>
        </p:pic>
        <p:pic>
          <p:nvPicPr>
            <p:cNvPr id="5" name="object 5"/>
            <p:cNvPicPr/>
            <p:nvPr/>
          </p:nvPicPr>
          <p:blipFill>
            <a:blip r:embed="rId3" cstate="print"/>
            <a:stretch>
              <a:fillRect/>
            </a:stretch>
          </p:blipFill>
          <p:spPr>
            <a:xfrm>
              <a:off x="9283848" y="1643804"/>
              <a:ext cx="3499260" cy="1454172"/>
            </a:xfrm>
            <a:prstGeom prst="rect">
              <a:avLst/>
            </a:prstGeom>
          </p:spPr>
        </p:pic>
        <p:sp>
          <p:nvSpPr>
            <p:cNvPr id="6" name="object 6"/>
            <p:cNvSpPr/>
            <p:nvPr/>
          </p:nvSpPr>
          <p:spPr>
            <a:xfrm>
              <a:off x="9321947" y="1656504"/>
              <a:ext cx="3423285" cy="1378585"/>
            </a:xfrm>
            <a:custGeom>
              <a:avLst/>
              <a:gdLst/>
              <a:ahLst/>
              <a:cxnLst/>
              <a:rect l="l" t="t" r="r" b="b"/>
              <a:pathLst>
                <a:path w="3423284" h="1378585">
                  <a:moveTo>
                    <a:pt x="1668107" y="1377971"/>
                  </a:moveTo>
                  <a:lnTo>
                    <a:pt x="1541010" y="1235900"/>
                  </a:lnTo>
                  <a:lnTo>
                    <a:pt x="63548" y="1235900"/>
                  </a:lnTo>
                  <a:lnTo>
                    <a:pt x="38777" y="1230906"/>
                  </a:lnTo>
                  <a:lnTo>
                    <a:pt x="18581" y="1217288"/>
                  </a:lnTo>
                  <a:lnTo>
                    <a:pt x="4982" y="1197091"/>
                  </a:lnTo>
                  <a:lnTo>
                    <a:pt x="0" y="1172360"/>
                  </a:lnTo>
                  <a:lnTo>
                    <a:pt x="0" y="63475"/>
                  </a:lnTo>
                  <a:lnTo>
                    <a:pt x="4982" y="38782"/>
                  </a:lnTo>
                  <a:lnTo>
                    <a:pt x="18581" y="18604"/>
                  </a:lnTo>
                  <a:lnTo>
                    <a:pt x="38777" y="4992"/>
                  </a:lnTo>
                  <a:lnTo>
                    <a:pt x="63548" y="0"/>
                  </a:lnTo>
                  <a:lnTo>
                    <a:pt x="3359511" y="0"/>
                  </a:lnTo>
                  <a:lnTo>
                    <a:pt x="3384283" y="4992"/>
                  </a:lnTo>
                  <a:lnTo>
                    <a:pt x="3404478" y="18604"/>
                  </a:lnTo>
                  <a:lnTo>
                    <a:pt x="3418077" y="38782"/>
                  </a:lnTo>
                  <a:lnTo>
                    <a:pt x="3423059" y="63475"/>
                  </a:lnTo>
                  <a:lnTo>
                    <a:pt x="3423059" y="1172360"/>
                  </a:lnTo>
                  <a:lnTo>
                    <a:pt x="3418077" y="1197091"/>
                  </a:lnTo>
                  <a:lnTo>
                    <a:pt x="3404478" y="1217288"/>
                  </a:lnTo>
                  <a:lnTo>
                    <a:pt x="3384283" y="1230906"/>
                  </a:lnTo>
                  <a:lnTo>
                    <a:pt x="3359511" y="1235900"/>
                  </a:lnTo>
                  <a:lnTo>
                    <a:pt x="1795046" y="1235900"/>
                  </a:lnTo>
                  <a:lnTo>
                    <a:pt x="1668107" y="1377971"/>
                  </a:lnTo>
                  <a:close/>
                </a:path>
              </a:pathLst>
            </a:custGeom>
            <a:solidFill>
              <a:srgbClr val="D45557"/>
            </a:solidFill>
          </p:spPr>
          <p:txBody>
            <a:bodyPr wrap="square" lIns="0" tIns="0" rIns="0" bIns="0" rtlCol="0"/>
            <a:lstStyle/>
            <a:p>
              <a:endParaRPr/>
            </a:p>
          </p:txBody>
        </p:sp>
      </p:grpSp>
      <p:sp>
        <p:nvSpPr>
          <p:cNvPr id="7" name="object 7"/>
          <p:cNvSpPr txBox="1"/>
          <p:nvPr/>
        </p:nvSpPr>
        <p:spPr>
          <a:xfrm>
            <a:off x="9356873" y="1956478"/>
            <a:ext cx="3187700" cy="756920"/>
          </a:xfrm>
          <a:prstGeom prst="rect">
            <a:avLst/>
          </a:prstGeom>
        </p:spPr>
        <p:txBody>
          <a:bodyPr vert="horz" wrap="square" lIns="0" tIns="12700" rIns="0" bIns="0" rtlCol="0">
            <a:spAutoFit/>
          </a:bodyPr>
          <a:lstStyle/>
          <a:p>
            <a:pPr marL="12700" marR="5080" indent="228600">
              <a:lnSpc>
                <a:spcPct val="100000"/>
              </a:lnSpc>
              <a:spcBef>
                <a:spcPts val="100"/>
              </a:spcBef>
            </a:pPr>
            <a:r>
              <a:rPr sz="2400" dirty="0">
                <a:solidFill>
                  <a:srgbClr val="FFFFFF"/>
                </a:solidFill>
                <a:latin typeface="Tahoma"/>
                <a:cs typeface="Tahoma"/>
              </a:rPr>
              <a:t>4.</a:t>
            </a:r>
            <a:r>
              <a:rPr sz="2400" spc="-120" dirty="0">
                <a:solidFill>
                  <a:srgbClr val="FFFFFF"/>
                </a:solidFill>
                <a:latin typeface="Tahoma"/>
                <a:cs typeface="Tahoma"/>
              </a:rPr>
              <a:t> </a:t>
            </a:r>
            <a:r>
              <a:rPr sz="2400" spc="85" dirty="0">
                <a:solidFill>
                  <a:srgbClr val="FFFFFF"/>
                </a:solidFill>
                <a:latin typeface="Tahoma"/>
                <a:cs typeface="Tahoma"/>
              </a:rPr>
              <a:t>Choose</a:t>
            </a:r>
            <a:r>
              <a:rPr sz="2400" spc="-120" dirty="0">
                <a:solidFill>
                  <a:srgbClr val="FFFFFF"/>
                </a:solidFill>
                <a:latin typeface="Tahoma"/>
                <a:cs typeface="Tahoma"/>
              </a:rPr>
              <a:t> </a:t>
            </a:r>
            <a:r>
              <a:rPr sz="2400" dirty="0">
                <a:solidFill>
                  <a:srgbClr val="FFFFFF"/>
                </a:solidFill>
                <a:latin typeface="Tahoma"/>
                <a:cs typeface="Tahoma"/>
              </a:rPr>
              <a:t>the</a:t>
            </a:r>
            <a:r>
              <a:rPr sz="2400" spc="-114" dirty="0">
                <a:solidFill>
                  <a:srgbClr val="FFFFFF"/>
                </a:solidFill>
                <a:latin typeface="Tahoma"/>
                <a:cs typeface="Tahoma"/>
              </a:rPr>
              <a:t> </a:t>
            </a:r>
            <a:r>
              <a:rPr sz="2400" spc="-10" dirty="0">
                <a:solidFill>
                  <a:srgbClr val="FFFFFF"/>
                </a:solidFill>
                <a:latin typeface="Tahoma"/>
                <a:cs typeface="Tahoma"/>
              </a:rPr>
              <a:t>branch </a:t>
            </a:r>
            <a:r>
              <a:rPr sz="2400" dirty="0">
                <a:solidFill>
                  <a:srgbClr val="FFFFFF"/>
                </a:solidFill>
                <a:latin typeface="Tahoma"/>
                <a:cs typeface="Tahoma"/>
              </a:rPr>
              <a:t>named</a:t>
            </a:r>
            <a:r>
              <a:rPr sz="2400" spc="-75" dirty="0">
                <a:solidFill>
                  <a:srgbClr val="FFFFFF"/>
                </a:solidFill>
                <a:latin typeface="Tahoma"/>
                <a:cs typeface="Tahoma"/>
              </a:rPr>
              <a:t> </a:t>
            </a:r>
            <a:r>
              <a:rPr sz="2400" spc="-20" dirty="0">
                <a:solidFill>
                  <a:srgbClr val="FFFFFF"/>
                </a:solidFill>
                <a:latin typeface="Tahoma"/>
                <a:cs typeface="Tahoma"/>
              </a:rPr>
              <a:t>after</a:t>
            </a:r>
            <a:r>
              <a:rPr sz="2400" spc="-75" dirty="0">
                <a:solidFill>
                  <a:srgbClr val="FFFFFF"/>
                </a:solidFill>
                <a:latin typeface="Tahoma"/>
                <a:cs typeface="Tahoma"/>
              </a:rPr>
              <a:t> </a:t>
            </a:r>
            <a:r>
              <a:rPr sz="2400" dirty="0">
                <a:solidFill>
                  <a:srgbClr val="FFFFFF"/>
                </a:solidFill>
                <a:latin typeface="Tahoma"/>
                <a:cs typeface="Tahoma"/>
              </a:rPr>
              <a:t>your</a:t>
            </a:r>
            <a:r>
              <a:rPr sz="2400" spc="-70" dirty="0">
                <a:solidFill>
                  <a:srgbClr val="FFFFFF"/>
                </a:solidFill>
                <a:latin typeface="Tahoma"/>
                <a:cs typeface="Tahoma"/>
              </a:rPr>
              <a:t> </a:t>
            </a:r>
            <a:r>
              <a:rPr sz="2400" spc="-25" dirty="0">
                <a:solidFill>
                  <a:srgbClr val="FFFFFF"/>
                </a:solidFill>
                <a:latin typeface="Tahoma"/>
                <a:cs typeface="Tahoma"/>
              </a:rPr>
              <a:t>ID</a:t>
            </a:r>
            <a:endParaRPr sz="2400" dirty="0">
              <a:latin typeface="Tahoma"/>
              <a:cs typeface="Tahoma"/>
            </a:endParaRPr>
          </a:p>
        </p:txBody>
      </p:sp>
      <p:sp>
        <p:nvSpPr>
          <p:cNvPr id="8" name="object 8"/>
          <p:cNvSpPr/>
          <p:nvPr/>
        </p:nvSpPr>
        <p:spPr>
          <a:xfrm>
            <a:off x="7486204" y="2689077"/>
            <a:ext cx="1045210" cy="402590"/>
          </a:xfrm>
          <a:custGeom>
            <a:avLst/>
            <a:gdLst/>
            <a:ahLst/>
            <a:cxnLst/>
            <a:rect l="l" t="t" r="r" b="b"/>
            <a:pathLst>
              <a:path w="1045209" h="402589">
                <a:moveTo>
                  <a:pt x="0" y="0"/>
                </a:moveTo>
                <a:lnTo>
                  <a:pt x="1044599" y="0"/>
                </a:lnTo>
                <a:lnTo>
                  <a:pt x="1044599" y="401999"/>
                </a:lnTo>
                <a:lnTo>
                  <a:pt x="0" y="401999"/>
                </a:lnTo>
                <a:lnTo>
                  <a:pt x="0" y="0"/>
                </a:lnTo>
                <a:close/>
              </a:path>
            </a:pathLst>
          </a:custGeom>
          <a:ln w="25399">
            <a:solidFill>
              <a:srgbClr val="E14E35"/>
            </a:solidFill>
          </a:ln>
        </p:spPr>
        <p:txBody>
          <a:bodyPr wrap="square" lIns="0" tIns="0" rIns="0" bIns="0" rtlCol="0"/>
          <a:lstStyle/>
          <a:p>
            <a:endParaRPr/>
          </a:p>
        </p:txBody>
      </p:sp>
      <p:sp>
        <p:nvSpPr>
          <p:cNvPr id="9" name="object 9"/>
          <p:cNvSpPr txBox="1"/>
          <p:nvPr/>
        </p:nvSpPr>
        <p:spPr>
          <a:xfrm>
            <a:off x="1848808" y="4406920"/>
            <a:ext cx="10923270" cy="1130935"/>
          </a:xfrm>
          <a:prstGeom prst="rect">
            <a:avLst/>
          </a:prstGeom>
        </p:spPr>
        <p:txBody>
          <a:bodyPr vert="horz" wrap="square" lIns="0" tIns="94615" rIns="0" bIns="0" rtlCol="0">
            <a:spAutoFit/>
          </a:bodyPr>
          <a:lstStyle/>
          <a:p>
            <a:pPr marL="12700" marR="5080" indent="-4445" algn="ctr">
              <a:lnSpc>
                <a:spcPts val="2680"/>
              </a:lnSpc>
              <a:spcBef>
                <a:spcPts val="745"/>
              </a:spcBef>
            </a:pPr>
            <a:r>
              <a:rPr sz="2750" dirty="0">
                <a:solidFill>
                  <a:srgbClr val="C82506"/>
                </a:solidFill>
                <a:latin typeface="Tahoma"/>
                <a:cs typeface="Tahoma"/>
              </a:rPr>
              <a:t>Ensure</a:t>
            </a:r>
            <a:r>
              <a:rPr sz="2750" spc="-45" dirty="0">
                <a:solidFill>
                  <a:srgbClr val="C82506"/>
                </a:solidFill>
                <a:latin typeface="Tahoma"/>
                <a:cs typeface="Tahoma"/>
              </a:rPr>
              <a:t> </a:t>
            </a:r>
            <a:r>
              <a:rPr sz="2750" dirty="0">
                <a:solidFill>
                  <a:srgbClr val="C82506"/>
                </a:solidFill>
                <a:latin typeface="Tahoma"/>
                <a:cs typeface="Tahoma"/>
              </a:rPr>
              <a:t>that</a:t>
            </a:r>
            <a:r>
              <a:rPr sz="2750" spc="-45" dirty="0">
                <a:solidFill>
                  <a:srgbClr val="C82506"/>
                </a:solidFill>
                <a:latin typeface="Tahoma"/>
                <a:cs typeface="Tahoma"/>
              </a:rPr>
              <a:t> </a:t>
            </a:r>
            <a:r>
              <a:rPr sz="2750" dirty="0">
                <a:solidFill>
                  <a:srgbClr val="C82506"/>
                </a:solidFill>
                <a:latin typeface="Tahoma"/>
                <a:cs typeface="Tahoma"/>
              </a:rPr>
              <a:t>the</a:t>
            </a:r>
            <a:r>
              <a:rPr sz="2750" spc="-45" dirty="0">
                <a:solidFill>
                  <a:srgbClr val="C82506"/>
                </a:solidFill>
                <a:latin typeface="Tahoma"/>
                <a:cs typeface="Tahoma"/>
              </a:rPr>
              <a:t> </a:t>
            </a:r>
            <a:r>
              <a:rPr sz="2750" spc="65" dirty="0">
                <a:solidFill>
                  <a:srgbClr val="C82506"/>
                </a:solidFill>
                <a:latin typeface="Tahoma"/>
                <a:cs typeface="Tahoma"/>
              </a:rPr>
              <a:t>source</a:t>
            </a:r>
            <a:r>
              <a:rPr sz="2750" spc="-45" dirty="0">
                <a:solidFill>
                  <a:srgbClr val="C82506"/>
                </a:solidFill>
                <a:latin typeface="Tahoma"/>
                <a:cs typeface="Tahoma"/>
              </a:rPr>
              <a:t> </a:t>
            </a:r>
            <a:r>
              <a:rPr sz="2750" dirty="0">
                <a:solidFill>
                  <a:srgbClr val="C82506"/>
                </a:solidFill>
                <a:latin typeface="Tahoma"/>
                <a:cs typeface="Tahoma"/>
              </a:rPr>
              <a:t>of</a:t>
            </a:r>
            <a:r>
              <a:rPr sz="2750" spc="-45" dirty="0">
                <a:solidFill>
                  <a:srgbClr val="C82506"/>
                </a:solidFill>
                <a:latin typeface="Tahoma"/>
                <a:cs typeface="Tahoma"/>
              </a:rPr>
              <a:t> </a:t>
            </a:r>
            <a:r>
              <a:rPr sz="2750" dirty="0">
                <a:solidFill>
                  <a:srgbClr val="C82506"/>
                </a:solidFill>
                <a:latin typeface="Tahoma"/>
                <a:cs typeface="Tahoma"/>
              </a:rPr>
              <a:t>the</a:t>
            </a:r>
            <a:r>
              <a:rPr sz="2750" spc="-45" dirty="0">
                <a:solidFill>
                  <a:srgbClr val="C82506"/>
                </a:solidFill>
                <a:latin typeface="Tahoma"/>
                <a:cs typeface="Tahoma"/>
              </a:rPr>
              <a:t> </a:t>
            </a:r>
            <a:r>
              <a:rPr sz="2750" spc="60" dirty="0">
                <a:solidFill>
                  <a:srgbClr val="C82506"/>
                </a:solidFill>
                <a:latin typeface="Tahoma"/>
                <a:cs typeface="Tahoma"/>
              </a:rPr>
              <a:t>selected</a:t>
            </a:r>
            <a:r>
              <a:rPr sz="2750" spc="-45" dirty="0">
                <a:solidFill>
                  <a:srgbClr val="C82506"/>
                </a:solidFill>
                <a:latin typeface="Tahoma"/>
                <a:cs typeface="Tahoma"/>
              </a:rPr>
              <a:t> </a:t>
            </a:r>
            <a:r>
              <a:rPr sz="2750" dirty="0">
                <a:solidFill>
                  <a:srgbClr val="C82506"/>
                </a:solidFill>
                <a:latin typeface="Tahoma"/>
                <a:cs typeface="Tahoma"/>
              </a:rPr>
              <a:t>branch</a:t>
            </a:r>
            <a:r>
              <a:rPr sz="2750" spc="-40" dirty="0">
                <a:solidFill>
                  <a:srgbClr val="C82506"/>
                </a:solidFill>
                <a:latin typeface="Tahoma"/>
                <a:cs typeface="Tahoma"/>
              </a:rPr>
              <a:t> </a:t>
            </a:r>
            <a:r>
              <a:rPr sz="2750" spc="70" dirty="0">
                <a:solidFill>
                  <a:srgbClr val="C82506"/>
                </a:solidFill>
                <a:latin typeface="Tahoma"/>
                <a:cs typeface="Tahoma"/>
              </a:rPr>
              <a:t>is</a:t>
            </a:r>
            <a:r>
              <a:rPr sz="2750" spc="-45" dirty="0">
                <a:solidFill>
                  <a:srgbClr val="C82506"/>
                </a:solidFill>
                <a:latin typeface="Tahoma"/>
                <a:cs typeface="Tahoma"/>
              </a:rPr>
              <a:t> </a:t>
            </a:r>
            <a:r>
              <a:rPr sz="2750" dirty="0">
                <a:solidFill>
                  <a:srgbClr val="C82506"/>
                </a:solidFill>
                <a:latin typeface="Tahoma"/>
                <a:cs typeface="Tahoma"/>
              </a:rPr>
              <a:t>the</a:t>
            </a:r>
            <a:r>
              <a:rPr sz="2750" spc="-45" dirty="0">
                <a:solidFill>
                  <a:srgbClr val="C82506"/>
                </a:solidFill>
                <a:latin typeface="Tahoma"/>
                <a:cs typeface="Tahoma"/>
              </a:rPr>
              <a:t> </a:t>
            </a:r>
            <a:r>
              <a:rPr sz="2750" spc="114" dirty="0">
                <a:solidFill>
                  <a:srgbClr val="C82506"/>
                </a:solidFill>
                <a:latin typeface="Tahoma"/>
                <a:cs typeface="Tahoma"/>
              </a:rPr>
              <a:t>class</a:t>
            </a:r>
            <a:r>
              <a:rPr sz="2750" spc="-45" dirty="0">
                <a:solidFill>
                  <a:srgbClr val="C82506"/>
                </a:solidFill>
                <a:latin typeface="Tahoma"/>
                <a:cs typeface="Tahoma"/>
              </a:rPr>
              <a:t> </a:t>
            </a:r>
            <a:r>
              <a:rPr sz="2750" spc="-10" dirty="0">
                <a:solidFill>
                  <a:srgbClr val="C82506"/>
                </a:solidFill>
                <a:latin typeface="Tahoma"/>
                <a:cs typeface="Tahoma"/>
              </a:rPr>
              <a:t>folder </a:t>
            </a:r>
            <a:r>
              <a:rPr sz="2750" dirty="0">
                <a:solidFill>
                  <a:srgbClr val="C82506"/>
                </a:solidFill>
                <a:latin typeface="Tahoma"/>
                <a:cs typeface="Tahoma"/>
              </a:rPr>
              <a:t>(courses/software-studio/202</a:t>
            </a:r>
            <a:r>
              <a:rPr lang="en-US" sz="2750" dirty="0">
                <a:solidFill>
                  <a:srgbClr val="C82506"/>
                </a:solidFill>
                <a:latin typeface="Tahoma"/>
                <a:cs typeface="Tahoma"/>
              </a:rPr>
              <a:t>6</a:t>
            </a:r>
            <a:r>
              <a:rPr sz="2750" dirty="0">
                <a:solidFill>
                  <a:srgbClr val="C82506"/>
                </a:solidFill>
                <a:latin typeface="Tahoma"/>
                <a:cs typeface="Tahoma"/>
              </a:rPr>
              <a:t>-spring/submission-exercise)</a:t>
            </a:r>
            <a:r>
              <a:rPr sz="2750" spc="-25" dirty="0">
                <a:solidFill>
                  <a:srgbClr val="C82506"/>
                </a:solidFill>
                <a:latin typeface="Tahoma"/>
                <a:cs typeface="Tahoma"/>
              </a:rPr>
              <a:t>  </a:t>
            </a:r>
            <a:r>
              <a:rPr sz="2750" spc="55" dirty="0">
                <a:solidFill>
                  <a:srgbClr val="C82506"/>
                </a:solidFill>
                <a:latin typeface="Tahoma"/>
                <a:cs typeface="Tahoma"/>
              </a:rPr>
              <a:t>and</a:t>
            </a:r>
            <a:r>
              <a:rPr sz="2750" spc="-25" dirty="0">
                <a:solidFill>
                  <a:srgbClr val="C82506"/>
                </a:solidFill>
                <a:latin typeface="Tahoma"/>
                <a:cs typeface="Tahoma"/>
              </a:rPr>
              <a:t>  </a:t>
            </a:r>
            <a:r>
              <a:rPr sz="2750" spc="-20" dirty="0">
                <a:solidFill>
                  <a:srgbClr val="C82506"/>
                </a:solidFill>
                <a:latin typeface="Tahoma"/>
                <a:cs typeface="Tahoma"/>
              </a:rPr>
              <a:t>your </a:t>
            </a:r>
            <a:r>
              <a:rPr sz="2750" dirty="0">
                <a:solidFill>
                  <a:srgbClr val="C82506"/>
                </a:solidFill>
                <a:latin typeface="Tahoma"/>
                <a:cs typeface="Tahoma"/>
              </a:rPr>
              <a:t>student</a:t>
            </a:r>
            <a:r>
              <a:rPr sz="2750" spc="-10" dirty="0">
                <a:solidFill>
                  <a:srgbClr val="C82506"/>
                </a:solidFill>
                <a:latin typeface="Tahoma"/>
                <a:cs typeface="Tahoma"/>
              </a:rPr>
              <a:t> </a:t>
            </a:r>
            <a:r>
              <a:rPr sz="2750" spc="-90" dirty="0">
                <a:solidFill>
                  <a:srgbClr val="C82506"/>
                </a:solidFill>
                <a:latin typeface="Tahoma"/>
                <a:cs typeface="Tahoma"/>
              </a:rPr>
              <a:t>ID</a:t>
            </a:r>
            <a:r>
              <a:rPr sz="2750" spc="-10" dirty="0">
                <a:solidFill>
                  <a:srgbClr val="C82506"/>
                </a:solidFill>
                <a:latin typeface="Tahoma"/>
                <a:cs typeface="Tahoma"/>
              </a:rPr>
              <a:t> </a:t>
            </a:r>
            <a:r>
              <a:rPr sz="2750" spc="-50" dirty="0">
                <a:solidFill>
                  <a:srgbClr val="C82506"/>
                </a:solidFill>
                <a:latin typeface="Tahoma"/>
                <a:cs typeface="Tahoma"/>
              </a:rPr>
              <a:t>(</a:t>
            </a:r>
            <a:r>
              <a:rPr sz="2750" b="1" spc="-50" dirty="0">
                <a:solidFill>
                  <a:srgbClr val="C82506"/>
                </a:solidFill>
                <a:latin typeface="Tahoma"/>
                <a:cs typeface="Tahoma"/>
              </a:rPr>
              <a:t>not</a:t>
            </a:r>
            <a:r>
              <a:rPr sz="2750" b="1" spc="-10" dirty="0">
                <a:solidFill>
                  <a:srgbClr val="C82506"/>
                </a:solidFill>
                <a:latin typeface="Tahoma"/>
                <a:cs typeface="Tahoma"/>
              </a:rPr>
              <a:t> </a:t>
            </a:r>
            <a:r>
              <a:rPr sz="2750" b="1" dirty="0">
                <a:solidFill>
                  <a:srgbClr val="C82506"/>
                </a:solidFill>
                <a:latin typeface="Tahoma"/>
                <a:cs typeface="Tahoma"/>
              </a:rPr>
              <a:t>master</a:t>
            </a:r>
            <a:r>
              <a:rPr sz="2750" b="1" spc="-10" dirty="0">
                <a:solidFill>
                  <a:srgbClr val="C82506"/>
                </a:solidFill>
                <a:latin typeface="Tahoma"/>
                <a:cs typeface="Tahoma"/>
              </a:rPr>
              <a:t> </a:t>
            </a:r>
            <a:r>
              <a:rPr sz="2750" b="1" dirty="0">
                <a:solidFill>
                  <a:srgbClr val="C82506"/>
                </a:solidFill>
                <a:latin typeface="Tahoma"/>
                <a:cs typeface="Tahoma"/>
              </a:rPr>
              <a:t>or</a:t>
            </a:r>
            <a:r>
              <a:rPr sz="2750" b="1" spc="-10" dirty="0">
                <a:solidFill>
                  <a:srgbClr val="C82506"/>
                </a:solidFill>
                <a:latin typeface="Tahoma"/>
                <a:cs typeface="Tahoma"/>
              </a:rPr>
              <a:t> </a:t>
            </a:r>
            <a:r>
              <a:rPr sz="2750" b="1" spc="70" dirty="0">
                <a:solidFill>
                  <a:srgbClr val="C82506"/>
                </a:solidFill>
                <a:latin typeface="Tahoma"/>
                <a:cs typeface="Tahoma"/>
              </a:rPr>
              <a:t>someone</a:t>
            </a:r>
            <a:r>
              <a:rPr sz="2750" b="1" spc="-10" dirty="0">
                <a:solidFill>
                  <a:srgbClr val="C82506"/>
                </a:solidFill>
                <a:latin typeface="Tahoma"/>
                <a:cs typeface="Tahoma"/>
              </a:rPr>
              <a:t> </a:t>
            </a:r>
            <a:r>
              <a:rPr sz="2750" b="1" spc="70" dirty="0">
                <a:solidFill>
                  <a:srgbClr val="C82506"/>
                </a:solidFill>
                <a:latin typeface="Tahoma"/>
                <a:cs typeface="Tahoma"/>
              </a:rPr>
              <a:t>else’s</a:t>
            </a:r>
            <a:r>
              <a:rPr sz="2750" b="1" spc="-5" dirty="0">
                <a:solidFill>
                  <a:srgbClr val="C82506"/>
                </a:solidFill>
                <a:latin typeface="Tahoma"/>
                <a:cs typeface="Tahoma"/>
              </a:rPr>
              <a:t> </a:t>
            </a:r>
            <a:r>
              <a:rPr sz="2750" b="1" dirty="0">
                <a:solidFill>
                  <a:srgbClr val="C82506"/>
                </a:solidFill>
                <a:latin typeface="Tahoma"/>
                <a:cs typeface="Tahoma"/>
              </a:rPr>
              <a:t>student</a:t>
            </a:r>
            <a:r>
              <a:rPr sz="2750" b="1" spc="-10" dirty="0">
                <a:solidFill>
                  <a:srgbClr val="C82506"/>
                </a:solidFill>
                <a:latin typeface="Tahoma"/>
                <a:cs typeface="Tahoma"/>
              </a:rPr>
              <a:t> </a:t>
            </a:r>
            <a:r>
              <a:rPr sz="2750" b="1" spc="-20" dirty="0">
                <a:solidFill>
                  <a:srgbClr val="C82506"/>
                </a:solidFill>
                <a:latin typeface="Tahoma"/>
                <a:cs typeface="Tahoma"/>
              </a:rPr>
              <a:t>ID</a:t>
            </a:r>
            <a:r>
              <a:rPr sz="2750" spc="-20" dirty="0">
                <a:solidFill>
                  <a:srgbClr val="C82506"/>
                </a:solidFill>
                <a:latin typeface="Tahoma"/>
                <a:cs typeface="Tahoma"/>
              </a:rPr>
              <a:t>).</a:t>
            </a:r>
            <a:endParaRPr sz="2750" dirty="0">
              <a:latin typeface="Tahoma"/>
              <a:cs typeface="Tahoma"/>
            </a:endParaRPr>
          </a:p>
        </p:txBody>
      </p:sp>
      <p:grpSp>
        <p:nvGrpSpPr>
          <p:cNvPr id="10" name="object 10"/>
          <p:cNvGrpSpPr/>
          <p:nvPr/>
        </p:nvGrpSpPr>
        <p:grpSpPr>
          <a:xfrm>
            <a:off x="7305587" y="3094770"/>
            <a:ext cx="2540000" cy="1364615"/>
            <a:chOff x="7305587" y="3094770"/>
            <a:chExt cx="2540000" cy="1364615"/>
          </a:xfrm>
        </p:grpSpPr>
        <p:sp>
          <p:nvSpPr>
            <p:cNvPr id="11" name="object 11"/>
            <p:cNvSpPr/>
            <p:nvPr/>
          </p:nvSpPr>
          <p:spPr>
            <a:xfrm>
              <a:off x="7310349" y="3369208"/>
              <a:ext cx="904240" cy="1085215"/>
            </a:xfrm>
            <a:custGeom>
              <a:avLst/>
              <a:gdLst/>
              <a:ahLst/>
              <a:cxnLst/>
              <a:rect l="l" t="t" r="r" b="b"/>
              <a:pathLst>
                <a:path w="904240" h="1085214">
                  <a:moveTo>
                    <a:pt x="0" y="1084991"/>
                  </a:moveTo>
                  <a:lnTo>
                    <a:pt x="903919" y="0"/>
                  </a:lnTo>
                </a:path>
              </a:pathLst>
            </a:custGeom>
            <a:ln w="9524">
              <a:solidFill>
                <a:srgbClr val="C82506"/>
              </a:solidFill>
            </a:ln>
          </p:spPr>
          <p:txBody>
            <a:bodyPr wrap="square" lIns="0" tIns="0" rIns="0" bIns="0" rtlCol="0"/>
            <a:lstStyle/>
            <a:p>
              <a:endParaRPr/>
            </a:p>
          </p:txBody>
        </p:sp>
        <p:sp>
          <p:nvSpPr>
            <p:cNvPr id="12" name="object 12"/>
            <p:cNvSpPr/>
            <p:nvPr/>
          </p:nvSpPr>
          <p:spPr>
            <a:xfrm>
              <a:off x="8202181" y="3335998"/>
              <a:ext cx="40005" cy="43815"/>
            </a:xfrm>
            <a:custGeom>
              <a:avLst/>
              <a:gdLst/>
              <a:ahLst/>
              <a:cxnLst/>
              <a:rect l="l" t="t" r="r" b="b"/>
              <a:pathLst>
                <a:path w="40004" h="43814">
                  <a:moveTo>
                    <a:pt x="24174" y="43280"/>
                  </a:moveTo>
                  <a:lnTo>
                    <a:pt x="0" y="23139"/>
                  </a:lnTo>
                  <a:lnTo>
                    <a:pt x="39754" y="0"/>
                  </a:lnTo>
                  <a:lnTo>
                    <a:pt x="24174" y="43280"/>
                  </a:lnTo>
                  <a:close/>
                </a:path>
              </a:pathLst>
            </a:custGeom>
            <a:solidFill>
              <a:srgbClr val="C82506"/>
            </a:solidFill>
          </p:spPr>
          <p:txBody>
            <a:bodyPr wrap="square" lIns="0" tIns="0" rIns="0" bIns="0" rtlCol="0"/>
            <a:lstStyle/>
            <a:p>
              <a:endParaRPr/>
            </a:p>
          </p:txBody>
        </p:sp>
        <p:sp>
          <p:nvSpPr>
            <p:cNvPr id="13" name="object 13"/>
            <p:cNvSpPr/>
            <p:nvPr/>
          </p:nvSpPr>
          <p:spPr>
            <a:xfrm>
              <a:off x="8202181" y="3335998"/>
              <a:ext cx="40005" cy="43815"/>
            </a:xfrm>
            <a:custGeom>
              <a:avLst/>
              <a:gdLst/>
              <a:ahLst/>
              <a:cxnLst/>
              <a:rect l="l" t="t" r="r" b="b"/>
              <a:pathLst>
                <a:path w="40004" h="43814">
                  <a:moveTo>
                    <a:pt x="24174" y="43280"/>
                  </a:moveTo>
                  <a:lnTo>
                    <a:pt x="39754" y="0"/>
                  </a:lnTo>
                  <a:lnTo>
                    <a:pt x="0" y="23139"/>
                  </a:lnTo>
                  <a:lnTo>
                    <a:pt x="24174" y="43280"/>
                  </a:lnTo>
                  <a:close/>
                </a:path>
              </a:pathLst>
            </a:custGeom>
            <a:ln w="9524">
              <a:solidFill>
                <a:srgbClr val="C82506"/>
              </a:solidFill>
            </a:ln>
          </p:spPr>
          <p:txBody>
            <a:bodyPr wrap="square" lIns="0" tIns="0" rIns="0" bIns="0" rtlCol="0"/>
            <a:lstStyle/>
            <a:p>
              <a:endParaRPr/>
            </a:p>
          </p:txBody>
        </p:sp>
        <p:sp>
          <p:nvSpPr>
            <p:cNvPr id="14" name="object 14"/>
            <p:cNvSpPr/>
            <p:nvPr/>
          </p:nvSpPr>
          <p:spPr>
            <a:xfrm>
              <a:off x="7310349" y="3672424"/>
              <a:ext cx="2489200" cy="782320"/>
            </a:xfrm>
            <a:custGeom>
              <a:avLst/>
              <a:gdLst/>
              <a:ahLst/>
              <a:cxnLst/>
              <a:rect l="l" t="t" r="r" b="b"/>
              <a:pathLst>
                <a:path w="2489200" h="782320">
                  <a:moveTo>
                    <a:pt x="0" y="781775"/>
                  </a:moveTo>
                  <a:lnTo>
                    <a:pt x="2489175" y="0"/>
                  </a:lnTo>
                </a:path>
              </a:pathLst>
            </a:custGeom>
            <a:ln w="9524">
              <a:solidFill>
                <a:srgbClr val="C82506"/>
              </a:solidFill>
            </a:ln>
          </p:spPr>
          <p:txBody>
            <a:bodyPr wrap="square" lIns="0" tIns="0" rIns="0" bIns="0" rtlCol="0"/>
            <a:lstStyle/>
            <a:p>
              <a:endParaRPr/>
            </a:p>
          </p:txBody>
        </p:sp>
        <p:sp>
          <p:nvSpPr>
            <p:cNvPr id="15" name="object 15"/>
            <p:cNvSpPr/>
            <p:nvPr/>
          </p:nvSpPr>
          <p:spPr>
            <a:xfrm>
              <a:off x="9794811" y="3657414"/>
              <a:ext cx="46355" cy="30480"/>
            </a:xfrm>
            <a:custGeom>
              <a:avLst/>
              <a:gdLst/>
              <a:ahLst/>
              <a:cxnLst/>
              <a:rect l="l" t="t" r="r" b="b"/>
              <a:pathLst>
                <a:path w="46354" h="30479">
                  <a:moveTo>
                    <a:pt x="9428" y="30019"/>
                  </a:moveTo>
                  <a:lnTo>
                    <a:pt x="0" y="0"/>
                  </a:lnTo>
                  <a:lnTo>
                    <a:pt x="45953" y="2057"/>
                  </a:lnTo>
                  <a:lnTo>
                    <a:pt x="9428" y="30019"/>
                  </a:lnTo>
                  <a:close/>
                </a:path>
              </a:pathLst>
            </a:custGeom>
            <a:solidFill>
              <a:srgbClr val="C82506"/>
            </a:solidFill>
          </p:spPr>
          <p:txBody>
            <a:bodyPr wrap="square" lIns="0" tIns="0" rIns="0" bIns="0" rtlCol="0"/>
            <a:lstStyle/>
            <a:p>
              <a:endParaRPr/>
            </a:p>
          </p:txBody>
        </p:sp>
        <p:sp>
          <p:nvSpPr>
            <p:cNvPr id="16" name="object 16"/>
            <p:cNvSpPr/>
            <p:nvPr/>
          </p:nvSpPr>
          <p:spPr>
            <a:xfrm>
              <a:off x="9794811" y="3657414"/>
              <a:ext cx="46355" cy="30480"/>
            </a:xfrm>
            <a:custGeom>
              <a:avLst/>
              <a:gdLst/>
              <a:ahLst/>
              <a:cxnLst/>
              <a:rect l="l" t="t" r="r" b="b"/>
              <a:pathLst>
                <a:path w="46354" h="30479">
                  <a:moveTo>
                    <a:pt x="9428" y="30019"/>
                  </a:moveTo>
                  <a:lnTo>
                    <a:pt x="45953" y="2057"/>
                  </a:lnTo>
                  <a:lnTo>
                    <a:pt x="0" y="0"/>
                  </a:lnTo>
                  <a:lnTo>
                    <a:pt x="9428" y="30019"/>
                  </a:lnTo>
                  <a:close/>
                </a:path>
              </a:pathLst>
            </a:custGeom>
            <a:ln w="9524">
              <a:solidFill>
                <a:srgbClr val="C82506"/>
              </a:solidFill>
            </a:ln>
          </p:spPr>
          <p:txBody>
            <a:bodyPr wrap="square" lIns="0" tIns="0" rIns="0" bIns="0" rtlCol="0"/>
            <a:lstStyle/>
            <a:p>
              <a:endParaRPr/>
            </a:p>
          </p:txBody>
        </p:sp>
        <p:pic>
          <p:nvPicPr>
            <p:cNvPr id="17" name="object 17"/>
            <p:cNvPicPr/>
            <p:nvPr/>
          </p:nvPicPr>
          <p:blipFill>
            <a:blip r:embed="rId4" cstate="print"/>
            <a:stretch>
              <a:fillRect/>
            </a:stretch>
          </p:blipFill>
          <p:spPr>
            <a:xfrm>
              <a:off x="7516950" y="3094770"/>
              <a:ext cx="2295159" cy="270387"/>
            </a:xfrm>
            <a:prstGeom prst="rect">
              <a:avLst/>
            </a:prstGeom>
          </p:spPr>
        </p:pic>
      </p:grpSp>
      <p:sp>
        <p:nvSpPr>
          <p:cNvPr id="18" name="object 18"/>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96</a:t>
            </a:fld>
            <a:endParaRPr spc="-25"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3004800" cy="9753600"/>
          </a:xfrm>
          <a:custGeom>
            <a:avLst/>
            <a:gdLst/>
            <a:ahLst/>
            <a:cxnLst/>
            <a:rect l="l" t="t" r="r" b="b"/>
            <a:pathLst>
              <a:path w="13004800" h="9753600">
                <a:moveTo>
                  <a:pt x="13004799" y="9753599"/>
                </a:moveTo>
                <a:lnTo>
                  <a:pt x="0" y="9753599"/>
                </a:lnTo>
                <a:lnTo>
                  <a:pt x="0" y="0"/>
                </a:lnTo>
                <a:lnTo>
                  <a:pt x="13004799" y="0"/>
                </a:lnTo>
                <a:lnTo>
                  <a:pt x="13004799" y="9753599"/>
                </a:lnTo>
                <a:close/>
              </a:path>
            </a:pathLst>
          </a:custGeom>
          <a:solidFill>
            <a:srgbClr val="333C48"/>
          </a:solidFill>
        </p:spPr>
        <p:txBody>
          <a:bodyPr wrap="square" lIns="0" tIns="0" rIns="0" bIns="0" rtlCol="0"/>
          <a:lstStyle/>
          <a:p>
            <a:endParaRPr/>
          </a:p>
        </p:txBody>
      </p:sp>
      <p:grpSp>
        <p:nvGrpSpPr>
          <p:cNvPr id="3" name="object 3"/>
          <p:cNvGrpSpPr/>
          <p:nvPr/>
        </p:nvGrpSpPr>
        <p:grpSpPr>
          <a:xfrm>
            <a:off x="0" y="1656500"/>
            <a:ext cx="12998450" cy="4159250"/>
            <a:chOff x="0" y="1656500"/>
            <a:chExt cx="12998450" cy="4159250"/>
          </a:xfrm>
        </p:grpSpPr>
        <p:pic>
          <p:nvPicPr>
            <p:cNvPr id="4" name="object 4"/>
            <p:cNvPicPr/>
            <p:nvPr/>
          </p:nvPicPr>
          <p:blipFill>
            <a:blip r:embed="rId2" cstate="print"/>
            <a:stretch>
              <a:fillRect/>
            </a:stretch>
          </p:blipFill>
          <p:spPr>
            <a:xfrm>
              <a:off x="0" y="1656500"/>
              <a:ext cx="12998399" cy="4159247"/>
            </a:xfrm>
            <a:prstGeom prst="rect">
              <a:avLst/>
            </a:prstGeom>
          </p:spPr>
        </p:pic>
        <p:pic>
          <p:nvPicPr>
            <p:cNvPr id="5" name="object 5"/>
            <p:cNvPicPr/>
            <p:nvPr/>
          </p:nvPicPr>
          <p:blipFill>
            <a:blip r:embed="rId3" cstate="print"/>
            <a:stretch>
              <a:fillRect/>
            </a:stretch>
          </p:blipFill>
          <p:spPr>
            <a:xfrm>
              <a:off x="2512385" y="4532513"/>
              <a:ext cx="3596892" cy="739374"/>
            </a:xfrm>
            <a:prstGeom prst="rect">
              <a:avLst/>
            </a:prstGeom>
          </p:spPr>
        </p:pic>
        <p:sp>
          <p:nvSpPr>
            <p:cNvPr id="6" name="object 6"/>
            <p:cNvSpPr/>
            <p:nvPr/>
          </p:nvSpPr>
          <p:spPr>
            <a:xfrm>
              <a:off x="2550485" y="4545213"/>
              <a:ext cx="3521075" cy="663575"/>
            </a:xfrm>
            <a:custGeom>
              <a:avLst/>
              <a:gdLst/>
              <a:ahLst/>
              <a:cxnLst/>
              <a:rect l="l" t="t" r="r" b="b"/>
              <a:pathLst>
                <a:path w="3521075" h="663575">
                  <a:moveTo>
                    <a:pt x="3457123" y="663173"/>
                  </a:moveTo>
                  <a:lnTo>
                    <a:pt x="63568" y="663173"/>
                  </a:lnTo>
                  <a:lnTo>
                    <a:pt x="38782" y="658183"/>
                  </a:lnTo>
                  <a:lnTo>
                    <a:pt x="18581" y="644576"/>
                  </a:lnTo>
                  <a:lnTo>
                    <a:pt x="4981" y="624393"/>
                  </a:lnTo>
                  <a:lnTo>
                    <a:pt x="0" y="599681"/>
                  </a:lnTo>
                  <a:lnTo>
                    <a:pt x="0" y="221856"/>
                  </a:lnTo>
                  <a:lnTo>
                    <a:pt x="4981" y="197143"/>
                  </a:lnTo>
                  <a:lnTo>
                    <a:pt x="18581" y="176961"/>
                  </a:lnTo>
                  <a:lnTo>
                    <a:pt x="38782" y="163353"/>
                  </a:lnTo>
                  <a:lnTo>
                    <a:pt x="63568" y="158363"/>
                  </a:lnTo>
                  <a:lnTo>
                    <a:pt x="435033" y="158363"/>
                  </a:lnTo>
                  <a:lnTo>
                    <a:pt x="562006" y="0"/>
                  </a:lnTo>
                  <a:lnTo>
                    <a:pt x="688979" y="158363"/>
                  </a:lnTo>
                  <a:lnTo>
                    <a:pt x="3457123" y="158363"/>
                  </a:lnTo>
                  <a:lnTo>
                    <a:pt x="3481909" y="163353"/>
                  </a:lnTo>
                  <a:lnTo>
                    <a:pt x="3502110" y="176961"/>
                  </a:lnTo>
                  <a:lnTo>
                    <a:pt x="3515710" y="197143"/>
                  </a:lnTo>
                  <a:lnTo>
                    <a:pt x="3520691" y="221856"/>
                  </a:lnTo>
                  <a:lnTo>
                    <a:pt x="3520691" y="599681"/>
                  </a:lnTo>
                  <a:lnTo>
                    <a:pt x="3515710" y="624393"/>
                  </a:lnTo>
                  <a:lnTo>
                    <a:pt x="3502110" y="644576"/>
                  </a:lnTo>
                  <a:lnTo>
                    <a:pt x="3481909" y="658183"/>
                  </a:lnTo>
                  <a:lnTo>
                    <a:pt x="3457123" y="663173"/>
                  </a:lnTo>
                  <a:close/>
                </a:path>
              </a:pathLst>
            </a:custGeom>
            <a:solidFill>
              <a:srgbClr val="D45557"/>
            </a:solidFill>
          </p:spPr>
          <p:txBody>
            <a:bodyPr wrap="square" lIns="0" tIns="0" rIns="0" bIns="0" rtlCol="0"/>
            <a:lstStyle/>
            <a:p>
              <a:endParaRPr/>
            </a:p>
          </p:txBody>
        </p:sp>
      </p:grpSp>
      <p:sp>
        <p:nvSpPr>
          <p:cNvPr id="7" name="object 7"/>
          <p:cNvSpPr txBox="1"/>
          <p:nvPr/>
        </p:nvSpPr>
        <p:spPr>
          <a:xfrm>
            <a:off x="2814010" y="4670030"/>
            <a:ext cx="296545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FFFF"/>
                </a:solidFill>
                <a:latin typeface="Tahoma"/>
                <a:cs typeface="Tahoma"/>
              </a:rPr>
              <a:t>5.</a:t>
            </a:r>
            <a:r>
              <a:rPr sz="2400" spc="-114" dirty="0">
                <a:solidFill>
                  <a:srgbClr val="FFFFFF"/>
                </a:solidFill>
                <a:latin typeface="Tahoma"/>
                <a:cs typeface="Tahoma"/>
              </a:rPr>
              <a:t> </a:t>
            </a:r>
            <a:r>
              <a:rPr sz="2400" spc="55" dirty="0">
                <a:solidFill>
                  <a:srgbClr val="FFFFFF"/>
                </a:solidFill>
                <a:latin typeface="Tahoma"/>
                <a:cs typeface="Tahoma"/>
              </a:rPr>
              <a:t>Compare</a:t>
            </a:r>
            <a:r>
              <a:rPr sz="2400" spc="-110" dirty="0">
                <a:solidFill>
                  <a:srgbClr val="FFFFFF"/>
                </a:solidFill>
                <a:latin typeface="Tahoma"/>
                <a:cs typeface="Tahoma"/>
              </a:rPr>
              <a:t> </a:t>
            </a:r>
            <a:r>
              <a:rPr sz="2400" spc="-10" dirty="0">
                <a:solidFill>
                  <a:srgbClr val="FFFFFF"/>
                </a:solidFill>
                <a:latin typeface="Tahoma"/>
                <a:cs typeface="Tahoma"/>
              </a:rPr>
              <a:t>branches</a:t>
            </a:r>
            <a:endParaRPr sz="2400">
              <a:latin typeface="Tahoma"/>
              <a:cs typeface="Tahoma"/>
            </a:endParaRPr>
          </a:p>
        </p:txBody>
      </p:sp>
      <p:pic>
        <p:nvPicPr>
          <p:cNvPr id="8" name="object 8"/>
          <p:cNvPicPr/>
          <p:nvPr/>
        </p:nvPicPr>
        <p:blipFill>
          <a:blip r:embed="rId4" cstate="print"/>
          <a:stretch>
            <a:fillRect/>
          </a:stretch>
        </p:blipFill>
        <p:spPr>
          <a:xfrm>
            <a:off x="7516950" y="3094770"/>
            <a:ext cx="2295159" cy="270387"/>
          </a:xfrm>
          <a:prstGeom prst="rect">
            <a:avLst/>
          </a:prstGeom>
        </p:spPr>
      </p:pic>
      <p:sp>
        <p:nvSpPr>
          <p:cNvPr id="9" name="object 9"/>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97</a:t>
            </a:fld>
            <a:endParaRPr spc="-25"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3004800" cy="9753600"/>
          </a:xfrm>
          <a:custGeom>
            <a:avLst/>
            <a:gdLst/>
            <a:ahLst/>
            <a:cxnLst/>
            <a:rect l="l" t="t" r="r" b="b"/>
            <a:pathLst>
              <a:path w="13004800" h="9753600">
                <a:moveTo>
                  <a:pt x="13004799" y="9753599"/>
                </a:moveTo>
                <a:lnTo>
                  <a:pt x="0" y="9753599"/>
                </a:lnTo>
                <a:lnTo>
                  <a:pt x="0" y="0"/>
                </a:lnTo>
                <a:lnTo>
                  <a:pt x="13004799" y="0"/>
                </a:lnTo>
                <a:lnTo>
                  <a:pt x="13004799" y="9753599"/>
                </a:lnTo>
                <a:close/>
              </a:path>
            </a:pathLst>
          </a:custGeom>
          <a:solidFill>
            <a:srgbClr val="333C48"/>
          </a:solidFill>
        </p:spPr>
        <p:txBody>
          <a:bodyPr wrap="square" lIns="0" tIns="0" rIns="0" bIns="0" rtlCol="0"/>
          <a:lstStyle/>
          <a:p>
            <a:endParaRPr/>
          </a:p>
        </p:txBody>
      </p:sp>
      <p:grpSp>
        <p:nvGrpSpPr>
          <p:cNvPr id="3" name="object 3"/>
          <p:cNvGrpSpPr/>
          <p:nvPr/>
        </p:nvGrpSpPr>
        <p:grpSpPr>
          <a:xfrm>
            <a:off x="0" y="2045975"/>
            <a:ext cx="12998450" cy="5219700"/>
            <a:chOff x="0" y="2045975"/>
            <a:chExt cx="12998450" cy="5219700"/>
          </a:xfrm>
        </p:grpSpPr>
        <p:pic>
          <p:nvPicPr>
            <p:cNvPr id="4" name="object 4"/>
            <p:cNvPicPr/>
            <p:nvPr/>
          </p:nvPicPr>
          <p:blipFill>
            <a:blip r:embed="rId2" cstate="print"/>
            <a:stretch>
              <a:fillRect/>
            </a:stretch>
          </p:blipFill>
          <p:spPr>
            <a:xfrm>
              <a:off x="0" y="2045975"/>
              <a:ext cx="12998449" cy="5219685"/>
            </a:xfrm>
            <a:prstGeom prst="rect">
              <a:avLst/>
            </a:prstGeom>
          </p:spPr>
        </p:pic>
        <p:pic>
          <p:nvPicPr>
            <p:cNvPr id="5" name="object 5"/>
            <p:cNvPicPr/>
            <p:nvPr/>
          </p:nvPicPr>
          <p:blipFill>
            <a:blip r:embed="rId3" cstate="print"/>
            <a:stretch>
              <a:fillRect/>
            </a:stretch>
          </p:blipFill>
          <p:spPr>
            <a:xfrm>
              <a:off x="4151360" y="3518868"/>
              <a:ext cx="4714855" cy="875887"/>
            </a:xfrm>
            <a:prstGeom prst="rect">
              <a:avLst/>
            </a:prstGeom>
          </p:spPr>
        </p:pic>
        <p:sp>
          <p:nvSpPr>
            <p:cNvPr id="6" name="object 6"/>
            <p:cNvSpPr/>
            <p:nvPr/>
          </p:nvSpPr>
          <p:spPr>
            <a:xfrm>
              <a:off x="4189460" y="3531568"/>
              <a:ext cx="4638675" cy="800100"/>
            </a:xfrm>
            <a:custGeom>
              <a:avLst/>
              <a:gdLst/>
              <a:ahLst/>
              <a:cxnLst/>
              <a:rect l="l" t="t" r="r" b="b"/>
              <a:pathLst>
                <a:path w="4638675" h="800100">
                  <a:moveTo>
                    <a:pt x="374313" y="799686"/>
                  </a:moveTo>
                  <a:lnTo>
                    <a:pt x="231073" y="675846"/>
                  </a:lnTo>
                  <a:lnTo>
                    <a:pt x="71727" y="675846"/>
                  </a:lnTo>
                  <a:lnTo>
                    <a:pt x="43849" y="670253"/>
                  </a:lnTo>
                  <a:lnTo>
                    <a:pt x="21045" y="654979"/>
                  </a:lnTo>
                  <a:lnTo>
                    <a:pt x="5650" y="632285"/>
                  </a:lnTo>
                  <a:lnTo>
                    <a:pt x="0" y="604429"/>
                  </a:lnTo>
                  <a:lnTo>
                    <a:pt x="0" y="71823"/>
                  </a:lnTo>
                  <a:lnTo>
                    <a:pt x="5650" y="43904"/>
                  </a:lnTo>
                  <a:lnTo>
                    <a:pt x="21045" y="21070"/>
                  </a:lnTo>
                  <a:lnTo>
                    <a:pt x="43849" y="5656"/>
                  </a:lnTo>
                  <a:lnTo>
                    <a:pt x="71727" y="0"/>
                  </a:lnTo>
                  <a:lnTo>
                    <a:pt x="4566928" y="0"/>
                  </a:lnTo>
                  <a:lnTo>
                    <a:pt x="4594805" y="5656"/>
                  </a:lnTo>
                  <a:lnTo>
                    <a:pt x="4617609" y="21070"/>
                  </a:lnTo>
                  <a:lnTo>
                    <a:pt x="4633004" y="43904"/>
                  </a:lnTo>
                  <a:lnTo>
                    <a:pt x="4638655" y="71823"/>
                  </a:lnTo>
                  <a:lnTo>
                    <a:pt x="4638655" y="604429"/>
                  </a:lnTo>
                  <a:lnTo>
                    <a:pt x="4633004" y="632285"/>
                  </a:lnTo>
                  <a:lnTo>
                    <a:pt x="4617609" y="654979"/>
                  </a:lnTo>
                  <a:lnTo>
                    <a:pt x="4594805" y="670253"/>
                  </a:lnTo>
                  <a:lnTo>
                    <a:pt x="4566928" y="675846"/>
                  </a:lnTo>
                  <a:lnTo>
                    <a:pt x="517553" y="675846"/>
                  </a:lnTo>
                  <a:lnTo>
                    <a:pt x="374313" y="799686"/>
                  </a:lnTo>
                  <a:close/>
                </a:path>
              </a:pathLst>
            </a:custGeom>
            <a:solidFill>
              <a:srgbClr val="D45557"/>
            </a:solidFill>
          </p:spPr>
          <p:txBody>
            <a:bodyPr wrap="square" lIns="0" tIns="0" rIns="0" bIns="0" rtlCol="0"/>
            <a:lstStyle/>
            <a:p>
              <a:endParaRPr/>
            </a:p>
          </p:txBody>
        </p:sp>
      </p:grpSp>
      <p:sp>
        <p:nvSpPr>
          <p:cNvPr id="7" name="object 7"/>
          <p:cNvSpPr txBox="1"/>
          <p:nvPr/>
        </p:nvSpPr>
        <p:spPr>
          <a:xfrm>
            <a:off x="4453023" y="3654072"/>
            <a:ext cx="4261485"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FFFF"/>
                </a:solidFill>
                <a:latin typeface="Tahoma"/>
                <a:cs typeface="Tahoma"/>
              </a:rPr>
              <a:t>6.</a:t>
            </a:r>
            <a:r>
              <a:rPr sz="2400" spc="-110" dirty="0">
                <a:solidFill>
                  <a:srgbClr val="FFFFFF"/>
                </a:solidFill>
                <a:latin typeface="Tahoma"/>
                <a:cs typeface="Tahoma"/>
              </a:rPr>
              <a:t> </a:t>
            </a:r>
            <a:r>
              <a:rPr sz="2400" spc="50" dirty="0">
                <a:solidFill>
                  <a:srgbClr val="FFFFFF"/>
                </a:solidFill>
                <a:latin typeface="Tahoma"/>
                <a:cs typeface="Tahoma"/>
              </a:rPr>
              <a:t>Set</a:t>
            </a:r>
            <a:r>
              <a:rPr sz="2400" spc="-100" dirty="0">
                <a:solidFill>
                  <a:srgbClr val="FFFFFF"/>
                </a:solidFill>
                <a:latin typeface="Tahoma"/>
                <a:cs typeface="Tahoma"/>
              </a:rPr>
              <a:t> </a:t>
            </a:r>
            <a:r>
              <a:rPr sz="2400" spc="-20" dirty="0">
                <a:solidFill>
                  <a:srgbClr val="FFFFFF"/>
                </a:solidFill>
                <a:latin typeface="Tahoma"/>
                <a:cs typeface="Tahoma"/>
              </a:rPr>
              <a:t>title</a:t>
            </a:r>
            <a:r>
              <a:rPr sz="2400" spc="-100" dirty="0">
                <a:solidFill>
                  <a:srgbClr val="FFFFFF"/>
                </a:solidFill>
                <a:latin typeface="Tahoma"/>
                <a:cs typeface="Tahoma"/>
              </a:rPr>
              <a:t> </a:t>
            </a:r>
            <a:r>
              <a:rPr sz="2400" dirty="0">
                <a:solidFill>
                  <a:srgbClr val="FFFFFF"/>
                </a:solidFill>
                <a:latin typeface="Tahoma"/>
                <a:cs typeface="Tahoma"/>
              </a:rPr>
              <a:t>to</a:t>
            </a:r>
            <a:r>
              <a:rPr sz="2400" spc="-100" dirty="0">
                <a:solidFill>
                  <a:srgbClr val="FFFFFF"/>
                </a:solidFill>
                <a:latin typeface="Tahoma"/>
                <a:cs typeface="Tahoma"/>
              </a:rPr>
              <a:t> </a:t>
            </a:r>
            <a:r>
              <a:rPr sz="2400" spc="-180" dirty="0">
                <a:solidFill>
                  <a:srgbClr val="FFFFFF"/>
                </a:solidFill>
                <a:latin typeface="Tahoma"/>
                <a:cs typeface="Tahoma"/>
              </a:rPr>
              <a:t>"{ID}</a:t>
            </a:r>
            <a:r>
              <a:rPr sz="2400" spc="-90" dirty="0">
                <a:solidFill>
                  <a:srgbClr val="FFFFFF"/>
                </a:solidFill>
                <a:latin typeface="Tahoma"/>
                <a:cs typeface="Tahoma"/>
              </a:rPr>
              <a:t> </a:t>
            </a:r>
            <a:r>
              <a:rPr sz="2400" spc="40" dirty="0">
                <a:solidFill>
                  <a:srgbClr val="FFFFFF"/>
                </a:solidFill>
                <a:latin typeface="Tahoma"/>
                <a:cs typeface="Tahoma"/>
              </a:rPr>
              <a:t>Submission"</a:t>
            </a:r>
            <a:endParaRPr sz="2400">
              <a:latin typeface="Tahoma"/>
              <a:cs typeface="Tahoma"/>
            </a:endParaRPr>
          </a:p>
        </p:txBody>
      </p:sp>
      <p:sp>
        <p:nvSpPr>
          <p:cNvPr id="8" name="object 8"/>
          <p:cNvSpPr txBox="1">
            <a:spLocks noGrp="1"/>
          </p:cNvSpPr>
          <p:nvPr>
            <p:ph type="title"/>
          </p:nvPr>
        </p:nvSpPr>
        <p:spPr>
          <a:xfrm>
            <a:off x="386711" y="377320"/>
            <a:ext cx="12231376" cy="1480534"/>
          </a:xfrm>
          <a:prstGeom prst="rect">
            <a:avLst/>
          </a:prstGeom>
        </p:spPr>
        <p:txBody>
          <a:bodyPr vert="horz" wrap="square" lIns="0" tIns="94615" rIns="0" bIns="0" rtlCol="0">
            <a:spAutoFit/>
          </a:bodyPr>
          <a:lstStyle/>
          <a:p>
            <a:pPr marR="5080" algn="ctr">
              <a:lnSpc>
                <a:spcPts val="2680"/>
              </a:lnSpc>
              <a:spcBef>
                <a:spcPts val="745"/>
              </a:spcBef>
            </a:pPr>
            <a:r>
              <a:rPr sz="2750" dirty="0">
                <a:solidFill>
                  <a:srgbClr val="C82506"/>
                </a:solidFill>
              </a:rPr>
              <a:t>You</a:t>
            </a:r>
            <a:r>
              <a:rPr sz="2750" spc="-45" dirty="0">
                <a:solidFill>
                  <a:srgbClr val="C82506"/>
                </a:solidFill>
              </a:rPr>
              <a:t> </a:t>
            </a:r>
            <a:r>
              <a:rPr sz="2750" spc="95" dirty="0">
                <a:solidFill>
                  <a:srgbClr val="C82506"/>
                </a:solidFill>
              </a:rPr>
              <a:t>can</a:t>
            </a:r>
            <a:r>
              <a:rPr sz="2750" spc="-40" dirty="0">
                <a:solidFill>
                  <a:srgbClr val="C82506"/>
                </a:solidFill>
              </a:rPr>
              <a:t> </a:t>
            </a:r>
            <a:r>
              <a:rPr sz="2750" spc="75" dirty="0">
                <a:solidFill>
                  <a:srgbClr val="C82506"/>
                </a:solidFill>
              </a:rPr>
              <a:t>also</a:t>
            </a:r>
            <a:r>
              <a:rPr sz="2750" spc="-40" dirty="0">
                <a:solidFill>
                  <a:srgbClr val="C82506"/>
                </a:solidFill>
              </a:rPr>
              <a:t> </a:t>
            </a:r>
            <a:r>
              <a:rPr sz="2750" dirty="0">
                <a:solidFill>
                  <a:srgbClr val="C82506"/>
                </a:solidFill>
              </a:rPr>
              <a:t>confirm</a:t>
            </a:r>
            <a:r>
              <a:rPr sz="2750" spc="-40" dirty="0">
                <a:solidFill>
                  <a:srgbClr val="C82506"/>
                </a:solidFill>
              </a:rPr>
              <a:t> </a:t>
            </a:r>
            <a:r>
              <a:rPr sz="2750" dirty="0">
                <a:solidFill>
                  <a:srgbClr val="C82506"/>
                </a:solidFill>
              </a:rPr>
              <a:t>or</a:t>
            </a:r>
            <a:r>
              <a:rPr sz="2750" spc="-40" dirty="0">
                <a:solidFill>
                  <a:srgbClr val="C82506"/>
                </a:solidFill>
              </a:rPr>
              <a:t> </a:t>
            </a:r>
            <a:r>
              <a:rPr sz="2750" spc="65" dirty="0">
                <a:solidFill>
                  <a:srgbClr val="C82506"/>
                </a:solidFill>
              </a:rPr>
              <a:t>change</a:t>
            </a:r>
            <a:r>
              <a:rPr sz="2750" spc="-40" dirty="0">
                <a:solidFill>
                  <a:srgbClr val="C82506"/>
                </a:solidFill>
              </a:rPr>
              <a:t> </a:t>
            </a:r>
            <a:r>
              <a:rPr sz="2750" dirty="0">
                <a:solidFill>
                  <a:srgbClr val="C82506"/>
                </a:solidFill>
              </a:rPr>
              <a:t>whether</a:t>
            </a:r>
            <a:r>
              <a:rPr sz="2750" spc="-40" dirty="0">
                <a:solidFill>
                  <a:srgbClr val="C82506"/>
                </a:solidFill>
              </a:rPr>
              <a:t> </a:t>
            </a:r>
            <a:r>
              <a:rPr sz="2750" dirty="0">
                <a:solidFill>
                  <a:srgbClr val="C82506"/>
                </a:solidFill>
              </a:rPr>
              <a:t>the</a:t>
            </a:r>
            <a:r>
              <a:rPr sz="2750" spc="-40" dirty="0">
                <a:solidFill>
                  <a:srgbClr val="C82506"/>
                </a:solidFill>
              </a:rPr>
              <a:t> </a:t>
            </a:r>
            <a:r>
              <a:rPr sz="2750" spc="60" dirty="0">
                <a:solidFill>
                  <a:srgbClr val="C82506"/>
                </a:solidFill>
              </a:rPr>
              <a:t>selected</a:t>
            </a:r>
            <a:r>
              <a:rPr sz="2750" spc="-40" dirty="0">
                <a:solidFill>
                  <a:srgbClr val="C82506"/>
                </a:solidFill>
              </a:rPr>
              <a:t> </a:t>
            </a:r>
            <a:r>
              <a:rPr sz="2750" dirty="0">
                <a:solidFill>
                  <a:srgbClr val="C82506"/>
                </a:solidFill>
              </a:rPr>
              <a:t>branch</a:t>
            </a:r>
            <a:r>
              <a:rPr sz="2750" spc="-40" dirty="0">
                <a:solidFill>
                  <a:srgbClr val="C82506"/>
                </a:solidFill>
              </a:rPr>
              <a:t> </a:t>
            </a:r>
            <a:r>
              <a:rPr sz="2750" spc="70" dirty="0">
                <a:solidFill>
                  <a:srgbClr val="C82506"/>
                </a:solidFill>
              </a:rPr>
              <a:t>is</a:t>
            </a:r>
            <a:r>
              <a:rPr sz="2750" spc="-40" dirty="0">
                <a:solidFill>
                  <a:srgbClr val="C82506"/>
                </a:solidFill>
              </a:rPr>
              <a:t> </a:t>
            </a:r>
            <a:r>
              <a:rPr sz="2750" spc="45" dirty="0">
                <a:solidFill>
                  <a:srgbClr val="C82506"/>
                </a:solidFill>
              </a:rPr>
              <a:t>correct</a:t>
            </a:r>
            <a:r>
              <a:rPr sz="2750" spc="-40" dirty="0">
                <a:solidFill>
                  <a:srgbClr val="C82506"/>
                </a:solidFill>
              </a:rPr>
              <a:t> </a:t>
            </a:r>
            <a:r>
              <a:rPr sz="2750" dirty="0">
                <a:solidFill>
                  <a:srgbClr val="C82506"/>
                </a:solidFill>
              </a:rPr>
              <a:t>in</a:t>
            </a:r>
            <a:r>
              <a:rPr sz="2750" spc="-45" dirty="0">
                <a:solidFill>
                  <a:srgbClr val="C82506"/>
                </a:solidFill>
              </a:rPr>
              <a:t> </a:t>
            </a:r>
            <a:r>
              <a:rPr sz="2750" spc="-20" dirty="0">
                <a:solidFill>
                  <a:srgbClr val="C82506"/>
                </a:solidFill>
              </a:rPr>
              <a:t>this </a:t>
            </a:r>
            <a:r>
              <a:rPr sz="2750" dirty="0">
                <a:solidFill>
                  <a:srgbClr val="C82506"/>
                </a:solidFill>
              </a:rPr>
              <a:t>section.</a:t>
            </a:r>
            <a:r>
              <a:rPr sz="2750" spc="10" dirty="0">
                <a:solidFill>
                  <a:srgbClr val="C82506"/>
                </a:solidFill>
              </a:rPr>
              <a:t> </a:t>
            </a:r>
            <a:r>
              <a:rPr sz="2750" dirty="0">
                <a:solidFill>
                  <a:srgbClr val="C82506"/>
                </a:solidFill>
              </a:rPr>
              <a:t>For</a:t>
            </a:r>
            <a:r>
              <a:rPr sz="2750" spc="5" dirty="0">
                <a:solidFill>
                  <a:srgbClr val="C82506"/>
                </a:solidFill>
              </a:rPr>
              <a:t> </a:t>
            </a:r>
            <a:r>
              <a:rPr sz="2750" dirty="0">
                <a:solidFill>
                  <a:srgbClr val="C82506"/>
                </a:solidFill>
              </a:rPr>
              <a:t>instance,</a:t>
            </a:r>
            <a:r>
              <a:rPr sz="2750" spc="10" dirty="0">
                <a:solidFill>
                  <a:srgbClr val="C82506"/>
                </a:solidFill>
              </a:rPr>
              <a:t> </a:t>
            </a:r>
            <a:r>
              <a:rPr sz="2750" dirty="0">
                <a:solidFill>
                  <a:srgbClr val="C82506"/>
                </a:solidFill>
              </a:rPr>
              <a:t>in</a:t>
            </a:r>
            <a:r>
              <a:rPr sz="2750" spc="5" dirty="0">
                <a:solidFill>
                  <a:srgbClr val="C82506"/>
                </a:solidFill>
              </a:rPr>
              <a:t> </a:t>
            </a:r>
            <a:r>
              <a:rPr sz="2750" dirty="0">
                <a:solidFill>
                  <a:srgbClr val="C82506"/>
                </a:solidFill>
              </a:rPr>
              <a:t>the</a:t>
            </a:r>
            <a:r>
              <a:rPr sz="2750" spc="10" dirty="0">
                <a:solidFill>
                  <a:srgbClr val="C82506"/>
                </a:solidFill>
              </a:rPr>
              <a:t> </a:t>
            </a:r>
            <a:r>
              <a:rPr sz="2750" dirty="0">
                <a:solidFill>
                  <a:srgbClr val="C82506"/>
                </a:solidFill>
              </a:rPr>
              <a:t>picture,</a:t>
            </a:r>
            <a:r>
              <a:rPr sz="2750" spc="10" dirty="0">
                <a:solidFill>
                  <a:srgbClr val="C82506"/>
                </a:solidFill>
              </a:rPr>
              <a:t> </a:t>
            </a:r>
            <a:r>
              <a:rPr sz="2750" dirty="0">
                <a:solidFill>
                  <a:srgbClr val="C82506"/>
                </a:solidFill>
              </a:rPr>
              <a:t>the</a:t>
            </a:r>
            <a:r>
              <a:rPr sz="2750" spc="5" dirty="0">
                <a:solidFill>
                  <a:srgbClr val="C82506"/>
                </a:solidFill>
              </a:rPr>
              <a:t> </a:t>
            </a:r>
            <a:r>
              <a:rPr sz="2750" spc="75" dirty="0">
                <a:solidFill>
                  <a:srgbClr val="C82506"/>
                </a:solidFill>
              </a:rPr>
              <a:t>course</a:t>
            </a:r>
            <a:r>
              <a:rPr sz="2750" spc="5" dirty="0">
                <a:solidFill>
                  <a:srgbClr val="C82506"/>
                </a:solidFill>
              </a:rPr>
              <a:t> </a:t>
            </a:r>
            <a:r>
              <a:rPr sz="2750" dirty="0">
                <a:solidFill>
                  <a:srgbClr val="C82506"/>
                </a:solidFill>
              </a:rPr>
              <a:t>branch</a:t>
            </a:r>
            <a:r>
              <a:rPr sz="2750" spc="10" dirty="0">
                <a:solidFill>
                  <a:srgbClr val="C82506"/>
                </a:solidFill>
              </a:rPr>
              <a:t> </a:t>
            </a:r>
            <a:r>
              <a:rPr sz="2750" spc="60" dirty="0">
                <a:solidFill>
                  <a:srgbClr val="C82506"/>
                </a:solidFill>
              </a:rPr>
              <a:t>selected</a:t>
            </a:r>
            <a:r>
              <a:rPr sz="2750" spc="5" dirty="0">
                <a:solidFill>
                  <a:srgbClr val="C82506"/>
                </a:solidFill>
              </a:rPr>
              <a:t> </a:t>
            </a:r>
            <a:r>
              <a:rPr sz="2750" spc="70" dirty="0">
                <a:solidFill>
                  <a:srgbClr val="C82506"/>
                </a:solidFill>
              </a:rPr>
              <a:t>is</a:t>
            </a:r>
            <a:r>
              <a:rPr sz="2750" spc="10" dirty="0">
                <a:solidFill>
                  <a:srgbClr val="C82506"/>
                </a:solidFill>
              </a:rPr>
              <a:t> </a:t>
            </a:r>
            <a:r>
              <a:rPr sz="2750" spc="-10" dirty="0">
                <a:solidFill>
                  <a:srgbClr val="C82506"/>
                </a:solidFill>
              </a:rPr>
              <a:t>master, </a:t>
            </a:r>
            <a:r>
              <a:rPr sz="2750" spc="50" dirty="0">
                <a:solidFill>
                  <a:srgbClr val="C82506"/>
                </a:solidFill>
              </a:rPr>
              <a:t>which</a:t>
            </a:r>
            <a:r>
              <a:rPr sz="2750" spc="-20" dirty="0">
                <a:solidFill>
                  <a:srgbClr val="C82506"/>
                </a:solidFill>
              </a:rPr>
              <a:t> </a:t>
            </a:r>
            <a:r>
              <a:rPr sz="2750" spc="70" dirty="0">
                <a:solidFill>
                  <a:srgbClr val="C82506"/>
                </a:solidFill>
              </a:rPr>
              <a:t>is</a:t>
            </a:r>
            <a:r>
              <a:rPr sz="2750" spc="-20" dirty="0">
                <a:solidFill>
                  <a:srgbClr val="C82506"/>
                </a:solidFill>
              </a:rPr>
              <a:t> </a:t>
            </a:r>
            <a:r>
              <a:rPr sz="2750" dirty="0">
                <a:solidFill>
                  <a:srgbClr val="C82506"/>
                </a:solidFill>
              </a:rPr>
              <a:t>incorrect.</a:t>
            </a:r>
            <a:r>
              <a:rPr sz="2750" spc="-20" dirty="0">
                <a:solidFill>
                  <a:srgbClr val="C82506"/>
                </a:solidFill>
              </a:rPr>
              <a:t> </a:t>
            </a:r>
            <a:r>
              <a:rPr sz="2750" dirty="0">
                <a:solidFill>
                  <a:srgbClr val="C82506"/>
                </a:solidFill>
              </a:rPr>
              <a:t>The</a:t>
            </a:r>
            <a:r>
              <a:rPr sz="2750" spc="-20" dirty="0">
                <a:solidFill>
                  <a:srgbClr val="C82506"/>
                </a:solidFill>
              </a:rPr>
              <a:t> </a:t>
            </a:r>
            <a:r>
              <a:rPr sz="2750" spc="45" dirty="0">
                <a:solidFill>
                  <a:srgbClr val="C82506"/>
                </a:solidFill>
              </a:rPr>
              <a:t>correct</a:t>
            </a:r>
            <a:r>
              <a:rPr sz="2750" spc="-20" dirty="0">
                <a:solidFill>
                  <a:srgbClr val="C82506"/>
                </a:solidFill>
              </a:rPr>
              <a:t> </a:t>
            </a:r>
            <a:r>
              <a:rPr sz="2750" dirty="0">
                <a:solidFill>
                  <a:srgbClr val="C82506"/>
                </a:solidFill>
              </a:rPr>
              <a:t>one</a:t>
            </a:r>
            <a:r>
              <a:rPr sz="2750" spc="-20" dirty="0">
                <a:solidFill>
                  <a:srgbClr val="C82506"/>
                </a:solidFill>
              </a:rPr>
              <a:t> </a:t>
            </a:r>
            <a:r>
              <a:rPr sz="2750" spc="60" dirty="0">
                <a:solidFill>
                  <a:srgbClr val="C82506"/>
                </a:solidFill>
              </a:rPr>
              <a:t>should</a:t>
            </a:r>
            <a:r>
              <a:rPr sz="2750" spc="-20" dirty="0">
                <a:solidFill>
                  <a:srgbClr val="C82506"/>
                </a:solidFill>
              </a:rPr>
              <a:t> </a:t>
            </a:r>
            <a:r>
              <a:rPr sz="2750" spc="40" dirty="0">
                <a:solidFill>
                  <a:srgbClr val="C82506"/>
                </a:solidFill>
              </a:rPr>
              <a:t>be</a:t>
            </a:r>
            <a:endParaRPr sz="2750" dirty="0"/>
          </a:p>
          <a:p>
            <a:pPr algn="ctr">
              <a:lnSpc>
                <a:spcPts val="2690"/>
              </a:lnSpc>
            </a:pPr>
            <a:r>
              <a:rPr sz="2750" dirty="0">
                <a:solidFill>
                  <a:srgbClr val="C82506"/>
                </a:solidFill>
              </a:rPr>
              <a:t>courses/software-studio/202</a:t>
            </a:r>
            <a:r>
              <a:rPr lang="en-US" sz="2750" dirty="0">
                <a:solidFill>
                  <a:srgbClr val="C82506"/>
                </a:solidFill>
              </a:rPr>
              <a:t>6</a:t>
            </a:r>
            <a:r>
              <a:rPr sz="2750" dirty="0">
                <a:solidFill>
                  <a:srgbClr val="C82506"/>
                </a:solidFill>
              </a:rPr>
              <a:t>-spring/submission-exercise:</a:t>
            </a:r>
            <a:r>
              <a:rPr sz="2750" spc="-55" dirty="0">
                <a:solidFill>
                  <a:srgbClr val="C82506"/>
                </a:solidFill>
              </a:rPr>
              <a:t>  </a:t>
            </a:r>
            <a:r>
              <a:rPr sz="2750" spc="-60" dirty="0">
                <a:solidFill>
                  <a:srgbClr val="C82506"/>
                </a:solidFill>
              </a:rPr>
              <a:t>{your</a:t>
            </a:r>
            <a:r>
              <a:rPr sz="2750" spc="-55" dirty="0">
                <a:solidFill>
                  <a:srgbClr val="C82506"/>
                </a:solidFill>
              </a:rPr>
              <a:t>  </a:t>
            </a:r>
            <a:r>
              <a:rPr sz="2750" dirty="0">
                <a:solidFill>
                  <a:srgbClr val="C82506"/>
                </a:solidFill>
              </a:rPr>
              <a:t>student</a:t>
            </a:r>
            <a:r>
              <a:rPr sz="2750" spc="-50" dirty="0">
                <a:solidFill>
                  <a:srgbClr val="C82506"/>
                </a:solidFill>
              </a:rPr>
              <a:t>  </a:t>
            </a:r>
            <a:r>
              <a:rPr sz="2750" spc="-20" dirty="0">
                <a:solidFill>
                  <a:srgbClr val="C82506"/>
                </a:solidFill>
              </a:rPr>
              <a:t>ID}.</a:t>
            </a:r>
            <a:endParaRPr sz="2750" dirty="0"/>
          </a:p>
        </p:txBody>
      </p:sp>
      <p:grpSp>
        <p:nvGrpSpPr>
          <p:cNvPr id="9" name="object 9"/>
          <p:cNvGrpSpPr/>
          <p:nvPr/>
        </p:nvGrpSpPr>
        <p:grpSpPr>
          <a:xfrm>
            <a:off x="4866640" y="1901837"/>
            <a:ext cx="4276725" cy="1601470"/>
            <a:chOff x="4866640" y="1901837"/>
            <a:chExt cx="4276725" cy="1601470"/>
          </a:xfrm>
        </p:grpSpPr>
        <p:sp>
          <p:nvSpPr>
            <p:cNvPr id="10" name="object 10"/>
            <p:cNvSpPr/>
            <p:nvPr/>
          </p:nvSpPr>
          <p:spPr>
            <a:xfrm>
              <a:off x="6496050" y="1906599"/>
              <a:ext cx="42545" cy="1095375"/>
            </a:xfrm>
            <a:custGeom>
              <a:avLst/>
              <a:gdLst/>
              <a:ahLst/>
              <a:cxnLst/>
              <a:rect l="l" t="t" r="r" b="b"/>
              <a:pathLst>
                <a:path w="42545" h="1095375">
                  <a:moveTo>
                    <a:pt x="0" y="0"/>
                  </a:moveTo>
                  <a:lnTo>
                    <a:pt x="42198" y="1094892"/>
                  </a:lnTo>
                </a:path>
              </a:pathLst>
            </a:custGeom>
            <a:ln w="9524">
              <a:solidFill>
                <a:srgbClr val="C82506"/>
              </a:solidFill>
            </a:ln>
          </p:spPr>
          <p:txBody>
            <a:bodyPr wrap="square" lIns="0" tIns="0" rIns="0" bIns="0" rtlCol="0"/>
            <a:lstStyle/>
            <a:p>
              <a:endParaRPr/>
            </a:p>
          </p:txBody>
        </p:sp>
        <p:sp>
          <p:nvSpPr>
            <p:cNvPr id="11" name="object 11"/>
            <p:cNvSpPr/>
            <p:nvPr/>
          </p:nvSpPr>
          <p:spPr>
            <a:xfrm>
              <a:off x="6522527" y="3000886"/>
              <a:ext cx="31750" cy="43815"/>
            </a:xfrm>
            <a:custGeom>
              <a:avLst/>
              <a:gdLst/>
              <a:ahLst/>
              <a:cxnLst/>
              <a:rect l="l" t="t" r="r" b="b"/>
              <a:pathLst>
                <a:path w="31750" h="43814">
                  <a:moveTo>
                    <a:pt x="17385" y="43799"/>
                  </a:moveTo>
                  <a:lnTo>
                    <a:pt x="0" y="1211"/>
                  </a:lnTo>
                  <a:lnTo>
                    <a:pt x="31442" y="0"/>
                  </a:lnTo>
                  <a:lnTo>
                    <a:pt x="17385" y="43799"/>
                  </a:lnTo>
                  <a:close/>
                </a:path>
              </a:pathLst>
            </a:custGeom>
            <a:solidFill>
              <a:srgbClr val="C82506"/>
            </a:solidFill>
          </p:spPr>
          <p:txBody>
            <a:bodyPr wrap="square" lIns="0" tIns="0" rIns="0" bIns="0" rtlCol="0"/>
            <a:lstStyle/>
            <a:p>
              <a:endParaRPr/>
            </a:p>
          </p:txBody>
        </p:sp>
        <p:sp>
          <p:nvSpPr>
            <p:cNvPr id="12" name="object 12"/>
            <p:cNvSpPr/>
            <p:nvPr/>
          </p:nvSpPr>
          <p:spPr>
            <a:xfrm>
              <a:off x="6522527" y="3000886"/>
              <a:ext cx="31750" cy="43815"/>
            </a:xfrm>
            <a:custGeom>
              <a:avLst/>
              <a:gdLst/>
              <a:ahLst/>
              <a:cxnLst/>
              <a:rect l="l" t="t" r="r" b="b"/>
              <a:pathLst>
                <a:path w="31750" h="43814">
                  <a:moveTo>
                    <a:pt x="0" y="1211"/>
                  </a:moveTo>
                  <a:lnTo>
                    <a:pt x="17385" y="43799"/>
                  </a:lnTo>
                  <a:lnTo>
                    <a:pt x="31442" y="0"/>
                  </a:lnTo>
                  <a:lnTo>
                    <a:pt x="0" y="1211"/>
                  </a:lnTo>
                  <a:close/>
                </a:path>
              </a:pathLst>
            </a:custGeom>
            <a:ln w="9524">
              <a:solidFill>
                <a:srgbClr val="C82506"/>
              </a:solidFill>
            </a:ln>
          </p:spPr>
          <p:txBody>
            <a:bodyPr wrap="square" lIns="0" tIns="0" rIns="0" bIns="0" rtlCol="0"/>
            <a:lstStyle/>
            <a:p>
              <a:endParaRPr/>
            </a:p>
          </p:txBody>
        </p:sp>
        <p:sp>
          <p:nvSpPr>
            <p:cNvPr id="13" name="object 13"/>
            <p:cNvSpPr/>
            <p:nvPr/>
          </p:nvSpPr>
          <p:spPr>
            <a:xfrm>
              <a:off x="4879340" y="3018498"/>
              <a:ext cx="4251325" cy="472440"/>
            </a:xfrm>
            <a:custGeom>
              <a:avLst/>
              <a:gdLst/>
              <a:ahLst/>
              <a:cxnLst/>
              <a:rect l="l" t="t" r="r" b="b"/>
              <a:pathLst>
                <a:path w="4251325" h="472439">
                  <a:moveTo>
                    <a:pt x="0" y="0"/>
                  </a:moveTo>
                  <a:lnTo>
                    <a:pt x="4250804" y="0"/>
                  </a:lnTo>
                  <a:lnTo>
                    <a:pt x="4250804" y="471900"/>
                  </a:lnTo>
                  <a:lnTo>
                    <a:pt x="0" y="471900"/>
                  </a:lnTo>
                  <a:lnTo>
                    <a:pt x="0" y="0"/>
                  </a:lnTo>
                  <a:close/>
                </a:path>
              </a:pathLst>
            </a:custGeom>
            <a:ln w="25399">
              <a:solidFill>
                <a:srgbClr val="E14E35"/>
              </a:solidFill>
            </a:ln>
          </p:spPr>
          <p:txBody>
            <a:bodyPr wrap="square" lIns="0" tIns="0" rIns="0" bIns="0" rtlCol="0"/>
            <a:lstStyle/>
            <a:p>
              <a:endParaRPr/>
            </a:p>
          </p:txBody>
        </p:sp>
        <p:sp>
          <p:nvSpPr>
            <p:cNvPr id="14" name="object 14"/>
            <p:cNvSpPr/>
            <p:nvPr/>
          </p:nvSpPr>
          <p:spPr>
            <a:xfrm>
              <a:off x="4907051" y="3075464"/>
              <a:ext cx="4084954" cy="299085"/>
            </a:xfrm>
            <a:custGeom>
              <a:avLst/>
              <a:gdLst/>
              <a:ahLst/>
              <a:cxnLst/>
              <a:rect l="l" t="t" r="r" b="b"/>
              <a:pathLst>
                <a:path w="4084954" h="299085">
                  <a:moveTo>
                    <a:pt x="4084549" y="298954"/>
                  </a:moveTo>
                  <a:lnTo>
                    <a:pt x="0" y="298954"/>
                  </a:lnTo>
                  <a:lnTo>
                    <a:pt x="0" y="0"/>
                  </a:lnTo>
                  <a:lnTo>
                    <a:pt x="4084549" y="0"/>
                  </a:lnTo>
                  <a:lnTo>
                    <a:pt x="4084549" y="298954"/>
                  </a:lnTo>
                  <a:close/>
                </a:path>
              </a:pathLst>
            </a:custGeom>
            <a:solidFill>
              <a:srgbClr val="F1F1F1"/>
            </a:solidFill>
          </p:spPr>
          <p:txBody>
            <a:bodyPr wrap="square" lIns="0" tIns="0" rIns="0" bIns="0" rtlCol="0"/>
            <a:lstStyle/>
            <a:p>
              <a:endParaRPr/>
            </a:p>
          </p:txBody>
        </p:sp>
      </p:grpSp>
      <p:sp>
        <p:nvSpPr>
          <p:cNvPr id="15" name="object 15"/>
          <p:cNvSpPr txBox="1"/>
          <p:nvPr/>
        </p:nvSpPr>
        <p:spPr>
          <a:xfrm>
            <a:off x="5023999" y="3122833"/>
            <a:ext cx="3846829" cy="182101"/>
          </a:xfrm>
          <a:prstGeom prst="rect">
            <a:avLst/>
          </a:prstGeom>
        </p:spPr>
        <p:txBody>
          <a:bodyPr vert="horz" wrap="square" lIns="0" tIns="12700" rIns="0" bIns="0" rtlCol="0">
            <a:spAutoFit/>
          </a:bodyPr>
          <a:lstStyle/>
          <a:p>
            <a:pPr marL="12700">
              <a:lnSpc>
                <a:spcPct val="100000"/>
              </a:lnSpc>
              <a:spcBef>
                <a:spcPts val="100"/>
              </a:spcBef>
            </a:pPr>
            <a:r>
              <a:rPr sz="1100" spc="-10" dirty="0">
                <a:latin typeface="Arial MT"/>
                <a:cs typeface="Arial MT"/>
              </a:rPr>
              <a:t>Courses/software-studio/202</a:t>
            </a:r>
            <a:r>
              <a:rPr lang="en-US" sz="1100" spc="-10" dirty="0">
                <a:latin typeface="Arial MT"/>
                <a:cs typeface="Arial MT"/>
              </a:rPr>
              <a:t>6</a:t>
            </a:r>
            <a:r>
              <a:rPr sz="1100" spc="-10" dirty="0">
                <a:latin typeface="Arial MT"/>
                <a:cs typeface="Arial MT"/>
              </a:rPr>
              <a:t>-spring/submission-</a:t>
            </a:r>
            <a:r>
              <a:rPr sz="1100" dirty="0">
                <a:latin typeface="Arial MT"/>
                <a:cs typeface="Arial MT"/>
              </a:rPr>
              <a:t>exerice:</a:t>
            </a:r>
            <a:r>
              <a:rPr sz="1100" spc="195" dirty="0">
                <a:latin typeface="Arial MT"/>
                <a:cs typeface="Arial MT"/>
              </a:rPr>
              <a:t> </a:t>
            </a:r>
            <a:r>
              <a:rPr sz="1100" spc="-20" dirty="0">
                <a:latin typeface="Arial MT"/>
                <a:cs typeface="Arial MT"/>
              </a:rPr>
              <a:t>{ID}</a:t>
            </a:r>
            <a:endParaRPr sz="1100" dirty="0">
              <a:latin typeface="Arial MT"/>
              <a:cs typeface="Arial MT"/>
            </a:endParaRPr>
          </a:p>
        </p:txBody>
      </p:sp>
      <p:sp>
        <p:nvSpPr>
          <p:cNvPr id="16" name="object 16"/>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98</a:t>
            </a:fld>
            <a:endParaRPr spc="-25"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3004800" cy="9753600"/>
          </a:xfrm>
          <a:custGeom>
            <a:avLst/>
            <a:gdLst/>
            <a:ahLst/>
            <a:cxnLst/>
            <a:rect l="l" t="t" r="r" b="b"/>
            <a:pathLst>
              <a:path w="13004800" h="9753600">
                <a:moveTo>
                  <a:pt x="13004799" y="9753599"/>
                </a:moveTo>
                <a:lnTo>
                  <a:pt x="0" y="9753599"/>
                </a:lnTo>
                <a:lnTo>
                  <a:pt x="0" y="0"/>
                </a:lnTo>
                <a:lnTo>
                  <a:pt x="13004799" y="0"/>
                </a:lnTo>
                <a:lnTo>
                  <a:pt x="13004799" y="9753599"/>
                </a:lnTo>
                <a:close/>
              </a:path>
            </a:pathLst>
          </a:custGeom>
          <a:solidFill>
            <a:srgbClr val="3E3E3E"/>
          </a:solidFill>
        </p:spPr>
        <p:txBody>
          <a:bodyPr wrap="square" lIns="0" tIns="0" rIns="0" bIns="0" rtlCol="0"/>
          <a:lstStyle/>
          <a:p>
            <a:endParaRPr/>
          </a:p>
        </p:txBody>
      </p:sp>
      <p:grpSp>
        <p:nvGrpSpPr>
          <p:cNvPr id="3" name="object 3"/>
          <p:cNvGrpSpPr/>
          <p:nvPr/>
        </p:nvGrpSpPr>
        <p:grpSpPr>
          <a:xfrm>
            <a:off x="0" y="856695"/>
            <a:ext cx="13004800" cy="7824470"/>
            <a:chOff x="0" y="856695"/>
            <a:chExt cx="13004800" cy="7824470"/>
          </a:xfrm>
        </p:grpSpPr>
        <p:pic>
          <p:nvPicPr>
            <p:cNvPr id="4" name="object 4"/>
            <p:cNvPicPr/>
            <p:nvPr/>
          </p:nvPicPr>
          <p:blipFill>
            <a:blip r:embed="rId2" cstate="print"/>
            <a:stretch>
              <a:fillRect/>
            </a:stretch>
          </p:blipFill>
          <p:spPr>
            <a:xfrm>
              <a:off x="0" y="856695"/>
              <a:ext cx="13004802" cy="7589585"/>
            </a:xfrm>
            <a:prstGeom prst="rect">
              <a:avLst/>
            </a:prstGeom>
          </p:spPr>
        </p:pic>
        <p:pic>
          <p:nvPicPr>
            <p:cNvPr id="5" name="object 5"/>
            <p:cNvPicPr/>
            <p:nvPr/>
          </p:nvPicPr>
          <p:blipFill>
            <a:blip r:embed="rId3" cstate="print"/>
            <a:stretch>
              <a:fillRect/>
            </a:stretch>
          </p:blipFill>
          <p:spPr>
            <a:xfrm>
              <a:off x="2012531" y="7678051"/>
              <a:ext cx="4465646" cy="1002518"/>
            </a:xfrm>
            <a:prstGeom prst="rect">
              <a:avLst/>
            </a:prstGeom>
          </p:spPr>
        </p:pic>
        <p:sp>
          <p:nvSpPr>
            <p:cNvPr id="6" name="object 6"/>
            <p:cNvSpPr/>
            <p:nvPr/>
          </p:nvSpPr>
          <p:spPr>
            <a:xfrm>
              <a:off x="2050631" y="7690751"/>
              <a:ext cx="4389755" cy="926465"/>
            </a:xfrm>
            <a:custGeom>
              <a:avLst/>
              <a:gdLst/>
              <a:ahLst/>
              <a:cxnLst/>
              <a:rect l="l" t="t" r="r" b="b"/>
              <a:pathLst>
                <a:path w="4389755" h="926465">
                  <a:moveTo>
                    <a:pt x="4317914" y="926317"/>
                  </a:moveTo>
                  <a:lnTo>
                    <a:pt x="246906" y="926317"/>
                  </a:lnTo>
                  <a:lnTo>
                    <a:pt x="218948" y="920660"/>
                  </a:lnTo>
                  <a:lnTo>
                    <a:pt x="196077" y="905245"/>
                  </a:lnTo>
                  <a:lnTo>
                    <a:pt x="180636" y="882408"/>
                  </a:lnTo>
                  <a:lnTo>
                    <a:pt x="174968" y="854485"/>
                  </a:lnTo>
                  <a:lnTo>
                    <a:pt x="174968" y="621104"/>
                  </a:lnTo>
                  <a:lnTo>
                    <a:pt x="0" y="477439"/>
                  </a:lnTo>
                  <a:lnTo>
                    <a:pt x="174968" y="334160"/>
                  </a:lnTo>
                  <a:lnTo>
                    <a:pt x="174968" y="71832"/>
                  </a:lnTo>
                  <a:lnTo>
                    <a:pt x="180636" y="43909"/>
                  </a:lnTo>
                  <a:lnTo>
                    <a:pt x="196077" y="21072"/>
                  </a:lnTo>
                  <a:lnTo>
                    <a:pt x="218948" y="5657"/>
                  </a:lnTo>
                  <a:lnTo>
                    <a:pt x="246906" y="0"/>
                  </a:lnTo>
                  <a:lnTo>
                    <a:pt x="4317914" y="0"/>
                  </a:lnTo>
                  <a:lnTo>
                    <a:pt x="4345808" y="5657"/>
                  </a:lnTo>
                  <a:lnTo>
                    <a:pt x="4368540" y="21072"/>
                  </a:lnTo>
                  <a:lnTo>
                    <a:pt x="4383841" y="43909"/>
                  </a:lnTo>
                  <a:lnTo>
                    <a:pt x="4389445" y="71832"/>
                  </a:lnTo>
                  <a:lnTo>
                    <a:pt x="4389445" y="854485"/>
                  </a:lnTo>
                  <a:lnTo>
                    <a:pt x="4383841" y="882408"/>
                  </a:lnTo>
                  <a:lnTo>
                    <a:pt x="4368540" y="905245"/>
                  </a:lnTo>
                  <a:lnTo>
                    <a:pt x="4345808" y="920660"/>
                  </a:lnTo>
                  <a:lnTo>
                    <a:pt x="4317914" y="926317"/>
                  </a:lnTo>
                  <a:close/>
                </a:path>
              </a:pathLst>
            </a:custGeom>
            <a:solidFill>
              <a:srgbClr val="D45557"/>
            </a:solidFill>
          </p:spPr>
          <p:txBody>
            <a:bodyPr wrap="square" lIns="0" tIns="0" rIns="0" bIns="0" rtlCol="0"/>
            <a:lstStyle/>
            <a:p>
              <a:endParaRPr/>
            </a:p>
          </p:txBody>
        </p:sp>
      </p:grpSp>
      <p:sp>
        <p:nvSpPr>
          <p:cNvPr id="7" name="object 7"/>
          <p:cNvSpPr txBox="1"/>
          <p:nvPr/>
        </p:nvSpPr>
        <p:spPr>
          <a:xfrm>
            <a:off x="2398585" y="7764904"/>
            <a:ext cx="3680460" cy="756920"/>
          </a:xfrm>
          <a:prstGeom prst="rect">
            <a:avLst/>
          </a:prstGeom>
        </p:spPr>
        <p:txBody>
          <a:bodyPr vert="horz" wrap="square" lIns="0" tIns="12700" rIns="0" bIns="0" rtlCol="0">
            <a:spAutoFit/>
          </a:bodyPr>
          <a:lstStyle/>
          <a:p>
            <a:pPr marL="12700" marR="5080">
              <a:lnSpc>
                <a:spcPct val="100000"/>
              </a:lnSpc>
              <a:spcBef>
                <a:spcPts val="100"/>
              </a:spcBef>
            </a:pPr>
            <a:r>
              <a:rPr sz="2400" dirty="0">
                <a:solidFill>
                  <a:srgbClr val="FFFFFF"/>
                </a:solidFill>
                <a:latin typeface="Tahoma"/>
                <a:cs typeface="Tahoma"/>
              </a:rPr>
              <a:t>7.</a:t>
            </a:r>
            <a:r>
              <a:rPr sz="2400" spc="-85" dirty="0">
                <a:solidFill>
                  <a:srgbClr val="FFFFFF"/>
                </a:solidFill>
                <a:latin typeface="Tahoma"/>
                <a:cs typeface="Tahoma"/>
              </a:rPr>
              <a:t> </a:t>
            </a:r>
            <a:r>
              <a:rPr sz="2400" spc="-175" dirty="0">
                <a:solidFill>
                  <a:srgbClr val="FFFFFF"/>
                </a:solidFill>
                <a:latin typeface="Tahoma"/>
                <a:cs typeface="Tahoma"/>
              </a:rPr>
              <a:t>If</a:t>
            </a:r>
            <a:r>
              <a:rPr sz="2400" spc="-80" dirty="0">
                <a:solidFill>
                  <a:srgbClr val="FFFFFF"/>
                </a:solidFill>
                <a:latin typeface="Tahoma"/>
                <a:cs typeface="Tahoma"/>
              </a:rPr>
              <a:t> </a:t>
            </a:r>
            <a:r>
              <a:rPr sz="2400" spc="-10" dirty="0">
                <a:solidFill>
                  <a:srgbClr val="FFFFFF"/>
                </a:solidFill>
                <a:latin typeface="Tahoma"/>
                <a:cs typeface="Tahoma"/>
              </a:rPr>
              <a:t>everything</a:t>
            </a:r>
            <a:r>
              <a:rPr sz="2400" spc="-80" dirty="0">
                <a:solidFill>
                  <a:srgbClr val="FFFFFF"/>
                </a:solidFill>
                <a:latin typeface="Tahoma"/>
                <a:cs typeface="Tahoma"/>
              </a:rPr>
              <a:t> </a:t>
            </a:r>
            <a:r>
              <a:rPr sz="2400" dirty="0">
                <a:solidFill>
                  <a:srgbClr val="FFFFFF"/>
                </a:solidFill>
                <a:latin typeface="Tahoma"/>
                <a:cs typeface="Tahoma"/>
              </a:rPr>
              <a:t>is</a:t>
            </a:r>
            <a:r>
              <a:rPr sz="2400" spc="-80" dirty="0">
                <a:solidFill>
                  <a:srgbClr val="FFFFFF"/>
                </a:solidFill>
                <a:latin typeface="Tahoma"/>
                <a:cs typeface="Tahoma"/>
              </a:rPr>
              <a:t> </a:t>
            </a:r>
            <a:r>
              <a:rPr sz="2400" spc="45" dirty="0">
                <a:solidFill>
                  <a:srgbClr val="FFFFFF"/>
                </a:solidFill>
                <a:latin typeface="Tahoma"/>
                <a:cs typeface="Tahoma"/>
              </a:rPr>
              <a:t>OK, </a:t>
            </a:r>
            <a:r>
              <a:rPr sz="2400" dirty="0">
                <a:solidFill>
                  <a:srgbClr val="FFFFFF"/>
                </a:solidFill>
                <a:latin typeface="Tahoma"/>
                <a:cs typeface="Tahoma"/>
              </a:rPr>
              <a:t>submit</a:t>
            </a:r>
            <a:r>
              <a:rPr sz="2400" spc="-60" dirty="0">
                <a:solidFill>
                  <a:srgbClr val="FFFFFF"/>
                </a:solidFill>
                <a:latin typeface="Tahoma"/>
                <a:cs typeface="Tahoma"/>
              </a:rPr>
              <a:t> </a:t>
            </a:r>
            <a:r>
              <a:rPr sz="2400" dirty="0">
                <a:solidFill>
                  <a:srgbClr val="FFFFFF"/>
                </a:solidFill>
                <a:latin typeface="Tahoma"/>
                <a:cs typeface="Tahoma"/>
              </a:rPr>
              <a:t>your</a:t>
            </a:r>
            <a:r>
              <a:rPr sz="2400" spc="-55" dirty="0">
                <a:solidFill>
                  <a:srgbClr val="FFFFFF"/>
                </a:solidFill>
                <a:latin typeface="Tahoma"/>
                <a:cs typeface="Tahoma"/>
              </a:rPr>
              <a:t> </a:t>
            </a:r>
            <a:r>
              <a:rPr sz="2400" dirty="0">
                <a:solidFill>
                  <a:srgbClr val="FFFFFF"/>
                </a:solidFill>
                <a:latin typeface="Tahoma"/>
                <a:cs typeface="Tahoma"/>
              </a:rPr>
              <a:t>merge</a:t>
            </a:r>
            <a:r>
              <a:rPr sz="2400" spc="-55" dirty="0">
                <a:solidFill>
                  <a:srgbClr val="FFFFFF"/>
                </a:solidFill>
                <a:latin typeface="Tahoma"/>
                <a:cs typeface="Tahoma"/>
              </a:rPr>
              <a:t> </a:t>
            </a:r>
            <a:r>
              <a:rPr sz="2400" spc="-10" dirty="0">
                <a:solidFill>
                  <a:srgbClr val="FFFFFF"/>
                </a:solidFill>
                <a:latin typeface="Tahoma"/>
                <a:cs typeface="Tahoma"/>
              </a:rPr>
              <a:t>request</a:t>
            </a:r>
            <a:endParaRPr sz="2400">
              <a:latin typeface="Tahoma"/>
              <a:cs typeface="Tahoma"/>
            </a:endParaRPr>
          </a:p>
        </p:txBody>
      </p:sp>
      <p:sp>
        <p:nvSpPr>
          <p:cNvPr id="8" name="object 8"/>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99</a:t>
            </a:fld>
            <a:endParaRPr spc="-25"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4639" rIns="0" bIns="0" rtlCol="0">
            <a:spAutoFit/>
          </a:bodyPr>
          <a:lstStyle/>
          <a:p>
            <a:pPr marL="1241425">
              <a:lnSpc>
                <a:spcPct val="100000"/>
              </a:lnSpc>
              <a:spcBef>
                <a:spcPts val="100"/>
              </a:spcBef>
            </a:pPr>
            <a:r>
              <a:rPr spc="175" dirty="0">
                <a:solidFill>
                  <a:srgbClr val="FF2600"/>
                </a:solidFill>
              </a:rPr>
              <a:t>Notice</a:t>
            </a:r>
            <a:r>
              <a:rPr spc="-280" dirty="0">
                <a:solidFill>
                  <a:srgbClr val="FF2600"/>
                </a:solidFill>
              </a:rPr>
              <a:t> </a:t>
            </a:r>
            <a:r>
              <a:rPr spc="170" dirty="0">
                <a:solidFill>
                  <a:srgbClr val="FF2600"/>
                </a:solidFill>
              </a:rPr>
              <a:t>-</a:t>
            </a:r>
            <a:r>
              <a:rPr spc="-280" dirty="0">
                <a:solidFill>
                  <a:srgbClr val="FF2600"/>
                </a:solidFill>
              </a:rPr>
              <a:t> </a:t>
            </a:r>
            <a:r>
              <a:rPr spc="140" dirty="0">
                <a:solidFill>
                  <a:srgbClr val="FF2600"/>
                </a:solidFill>
              </a:rPr>
              <a:t>Don’t</a:t>
            </a:r>
            <a:r>
              <a:rPr spc="-285" dirty="0">
                <a:solidFill>
                  <a:srgbClr val="FF2600"/>
                </a:solidFill>
              </a:rPr>
              <a:t> </a:t>
            </a:r>
            <a:r>
              <a:rPr spc="260" dirty="0">
                <a:solidFill>
                  <a:srgbClr val="FF2600"/>
                </a:solidFill>
              </a:rPr>
              <a:t>do</a:t>
            </a:r>
            <a:r>
              <a:rPr spc="-280" dirty="0">
                <a:solidFill>
                  <a:srgbClr val="FF2600"/>
                </a:solidFill>
              </a:rPr>
              <a:t> </a:t>
            </a:r>
            <a:r>
              <a:rPr spc="-20" dirty="0">
                <a:solidFill>
                  <a:srgbClr val="FF2600"/>
                </a:solidFill>
              </a:rPr>
              <a:t>this</a:t>
            </a:r>
          </a:p>
        </p:txBody>
      </p:sp>
      <p:pic>
        <p:nvPicPr>
          <p:cNvPr id="3" name="object 3"/>
          <p:cNvPicPr/>
          <p:nvPr/>
        </p:nvPicPr>
        <p:blipFill>
          <a:blip r:embed="rId2" cstate="print"/>
          <a:stretch>
            <a:fillRect/>
          </a:stretch>
        </p:blipFill>
        <p:spPr>
          <a:xfrm>
            <a:off x="3455426" y="4017802"/>
            <a:ext cx="8941422" cy="5633065"/>
          </a:xfrm>
          <a:prstGeom prst="rect">
            <a:avLst/>
          </a:prstGeom>
        </p:spPr>
      </p:pic>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100</a:t>
            </a:fld>
            <a:endParaRPr spc="-25"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33976" y="1840550"/>
            <a:ext cx="11237699" cy="7792399"/>
          </a:xfrm>
          <a:prstGeom prst="rect">
            <a:avLst/>
          </a:prstGeom>
        </p:spPr>
      </p:pic>
      <p:sp>
        <p:nvSpPr>
          <p:cNvPr id="3" name="object 3"/>
          <p:cNvSpPr txBox="1">
            <a:spLocks noGrp="1"/>
          </p:cNvSpPr>
          <p:nvPr>
            <p:ph type="title"/>
          </p:nvPr>
        </p:nvSpPr>
        <p:spPr>
          <a:prstGeom prst="rect">
            <a:avLst/>
          </a:prstGeom>
        </p:spPr>
        <p:txBody>
          <a:bodyPr vert="horz" wrap="square" lIns="0" tIns="64639" rIns="0" bIns="0" rtlCol="0">
            <a:spAutoFit/>
          </a:bodyPr>
          <a:lstStyle/>
          <a:p>
            <a:pPr marL="1241425">
              <a:lnSpc>
                <a:spcPct val="100000"/>
              </a:lnSpc>
              <a:spcBef>
                <a:spcPts val="100"/>
              </a:spcBef>
            </a:pPr>
            <a:r>
              <a:rPr spc="175" dirty="0">
                <a:solidFill>
                  <a:srgbClr val="FF2600"/>
                </a:solidFill>
              </a:rPr>
              <a:t>Notice</a:t>
            </a:r>
            <a:r>
              <a:rPr spc="-280" dirty="0">
                <a:solidFill>
                  <a:srgbClr val="FF2600"/>
                </a:solidFill>
              </a:rPr>
              <a:t> </a:t>
            </a:r>
            <a:r>
              <a:rPr spc="170" dirty="0">
                <a:solidFill>
                  <a:srgbClr val="FF2600"/>
                </a:solidFill>
              </a:rPr>
              <a:t>-</a:t>
            </a:r>
            <a:r>
              <a:rPr spc="-280" dirty="0">
                <a:solidFill>
                  <a:srgbClr val="FF2600"/>
                </a:solidFill>
              </a:rPr>
              <a:t> </a:t>
            </a:r>
            <a:r>
              <a:rPr spc="140" dirty="0">
                <a:solidFill>
                  <a:srgbClr val="FF2600"/>
                </a:solidFill>
              </a:rPr>
              <a:t>Don’t</a:t>
            </a:r>
            <a:r>
              <a:rPr spc="-285" dirty="0">
                <a:solidFill>
                  <a:srgbClr val="FF2600"/>
                </a:solidFill>
              </a:rPr>
              <a:t> </a:t>
            </a:r>
            <a:r>
              <a:rPr spc="260" dirty="0">
                <a:solidFill>
                  <a:srgbClr val="FF2600"/>
                </a:solidFill>
              </a:rPr>
              <a:t>do</a:t>
            </a:r>
            <a:r>
              <a:rPr spc="-280" dirty="0">
                <a:solidFill>
                  <a:srgbClr val="FF2600"/>
                </a:solidFill>
              </a:rPr>
              <a:t> </a:t>
            </a:r>
            <a:r>
              <a:rPr spc="-20" dirty="0">
                <a:solidFill>
                  <a:srgbClr val="FF2600"/>
                </a:solidFill>
              </a:rPr>
              <a:t>this</a:t>
            </a:r>
          </a:p>
        </p:txBody>
      </p:sp>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145415">
              <a:lnSpc>
                <a:spcPct val="100000"/>
              </a:lnSpc>
              <a:spcBef>
                <a:spcPts val="50"/>
              </a:spcBef>
            </a:pPr>
            <a:fld id="{81D60167-4931-47E6-BA6A-407CBD079E47}" type="slidenum">
              <a:rPr spc="-25" dirty="0"/>
              <a:t>101</a:t>
            </a:fld>
            <a:endParaRPr spc="-25"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534806"/>
            <a:ext cx="13004797" cy="5795142"/>
          </a:xfrm>
          <a:prstGeom prst="rect">
            <a:avLst/>
          </a:prstGeom>
        </p:spPr>
      </p:pic>
      <p:sp>
        <p:nvSpPr>
          <p:cNvPr id="3" name="object 3"/>
          <p:cNvSpPr txBox="1">
            <a:spLocks noGrp="1"/>
          </p:cNvSpPr>
          <p:nvPr>
            <p:ph type="title"/>
          </p:nvPr>
        </p:nvSpPr>
        <p:spPr>
          <a:prstGeom prst="rect">
            <a:avLst/>
          </a:prstGeom>
        </p:spPr>
        <p:txBody>
          <a:bodyPr vert="horz" wrap="square" lIns="0" tIns="64639" rIns="0" bIns="0" rtlCol="0">
            <a:spAutoFit/>
          </a:bodyPr>
          <a:lstStyle/>
          <a:p>
            <a:pPr marL="1241425">
              <a:lnSpc>
                <a:spcPct val="100000"/>
              </a:lnSpc>
              <a:spcBef>
                <a:spcPts val="100"/>
              </a:spcBef>
            </a:pPr>
            <a:r>
              <a:rPr spc="175" dirty="0">
                <a:solidFill>
                  <a:srgbClr val="FF2600"/>
                </a:solidFill>
              </a:rPr>
              <a:t>Notice</a:t>
            </a:r>
            <a:r>
              <a:rPr spc="-280" dirty="0">
                <a:solidFill>
                  <a:srgbClr val="FF2600"/>
                </a:solidFill>
              </a:rPr>
              <a:t> </a:t>
            </a:r>
            <a:r>
              <a:rPr spc="170" dirty="0">
                <a:solidFill>
                  <a:srgbClr val="FF2600"/>
                </a:solidFill>
              </a:rPr>
              <a:t>-</a:t>
            </a:r>
            <a:r>
              <a:rPr spc="-280" dirty="0">
                <a:solidFill>
                  <a:srgbClr val="FF2600"/>
                </a:solidFill>
              </a:rPr>
              <a:t> </a:t>
            </a:r>
            <a:r>
              <a:rPr spc="140" dirty="0">
                <a:solidFill>
                  <a:srgbClr val="FF2600"/>
                </a:solidFill>
              </a:rPr>
              <a:t>Don’t</a:t>
            </a:r>
            <a:r>
              <a:rPr spc="-285" dirty="0">
                <a:solidFill>
                  <a:srgbClr val="FF2600"/>
                </a:solidFill>
              </a:rPr>
              <a:t> </a:t>
            </a:r>
            <a:r>
              <a:rPr spc="260" dirty="0">
                <a:solidFill>
                  <a:srgbClr val="FF2600"/>
                </a:solidFill>
              </a:rPr>
              <a:t>do</a:t>
            </a:r>
            <a:r>
              <a:rPr spc="-280" dirty="0">
                <a:solidFill>
                  <a:srgbClr val="FF2600"/>
                </a:solidFill>
              </a:rPr>
              <a:t> </a:t>
            </a:r>
            <a:r>
              <a:rPr spc="-20" dirty="0">
                <a:solidFill>
                  <a:srgbClr val="FF2600"/>
                </a:solidFill>
              </a:rPr>
              <a:t>this</a:t>
            </a:r>
          </a:p>
        </p:txBody>
      </p:sp>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145415">
              <a:lnSpc>
                <a:spcPct val="100000"/>
              </a:lnSpc>
              <a:spcBef>
                <a:spcPts val="50"/>
              </a:spcBef>
            </a:pPr>
            <a:fld id="{81D60167-4931-47E6-BA6A-407CBD079E47}" type="slidenum">
              <a:rPr spc="-25" dirty="0"/>
              <a:t>102</a:t>
            </a:fld>
            <a:endParaRPr spc="-25"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37078" y="3984354"/>
            <a:ext cx="11931015" cy="3220085"/>
            <a:chOff x="537078" y="3984354"/>
            <a:chExt cx="11931015" cy="3220085"/>
          </a:xfrm>
        </p:grpSpPr>
        <p:pic>
          <p:nvPicPr>
            <p:cNvPr id="3" name="object 3"/>
            <p:cNvPicPr/>
            <p:nvPr/>
          </p:nvPicPr>
          <p:blipFill>
            <a:blip r:embed="rId2" cstate="print"/>
            <a:stretch>
              <a:fillRect/>
            </a:stretch>
          </p:blipFill>
          <p:spPr>
            <a:xfrm>
              <a:off x="537078" y="3984354"/>
              <a:ext cx="11930644" cy="3058827"/>
            </a:xfrm>
            <a:prstGeom prst="rect">
              <a:avLst/>
            </a:prstGeom>
          </p:spPr>
        </p:pic>
        <p:sp>
          <p:nvSpPr>
            <p:cNvPr id="4" name="object 4"/>
            <p:cNvSpPr/>
            <p:nvPr/>
          </p:nvSpPr>
          <p:spPr>
            <a:xfrm>
              <a:off x="8478067" y="6378837"/>
              <a:ext cx="1676400" cy="812800"/>
            </a:xfrm>
            <a:custGeom>
              <a:avLst/>
              <a:gdLst/>
              <a:ahLst/>
              <a:cxnLst/>
              <a:rect l="l" t="t" r="r" b="b"/>
              <a:pathLst>
                <a:path w="1676400" h="812800">
                  <a:moveTo>
                    <a:pt x="0" y="135452"/>
                  </a:moveTo>
                  <a:lnTo>
                    <a:pt x="6905" y="92639"/>
                  </a:lnTo>
                  <a:lnTo>
                    <a:pt x="26134" y="55456"/>
                  </a:lnTo>
                  <a:lnTo>
                    <a:pt x="55455" y="26134"/>
                  </a:lnTo>
                  <a:lnTo>
                    <a:pt x="92638" y="6905"/>
                  </a:lnTo>
                  <a:lnTo>
                    <a:pt x="135451" y="0"/>
                  </a:lnTo>
                  <a:lnTo>
                    <a:pt x="1540946" y="0"/>
                  </a:lnTo>
                  <a:lnTo>
                    <a:pt x="1592782" y="10310"/>
                  </a:lnTo>
                  <a:lnTo>
                    <a:pt x="1636726" y="39673"/>
                  </a:lnTo>
                  <a:lnTo>
                    <a:pt x="1666088" y="83617"/>
                  </a:lnTo>
                  <a:lnTo>
                    <a:pt x="1676399" y="135452"/>
                  </a:lnTo>
                  <a:lnTo>
                    <a:pt x="1676399" y="677246"/>
                  </a:lnTo>
                  <a:lnTo>
                    <a:pt x="1669494" y="720060"/>
                  </a:lnTo>
                  <a:lnTo>
                    <a:pt x="1650265" y="757243"/>
                  </a:lnTo>
                  <a:lnTo>
                    <a:pt x="1620943" y="786565"/>
                  </a:lnTo>
                  <a:lnTo>
                    <a:pt x="1583760" y="805794"/>
                  </a:lnTo>
                  <a:lnTo>
                    <a:pt x="1540946" y="812700"/>
                  </a:lnTo>
                  <a:lnTo>
                    <a:pt x="135451" y="812700"/>
                  </a:lnTo>
                  <a:lnTo>
                    <a:pt x="92638" y="805794"/>
                  </a:lnTo>
                  <a:lnTo>
                    <a:pt x="55455" y="786565"/>
                  </a:lnTo>
                  <a:lnTo>
                    <a:pt x="26134" y="757243"/>
                  </a:lnTo>
                  <a:lnTo>
                    <a:pt x="6905" y="720060"/>
                  </a:lnTo>
                  <a:lnTo>
                    <a:pt x="0" y="677246"/>
                  </a:lnTo>
                  <a:lnTo>
                    <a:pt x="0" y="135452"/>
                  </a:lnTo>
                  <a:close/>
                </a:path>
              </a:pathLst>
            </a:custGeom>
            <a:ln w="25399">
              <a:solidFill>
                <a:srgbClr val="FF0000"/>
              </a:solidFill>
            </a:ln>
          </p:spPr>
          <p:txBody>
            <a:bodyPr wrap="square" lIns="0" tIns="0" rIns="0" bIns="0" rtlCol="0"/>
            <a:lstStyle/>
            <a:p>
              <a:endParaRPr/>
            </a:p>
          </p:txBody>
        </p:sp>
      </p:grpSp>
      <p:sp>
        <p:nvSpPr>
          <p:cNvPr id="5" name="object 5"/>
          <p:cNvSpPr txBox="1"/>
          <p:nvPr/>
        </p:nvSpPr>
        <p:spPr>
          <a:xfrm>
            <a:off x="8560463" y="7378188"/>
            <a:ext cx="1510030" cy="574040"/>
          </a:xfrm>
          <a:prstGeom prst="rect">
            <a:avLst/>
          </a:prstGeom>
        </p:spPr>
        <p:txBody>
          <a:bodyPr vert="horz" wrap="square" lIns="0" tIns="12700" rIns="0" bIns="0" rtlCol="0">
            <a:spAutoFit/>
          </a:bodyPr>
          <a:lstStyle/>
          <a:p>
            <a:pPr marL="12700">
              <a:lnSpc>
                <a:spcPct val="100000"/>
              </a:lnSpc>
              <a:spcBef>
                <a:spcPts val="100"/>
              </a:spcBef>
            </a:pPr>
            <a:r>
              <a:rPr sz="3600" spc="-204" dirty="0">
                <a:solidFill>
                  <a:srgbClr val="FF0000"/>
                </a:solidFill>
                <a:latin typeface="Tahoma"/>
                <a:cs typeface="Tahoma"/>
              </a:rPr>
              <a:t>Here!!!!!</a:t>
            </a:r>
            <a:endParaRPr sz="3600">
              <a:latin typeface="Tahoma"/>
              <a:cs typeface="Tahoma"/>
            </a:endParaRPr>
          </a:p>
        </p:txBody>
      </p:sp>
      <p:sp>
        <p:nvSpPr>
          <p:cNvPr id="7" name="object 7"/>
          <p:cNvSpPr txBox="1">
            <a:spLocks noGrp="1"/>
          </p:cNvSpPr>
          <p:nvPr>
            <p:ph type="sldNum" sz="quarter" idx="7"/>
          </p:nvPr>
        </p:nvSpPr>
        <p:spPr>
          <a:prstGeom prst="rect">
            <a:avLst/>
          </a:prstGeom>
        </p:spPr>
        <p:txBody>
          <a:bodyPr vert="horz" wrap="square" lIns="0" tIns="6350" rIns="0" bIns="0" rtlCol="0">
            <a:spAutoFit/>
          </a:bodyPr>
          <a:lstStyle/>
          <a:p>
            <a:pPr marL="145415">
              <a:lnSpc>
                <a:spcPct val="100000"/>
              </a:lnSpc>
              <a:spcBef>
                <a:spcPts val="50"/>
              </a:spcBef>
            </a:pPr>
            <a:fld id="{81D60167-4931-47E6-BA6A-407CBD079E47}" type="slidenum">
              <a:rPr spc="-25" dirty="0"/>
              <a:t>103</a:t>
            </a:fld>
            <a:endParaRPr spc="-25" dirty="0"/>
          </a:p>
        </p:txBody>
      </p:sp>
      <p:sp>
        <p:nvSpPr>
          <p:cNvPr id="6" name="object 6"/>
          <p:cNvSpPr txBox="1">
            <a:spLocks noGrp="1"/>
          </p:cNvSpPr>
          <p:nvPr>
            <p:ph type="ctrTitle"/>
          </p:nvPr>
        </p:nvSpPr>
        <p:spPr>
          <a:prstGeom prst="rect">
            <a:avLst/>
          </a:prstGeom>
        </p:spPr>
        <p:txBody>
          <a:bodyPr vert="horz" wrap="square" lIns="0" tIns="12700" rIns="0" bIns="0" rtlCol="0">
            <a:spAutoFit/>
          </a:bodyPr>
          <a:lstStyle/>
          <a:p>
            <a:pPr marL="1266190" marR="5080" indent="-1254125">
              <a:lnSpc>
                <a:spcPct val="100000"/>
              </a:lnSpc>
              <a:spcBef>
                <a:spcPts val="100"/>
              </a:spcBef>
            </a:pPr>
            <a:r>
              <a:rPr sz="4800" dirty="0">
                <a:latin typeface="Arial MT"/>
                <a:cs typeface="Arial MT"/>
              </a:rPr>
              <a:t>The</a:t>
            </a:r>
            <a:r>
              <a:rPr sz="4800" spc="-130" dirty="0">
                <a:latin typeface="Arial MT"/>
                <a:cs typeface="Arial MT"/>
              </a:rPr>
              <a:t> </a:t>
            </a:r>
            <a:r>
              <a:rPr sz="4800" dirty="0">
                <a:latin typeface="Arial MT"/>
                <a:cs typeface="Arial MT"/>
              </a:rPr>
              <a:t>GitLab</a:t>
            </a:r>
            <a:r>
              <a:rPr sz="4800" spc="-125" dirty="0">
                <a:latin typeface="Arial MT"/>
                <a:cs typeface="Arial MT"/>
              </a:rPr>
              <a:t> </a:t>
            </a:r>
            <a:r>
              <a:rPr sz="4800" dirty="0">
                <a:latin typeface="Arial MT"/>
                <a:cs typeface="Arial MT"/>
              </a:rPr>
              <a:t>setup</a:t>
            </a:r>
            <a:r>
              <a:rPr sz="4800" spc="-125" dirty="0">
                <a:latin typeface="Arial MT"/>
                <a:cs typeface="Arial MT"/>
              </a:rPr>
              <a:t> </a:t>
            </a:r>
            <a:r>
              <a:rPr sz="4800" dirty="0">
                <a:latin typeface="Arial MT"/>
                <a:cs typeface="Arial MT"/>
              </a:rPr>
              <a:t>in</a:t>
            </a:r>
            <a:r>
              <a:rPr sz="4800" spc="-125" dirty="0">
                <a:latin typeface="Arial MT"/>
                <a:cs typeface="Arial MT"/>
              </a:rPr>
              <a:t> </a:t>
            </a:r>
            <a:r>
              <a:rPr sz="4800" dirty="0">
                <a:latin typeface="Arial MT"/>
                <a:cs typeface="Arial MT"/>
              </a:rPr>
              <a:t>our</a:t>
            </a:r>
            <a:r>
              <a:rPr sz="4800" spc="-125" dirty="0">
                <a:latin typeface="Arial MT"/>
                <a:cs typeface="Arial MT"/>
              </a:rPr>
              <a:t> </a:t>
            </a:r>
            <a:r>
              <a:rPr sz="4800" dirty="0">
                <a:latin typeface="Arial MT"/>
                <a:cs typeface="Arial MT"/>
              </a:rPr>
              <a:t>laboratory</a:t>
            </a:r>
            <a:r>
              <a:rPr sz="4800" spc="-125" dirty="0">
                <a:latin typeface="Arial MT"/>
                <a:cs typeface="Arial MT"/>
              </a:rPr>
              <a:t> </a:t>
            </a:r>
            <a:r>
              <a:rPr sz="4800" spc="-25" dirty="0">
                <a:latin typeface="Arial MT"/>
                <a:cs typeface="Arial MT"/>
              </a:rPr>
              <a:t>is </a:t>
            </a:r>
            <a:r>
              <a:rPr sz="4800" dirty="0">
                <a:latin typeface="Arial MT"/>
                <a:cs typeface="Arial MT"/>
              </a:rPr>
              <a:t>accessible</a:t>
            </a:r>
            <a:r>
              <a:rPr sz="4800" spc="-185" dirty="0">
                <a:latin typeface="Arial MT"/>
                <a:cs typeface="Arial MT"/>
              </a:rPr>
              <a:t> </a:t>
            </a:r>
            <a:r>
              <a:rPr sz="4800" dirty="0">
                <a:latin typeface="Arial MT"/>
                <a:cs typeface="Arial MT"/>
              </a:rPr>
              <a:t>through</a:t>
            </a:r>
            <a:r>
              <a:rPr sz="4800" spc="-185" dirty="0">
                <a:latin typeface="Arial MT"/>
                <a:cs typeface="Arial MT"/>
              </a:rPr>
              <a:t> </a:t>
            </a:r>
            <a:r>
              <a:rPr sz="4800" dirty="0">
                <a:latin typeface="Arial MT"/>
                <a:cs typeface="Arial MT"/>
              </a:rPr>
              <a:t>the</a:t>
            </a:r>
            <a:r>
              <a:rPr sz="4800" spc="-185" dirty="0">
                <a:latin typeface="Arial MT"/>
                <a:cs typeface="Arial MT"/>
              </a:rPr>
              <a:t> </a:t>
            </a:r>
            <a:r>
              <a:rPr sz="4800" spc="-10" dirty="0">
                <a:latin typeface="Arial MT"/>
                <a:cs typeface="Arial MT"/>
              </a:rPr>
              <a:t>link.</a:t>
            </a:r>
            <a:endParaRPr sz="4800">
              <a:latin typeface="Arial MT"/>
              <a:cs typeface="Arial MT"/>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145415">
              <a:lnSpc>
                <a:spcPct val="100000"/>
              </a:lnSpc>
              <a:spcBef>
                <a:spcPts val="50"/>
              </a:spcBef>
            </a:pPr>
            <a:fld id="{81D60167-4931-47E6-BA6A-407CBD079E47}" type="slidenum">
              <a:rPr spc="-25" dirty="0"/>
              <a:t>104</a:t>
            </a:fld>
            <a:endParaRPr spc="-25" dirty="0"/>
          </a:p>
        </p:txBody>
      </p:sp>
      <p:sp>
        <p:nvSpPr>
          <p:cNvPr id="2" name="object 2"/>
          <p:cNvSpPr txBox="1">
            <a:spLocks noGrp="1"/>
          </p:cNvSpPr>
          <p:nvPr>
            <p:ph type="title"/>
          </p:nvPr>
        </p:nvSpPr>
        <p:spPr>
          <a:prstGeom prst="rect">
            <a:avLst/>
          </a:prstGeom>
        </p:spPr>
        <p:txBody>
          <a:bodyPr vert="horz" wrap="square" lIns="0" tIns="496439" rIns="0" bIns="0" rtlCol="0">
            <a:spAutoFit/>
          </a:bodyPr>
          <a:lstStyle/>
          <a:p>
            <a:pPr marL="4505960">
              <a:lnSpc>
                <a:spcPct val="100000"/>
              </a:lnSpc>
              <a:spcBef>
                <a:spcPts val="100"/>
              </a:spcBef>
            </a:pPr>
            <a:r>
              <a:rPr spc="-10" dirty="0"/>
              <a:t>Outline</a:t>
            </a:r>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403225" indent="-390525">
              <a:lnSpc>
                <a:spcPct val="100000"/>
              </a:lnSpc>
              <a:spcBef>
                <a:spcPts val="100"/>
              </a:spcBef>
              <a:buClr>
                <a:srgbClr val="000000"/>
              </a:buClr>
              <a:buSzPct val="74193"/>
              <a:buChar char="•"/>
              <a:tabLst>
                <a:tab pos="403225" algn="l"/>
              </a:tabLst>
            </a:pPr>
            <a:r>
              <a:rPr dirty="0"/>
              <a:t>General</a:t>
            </a:r>
            <a:r>
              <a:rPr spc="50" dirty="0"/>
              <a:t> </a:t>
            </a:r>
            <a:r>
              <a:rPr spc="-20" dirty="0"/>
              <a:t>Rule</a:t>
            </a:r>
          </a:p>
          <a:p>
            <a:pPr marL="403225" indent="-390525">
              <a:lnSpc>
                <a:spcPct val="100000"/>
              </a:lnSpc>
              <a:spcBef>
                <a:spcPts val="3600"/>
              </a:spcBef>
              <a:buClr>
                <a:srgbClr val="000000"/>
              </a:buClr>
              <a:buSzPct val="74193"/>
              <a:buChar char="•"/>
              <a:tabLst>
                <a:tab pos="403225" algn="l"/>
              </a:tabLst>
            </a:pPr>
            <a:r>
              <a:rPr spc="-20" dirty="0"/>
              <a:t>Introduction</a:t>
            </a:r>
            <a:r>
              <a:rPr spc="-135" dirty="0"/>
              <a:t> </a:t>
            </a:r>
            <a:r>
              <a:rPr dirty="0"/>
              <a:t>to</a:t>
            </a:r>
            <a:r>
              <a:rPr spc="-130" dirty="0"/>
              <a:t> </a:t>
            </a:r>
            <a:r>
              <a:rPr spc="30" dirty="0"/>
              <a:t>Git</a:t>
            </a:r>
          </a:p>
          <a:p>
            <a:pPr marL="403225" indent="-390525">
              <a:lnSpc>
                <a:spcPct val="100000"/>
              </a:lnSpc>
              <a:spcBef>
                <a:spcPts val="3600"/>
              </a:spcBef>
              <a:buClr>
                <a:srgbClr val="000000"/>
              </a:buClr>
              <a:buSzPct val="74193"/>
              <a:buChar char="•"/>
              <a:tabLst>
                <a:tab pos="403225" algn="l"/>
              </a:tabLst>
            </a:pPr>
            <a:r>
              <a:rPr dirty="0"/>
              <a:t>Version</a:t>
            </a:r>
            <a:r>
              <a:rPr spc="-85" dirty="0"/>
              <a:t> </a:t>
            </a:r>
            <a:r>
              <a:rPr spc="-10" dirty="0"/>
              <a:t>control</a:t>
            </a:r>
          </a:p>
          <a:p>
            <a:pPr marL="403225" indent="-390525">
              <a:lnSpc>
                <a:spcPct val="100000"/>
              </a:lnSpc>
              <a:spcBef>
                <a:spcPts val="3600"/>
              </a:spcBef>
              <a:buClr>
                <a:srgbClr val="000000"/>
              </a:buClr>
              <a:buSzPct val="74193"/>
              <a:buChar char="•"/>
              <a:tabLst>
                <a:tab pos="403225" algn="l"/>
              </a:tabLst>
            </a:pPr>
            <a:r>
              <a:rPr spc="60" dirty="0"/>
              <a:t>Branch</a:t>
            </a:r>
            <a:r>
              <a:rPr spc="-40" dirty="0"/>
              <a:t> </a:t>
            </a:r>
            <a:r>
              <a:rPr dirty="0"/>
              <a:t>and</a:t>
            </a:r>
            <a:r>
              <a:rPr spc="-35" dirty="0"/>
              <a:t> </a:t>
            </a:r>
            <a:r>
              <a:rPr spc="-10" dirty="0"/>
              <a:t>merge</a:t>
            </a:r>
          </a:p>
          <a:p>
            <a:pPr marL="403225" indent="-390525">
              <a:lnSpc>
                <a:spcPct val="100000"/>
              </a:lnSpc>
              <a:spcBef>
                <a:spcPts val="3600"/>
              </a:spcBef>
              <a:buClr>
                <a:srgbClr val="000000"/>
              </a:buClr>
              <a:buSzPct val="74193"/>
              <a:buChar char="•"/>
              <a:tabLst>
                <a:tab pos="403225" algn="l"/>
              </a:tabLst>
            </a:pPr>
            <a:r>
              <a:rPr spc="75" dirty="0"/>
              <a:t>How</a:t>
            </a:r>
            <a:r>
              <a:rPr spc="-100" dirty="0"/>
              <a:t> </a:t>
            </a:r>
            <a:r>
              <a:rPr dirty="0"/>
              <a:t>to</a:t>
            </a:r>
            <a:r>
              <a:rPr spc="-95" dirty="0"/>
              <a:t> </a:t>
            </a:r>
            <a:r>
              <a:rPr dirty="0"/>
              <a:t>Submit</a:t>
            </a:r>
            <a:r>
              <a:rPr spc="-95" dirty="0"/>
              <a:t> </a:t>
            </a:r>
            <a:r>
              <a:rPr dirty="0"/>
              <a:t>Your</a:t>
            </a:r>
            <a:r>
              <a:rPr spc="-100" dirty="0"/>
              <a:t> </a:t>
            </a:r>
            <a:r>
              <a:rPr spc="150" dirty="0"/>
              <a:t>Code</a:t>
            </a:r>
            <a:r>
              <a:rPr spc="-95" dirty="0"/>
              <a:t> </a:t>
            </a:r>
            <a:r>
              <a:rPr dirty="0"/>
              <a:t>to</a:t>
            </a:r>
            <a:r>
              <a:rPr spc="-95" dirty="0"/>
              <a:t> </a:t>
            </a:r>
            <a:r>
              <a:rPr spc="-10" dirty="0"/>
              <a:t>Gitlab</a:t>
            </a:r>
          </a:p>
          <a:p>
            <a:pPr marL="403225" indent="-390525">
              <a:lnSpc>
                <a:spcPct val="100000"/>
              </a:lnSpc>
              <a:spcBef>
                <a:spcPts val="3600"/>
              </a:spcBef>
              <a:buClr>
                <a:srgbClr val="000000"/>
              </a:buClr>
              <a:buSzPct val="74193"/>
              <a:buChar char="•"/>
              <a:tabLst>
                <a:tab pos="403225" algn="l"/>
              </a:tabLst>
            </a:pPr>
            <a:r>
              <a:rPr dirty="0">
                <a:solidFill>
                  <a:srgbClr val="0C0C0C"/>
                </a:solidFill>
              </a:rPr>
              <a:t>Tools</a:t>
            </a:r>
            <a:r>
              <a:rPr spc="-130" dirty="0">
                <a:solidFill>
                  <a:srgbClr val="0C0C0C"/>
                </a:solidFill>
              </a:rPr>
              <a:t> </a:t>
            </a:r>
            <a:r>
              <a:rPr spc="-155" dirty="0">
                <a:solidFill>
                  <a:srgbClr val="0C0C0C"/>
                </a:solidFill>
              </a:rPr>
              <a:t>&amp;</a:t>
            </a:r>
            <a:r>
              <a:rPr spc="-114" dirty="0">
                <a:solidFill>
                  <a:srgbClr val="0C0C0C"/>
                </a:solidFill>
              </a:rPr>
              <a:t> </a:t>
            </a:r>
            <a:r>
              <a:rPr spc="-10" dirty="0">
                <a:solidFill>
                  <a:srgbClr val="0C0C0C"/>
                </a:solidFill>
              </a:rPr>
              <a:t>References</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145415">
              <a:lnSpc>
                <a:spcPct val="100000"/>
              </a:lnSpc>
              <a:spcBef>
                <a:spcPts val="50"/>
              </a:spcBef>
            </a:pPr>
            <a:fld id="{81D60167-4931-47E6-BA6A-407CBD079E47}" type="slidenum">
              <a:rPr spc="-25" dirty="0"/>
              <a:t>105</a:t>
            </a:fld>
            <a:endParaRPr spc="-25" dirty="0"/>
          </a:p>
        </p:txBody>
      </p:sp>
      <p:sp>
        <p:nvSpPr>
          <p:cNvPr id="2" name="object 2"/>
          <p:cNvSpPr txBox="1">
            <a:spLocks noGrp="1"/>
          </p:cNvSpPr>
          <p:nvPr>
            <p:ph type="title"/>
          </p:nvPr>
        </p:nvSpPr>
        <p:spPr>
          <a:xfrm>
            <a:off x="5296716" y="861059"/>
            <a:ext cx="2411730" cy="1244600"/>
          </a:xfrm>
          <a:prstGeom prst="rect">
            <a:avLst/>
          </a:prstGeom>
        </p:spPr>
        <p:txBody>
          <a:bodyPr vert="horz" wrap="square" lIns="0" tIns="12700" rIns="0" bIns="0" rtlCol="0">
            <a:spAutoFit/>
          </a:bodyPr>
          <a:lstStyle/>
          <a:p>
            <a:pPr marL="12700">
              <a:lnSpc>
                <a:spcPct val="100000"/>
              </a:lnSpc>
              <a:spcBef>
                <a:spcPts val="100"/>
              </a:spcBef>
            </a:pPr>
            <a:r>
              <a:rPr spc="-655" dirty="0"/>
              <a:t>T</a:t>
            </a:r>
            <a:r>
              <a:rPr spc="135" dirty="0"/>
              <a:t>ools</a:t>
            </a:r>
          </a:p>
        </p:txBody>
      </p:sp>
      <p:sp>
        <p:nvSpPr>
          <p:cNvPr id="3" name="object 3"/>
          <p:cNvSpPr txBox="1"/>
          <p:nvPr/>
        </p:nvSpPr>
        <p:spPr>
          <a:xfrm>
            <a:off x="987425" y="2429636"/>
            <a:ext cx="4817110" cy="7020559"/>
          </a:xfrm>
          <a:prstGeom prst="rect">
            <a:avLst/>
          </a:prstGeom>
        </p:spPr>
        <p:txBody>
          <a:bodyPr vert="horz" wrap="square" lIns="0" tIns="203200" rIns="0" bIns="0" rtlCol="0">
            <a:spAutoFit/>
          </a:bodyPr>
          <a:lstStyle/>
          <a:p>
            <a:pPr marL="456565" indent="-443865">
              <a:lnSpc>
                <a:spcPct val="100000"/>
              </a:lnSpc>
              <a:spcBef>
                <a:spcPts val="1600"/>
              </a:spcBef>
              <a:buSzPct val="75000"/>
              <a:buChar char="•"/>
              <a:tabLst>
                <a:tab pos="456565" algn="l"/>
              </a:tabLst>
            </a:pPr>
            <a:r>
              <a:rPr sz="3600" spc="70" dirty="0">
                <a:latin typeface="Tahoma"/>
                <a:cs typeface="Tahoma"/>
              </a:rPr>
              <a:t>Git</a:t>
            </a:r>
            <a:r>
              <a:rPr sz="3600" spc="-135" dirty="0">
                <a:latin typeface="Tahoma"/>
                <a:cs typeface="Tahoma"/>
              </a:rPr>
              <a:t> </a:t>
            </a:r>
            <a:r>
              <a:rPr sz="3600" spc="-25" dirty="0">
                <a:latin typeface="Tahoma"/>
                <a:cs typeface="Tahoma"/>
              </a:rPr>
              <a:t>GUI</a:t>
            </a:r>
            <a:endParaRPr sz="3600">
              <a:latin typeface="Tahoma"/>
              <a:cs typeface="Tahoma"/>
            </a:endParaRPr>
          </a:p>
          <a:p>
            <a:pPr marL="901065" lvl="1" indent="-406400">
              <a:lnSpc>
                <a:spcPct val="100000"/>
              </a:lnSpc>
              <a:spcBef>
                <a:spcPts val="1500"/>
              </a:spcBef>
              <a:buSzPct val="75000"/>
              <a:buChar char="-"/>
              <a:tabLst>
                <a:tab pos="901065" algn="l"/>
              </a:tabLst>
            </a:pPr>
            <a:r>
              <a:rPr sz="3600" spc="-10" dirty="0">
                <a:latin typeface="Tahoma"/>
                <a:cs typeface="Tahoma"/>
              </a:rPr>
              <a:t>GitKraken</a:t>
            </a:r>
            <a:endParaRPr sz="3600">
              <a:latin typeface="Tahoma"/>
              <a:cs typeface="Tahoma"/>
            </a:endParaRPr>
          </a:p>
          <a:p>
            <a:pPr marL="456565" indent="-443865">
              <a:lnSpc>
                <a:spcPct val="100000"/>
              </a:lnSpc>
              <a:spcBef>
                <a:spcPts val="4200"/>
              </a:spcBef>
              <a:buSzPct val="75000"/>
              <a:buChar char="•"/>
              <a:tabLst>
                <a:tab pos="456565" algn="l"/>
              </a:tabLst>
            </a:pPr>
            <a:r>
              <a:rPr sz="3600" dirty="0">
                <a:latin typeface="Tahoma"/>
                <a:cs typeface="Tahoma"/>
              </a:rPr>
              <a:t>Editor</a:t>
            </a:r>
            <a:r>
              <a:rPr sz="3600" spc="-70" dirty="0">
                <a:latin typeface="Tahoma"/>
                <a:cs typeface="Tahoma"/>
              </a:rPr>
              <a:t> </a:t>
            </a:r>
            <a:r>
              <a:rPr sz="3600" spc="-185" dirty="0">
                <a:latin typeface="Tahoma"/>
                <a:cs typeface="Tahoma"/>
              </a:rPr>
              <a:t>/</a:t>
            </a:r>
            <a:r>
              <a:rPr sz="3600" spc="-70" dirty="0">
                <a:latin typeface="Tahoma"/>
                <a:cs typeface="Tahoma"/>
              </a:rPr>
              <a:t> </a:t>
            </a:r>
            <a:r>
              <a:rPr sz="3600" spc="-25" dirty="0">
                <a:latin typeface="Tahoma"/>
                <a:cs typeface="Tahoma"/>
              </a:rPr>
              <a:t>IDE</a:t>
            </a:r>
            <a:endParaRPr sz="3600">
              <a:latin typeface="Tahoma"/>
              <a:cs typeface="Tahoma"/>
            </a:endParaRPr>
          </a:p>
          <a:p>
            <a:pPr marL="901065" lvl="1" indent="-406400">
              <a:lnSpc>
                <a:spcPct val="100000"/>
              </a:lnSpc>
              <a:spcBef>
                <a:spcPts val="1500"/>
              </a:spcBef>
              <a:buSzPct val="75000"/>
              <a:buChar char="-"/>
              <a:tabLst>
                <a:tab pos="901065" algn="l"/>
              </a:tabLst>
            </a:pPr>
            <a:r>
              <a:rPr sz="3600" dirty="0">
                <a:latin typeface="Tahoma"/>
                <a:cs typeface="Tahoma"/>
              </a:rPr>
              <a:t>Visual</a:t>
            </a:r>
            <a:r>
              <a:rPr sz="3600" spc="-30" dirty="0">
                <a:latin typeface="Tahoma"/>
                <a:cs typeface="Tahoma"/>
              </a:rPr>
              <a:t> </a:t>
            </a:r>
            <a:r>
              <a:rPr sz="3600" spc="70" dirty="0">
                <a:latin typeface="Tahoma"/>
                <a:cs typeface="Tahoma"/>
              </a:rPr>
              <a:t>Studio</a:t>
            </a:r>
            <a:r>
              <a:rPr sz="3600" spc="-25" dirty="0">
                <a:latin typeface="Tahoma"/>
                <a:cs typeface="Tahoma"/>
              </a:rPr>
              <a:t> </a:t>
            </a:r>
            <a:r>
              <a:rPr sz="3600" spc="155" dirty="0">
                <a:latin typeface="Tahoma"/>
                <a:cs typeface="Tahoma"/>
              </a:rPr>
              <a:t>Code</a:t>
            </a:r>
            <a:endParaRPr sz="3600">
              <a:latin typeface="Tahoma"/>
              <a:cs typeface="Tahoma"/>
            </a:endParaRPr>
          </a:p>
          <a:p>
            <a:pPr marL="901065" lvl="1" indent="-406400">
              <a:lnSpc>
                <a:spcPct val="100000"/>
              </a:lnSpc>
              <a:spcBef>
                <a:spcPts val="1500"/>
              </a:spcBef>
              <a:buSzPct val="75000"/>
              <a:buChar char="-"/>
              <a:tabLst>
                <a:tab pos="901065" algn="l"/>
              </a:tabLst>
            </a:pPr>
            <a:r>
              <a:rPr sz="3600" spc="-20" dirty="0">
                <a:latin typeface="Tahoma"/>
                <a:cs typeface="Tahoma"/>
              </a:rPr>
              <a:t>Atom</a:t>
            </a:r>
            <a:endParaRPr sz="3600">
              <a:latin typeface="Tahoma"/>
              <a:cs typeface="Tahoma"/>
            </a:endParaRPr>
          </a:p>
          <a:p>
            <a:pPr marL="901065" lvl="1" indent="-406400">
              <a:lnSpc>
                <a:spcPct val="100000"/>
              </a:lnSpc>
              <a:spcBef>
                <a:spcPts val="1500"/>
              </a:spcBef>
              <a:buSzPct val="75000"/>
              <a:buChar char="-"/>
              <a:tabLst>
                <a:tab pos="901065" algn="l"/>
              </a:tabLst>
            </a:pPr>
            <a:r>
              <a:rPr sz="3600" spc="45" dirty="0">
                <a:latin typeface="Tahoma"/>
                <a:cs typeface="Tahoma"/>
              </a:rPr>
              <a:t>Sublime</a:t>
            </a:r>
            <a:r>
              <a:rPr sz="3600" spc="-100" dirty="0">
                <a:latin typeface="Tahoma"/>
                <a:cs typeface="Tahoma"/>
              </a:rPr>
              <a:t> </a:t>
            </a:r>
            <a:r>
              <a:rPr sz="3600" spc="-20" dirty="0">
                <a:latin typeface="Tahoma"/>
                <a:cs typeface="Tahoma"/>
              </a:rPr>
              <a:t>Text</a:t>
            </a:r>
            <a:endParaRPr sz="3600">
              <a:latin typeface="Tahoma"/>
              <a:cs typeface="Tahoma"/>
            </a:endParaRPr>
          </a:p>
          <a:p>
            <a:pPr marL="901065" lvl="1" indent="-406400">
              <a:lnSpc>
                <a:spcPct val="100000"/>
              </a:lnSpc>
              <a:spcBef>
                <a:spcPts val="1500"/>
              </a:spcBef>
              <a:buSzPct val="75000"/>
              <a:buChar char="-"/>
              <a:tabLst>
                <a:tab pos="901065" algn="l"/>
              </a:tabLst>
            </a:pPr>
            <a:r>
              <a:rPr sz="3600" spc="70" dirty="0">
                <a:latin typeface="Tahoma"/>
                <a:cs typeface="Tahoma"/>
              </a:rPr>
              <a:t>Brackets</a:t>
            </a:r>
            <a:endParaRPr sz="3600">
              <a:latin typeface="Tahoma"/>
              <a:cs typeface="Tahoma"/>
            </a:endParaRPr>
          </a:p>
          <a:p>
            <a:pPr marL="901065" lvl="1" indent="-406400">
              <a:lnSpc>
                <a:spcPct val="100000"/>
              </a:lnSpc>
              <a:spcBef>
                <a:spcPts val="1500"/>
              </a:spcBef>
              <a:buSzPct val="75000"/>
              <a:buChar char="-"/>
              <a:tabLst>
                <a:tab pos="901065" algn="l"/>
              </a:tabLst>
            </a:pPr>
            <a:r>
              <a:rPr sz="3600" spc="-10" dirty="0">
                <a:latin typeface="Tahoma"/>
                <a:cs typeface="Tahoma"/>
              </a:rPr>
              <a:t>Notepad++</a:t>
            </a:r>
            <a:endParaRPr sz="3600">
              <a:latin typeface="Tahoma"/>
              <a:cs typeface="Tahoma"/>
            </a:endParaRPr>
          </a:p>
          <a:p>
            <a:pPr marL="901065" lvl="1" indent="-406400">
              <a:lnSpc>
                <a:spcPct val="100000"/>
              </a:lnSpc>
              <a:spcBef>
                <a:spcPts val="1500"/>
              </a:spcBef>
              <a:buSzPct val="75000"/>
              <a:buChar char="-"/>
              <a:tabLst>
                <a:tab pos="901065" algn="l"/>
              </a:tabLst>
            </a:pPr>
            <a:r>
              <a:rPr sz="3600" spc="-10" dirty="0">
                <a:latin typeface="Tahoma"/>
                <a:cs typeface="Tahoma"/>
              </a:rPr>
              <a:t>Webstorm</a:t>
            </a:r>
            <a:endParaRPr sz="3600">
              <a:latin typeface="Tahoma"/>
              <a:cs typeface="Tahoma"/>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3004800" cy="9753600"/>
          </a:xfrm>
          <a:prstGeom prst="rect">
            <a:avLst/>
          </a:prstGeom>
        </p:spPr>
      </p:pic>
      <p:sp>
        <p:nvSpPr>
          <p:cNvPr id="3" name="object 3"/>
          <p:cNvSpPr txBox="1"/>
          <p:nvPr/>
        </p:nvSpPr>
        <p:spPr>
          <a:xfrm>
            <a:off x="6356213" y="9277730"/>
            <a:ext cx="280035"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Tahoma"/>
                <a:cs typeface="Tahoma"/>
              </a:rPr>
              <a:t>10</a:t>
            </a:r>
            <a:endParaRPr sz="1800">
              <a:latin typeface="Tahoma"/>
              <a:cs typeface="Tahoma"/>
            </a:endParaRPr>
          </a:p>
        </p:txBody>
      </p:sp>
      <p:sp>
        <p:nvSpPr>
          <p:cNvPr id="4" name="object 4"/>
          <p:cNvSpPr txBox="1"/>
          <p:nvPr/>
        </p:nvSpPr>
        <p:spPr>
          <a:xfrm>
            <a:off x="6419781" y="9558190"/>
            <a:ext cx="153035" cy="313690"/>
          </a:xfrm>
          <a:prstGeom prst="rect">
            <a:avLst/>
          </a:prstGeom>
        </p:spPr>
        <p:txBody>
          <a:bodyPr vert="horz" wrap="square" lIns="0" tIns="6350" rIns="0" bIns="0" rtlCol="0">
            <a:spAutoFit/>
          </a:bodyPr>
          <a:lstStyle/>
          <a:p>
            <a:pPr marL="12700">
              <a:lnSpc>
                <a:spcPct val="100000"/>
              </a:lnSpc>
              <a:spcBef>
                <a:spcPts val="50"/>
              </a:spcBef>
            </a:pPr>
            <a:r>
              <a:rPr sz="1800" spc="-50" dirty="0">
                <a:latin typeface="Tahoma"/>
                <a:cs typeface="Tahoma"/>
              </a:rPr>
              <a:t>5</a:t>
            </a:r>
            <a:endParaRPr sz="1800">
              <a:latin typeface="Tahoma"/>
              <a:cs typeface="Tahoma"/>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3004800" cy="9753600"/>
          </a:xfrm>
          <a:custGeom>
            <a:avLst/>
            <a:gdLst/>
            <a:ahLst/>
            <a:cxnLst/>
            <a:rect l="l" t="t" r="r" b="b"/>
            <a:pathLst>
              <a:path w="13004800" h="9753600">
                <a:moveTo>
                  <a:pt x="13004799" y="9753599"/>
                </a:moveTo>
                <a:lnTo>
                  <a:pt x="0" y="9753599"/>
                </a:lnTo>
                <a:lnTo>
                  <a:pt x="0" y="0"/>
                </a:lnTo>
                <a:lnTo>
                  <a:pt x="13004799" y="0"/>
                </a:lnTo>
                <a:lnTo>
                  <a:pt x="13004799" y="9753599"/>
                </a:lnTo>
                <a:close/>
              </a:path>
            </a:pathLst>
          </a:custGeom>
          <a:solidFill>
            <a:srgbClr val="2E3133"/>
          </a:solidFill>
        </p:spPr>
        <p:txBody>
          <a:bodyPr wrap="square" lIns="0" tIns="0" rIns="0" bIns="0" rtlCol="0"/>
          <a:lstStyle/>
          <a:p>
            <a:endParaRPr/>
          </a:p>
        </p:txBody>
      </p:sp>
      <p:pic>
        <p:nvPicPr>
          <p:cNvPr id="3" name="object 3"/>
          <p:cNvPicPr/>
          <p:nvPr/>
        </p:nvPicPr>
        <p:blipFill>
          <a:blip r:embed="rId2" cstate="print"/>
          <a:stretch>
            <a:fillRect/>
          </a:stretch>
        </p:blipFill>
        <p:spPr>
          <a:xfrm>
            <a:off x="0" y="812800"/>
            <a:ext cx="13004799" cy="8127999"/>
          </a:xfrm>
          <a:prstGeom prst="rect">
            <a:avLst/>
          </a:prstGeom>
        </p:spPr>
      </p:pic>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137160">
              <a:lnSpc>
                <a:spcPct val="100000"/>
              </a:lnSpc>
              <a:spcBef>
                <a:spcPts val="50"/>
              </a:spcBef>
            </a:pPr>
            <a:fld id="{81D60167-4931-47E6-BA6A-407CBD079E47}" type="slidenum">
              <a:rPr spc="-25" dirty="0"/>
              <a:t>107</a:t>
            </a:fld>
            <a:endParaRPr spc="-25"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3004800" cy="9753600"/>
          </a:xfrm>
          <a:custGeom>
            <a:avLst/>
            <a:gdLst/>
            <a:ahLst/>
            <a:cxnLst/>
            <a:rect l="l" t="t" r="r" b="b"/>
            <a:pathLst>
              <a:path w="13004800" h="9753600">
                <a:moveTo>
                  <a:pt x="13004799" y="9753599"/>
                </a:moveTo>
                <a:lnTo>
                  <a:pt x="0" y="9753599"/>
                </a:lnTo>
                <a:lnTo>
                  <a:pt x="0" y="0"/>
                </a:lnTo>
                <a:lnTo>
                  <a:pt x="13004799" y="0"/>
                </a:lnTo>
                <a:lnTo>
                  <a:pt x="13004799" y="9753599"/>
                </a:lnTo>
                <a:close/>
              </a:path>
            </a:pathLst>
          </a:custGeom>
          <a:solidFill>
            <a:srgbClr val="373178"/>
          </a:solidFill>
        </p:spPr>
        <p:txBody>
          <a:bodyPr wrap="square" lIns="0" tIns="0" rIns="0" bIns="0" rtlCol="0"/>
          <a:lstStyle/>
          <a:p>
            <a:endParaRPr/>
          </a:p>
        </p:txBody>
      </p:sp>
      <p:pic>
        <p:nvPicPr>
          <p:cNvPr id="3" name="object 3"/>
          <p:cNvPicPr/>
          <p:nvPr/>
        </p:nvPicPr>
        <p:blipFill>
          <a:blip r:embed="rId2" cstate="print"/>
          <a:stretch>
            <a:fillRect/>
          </a:stretch>
        </p:blipFill>
        <p:spPr>
          <a:xfrm>
            <a:off x="0" y="1527239"/>
            <a:ext cx="13004799" cy="6699122"/>
          </a:xfrm>
          <a:prstGeom prst="rect">
            <a:avLst/>
          </a:prstGeom>
        </p:spPr>
      </p:pic>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137160">
              <a:lnSpc>
                <a:spcPct val="100000"/>
              </a:lnSpc>
              <a:spcBef>
                <a:spcPts val="50"/>
              </a:spcBef>
            </a:pPr>
            <a:fld id="{81D60167-4931-47E6-BA6A-407CBD079E47}" type="slidenum">
              <a:rPr spc="-25" dirty="0"/>
              <a:t>108</a:t>
            </a:fld>
            <a:endParaRPr spc="-25"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812800"/>
            <a:ext cx="13004799" cy="8127999"/>
          </a:xfrm>
          <a:prstGeom prst="rect">
            <a:avLst/>
          </a:prstGeom>
        </p:spPr>
      </p:pic>
      <p:sp>
        <p:nvSpPr>
          <p:cNvPr id="3" name="object 3"/>
          <p:cNvSpPr txBox="1">
            <a:spLocks noGrp="1"/>
          </p:cNvSpPr>
          <p:nvPr>
            <p:ph type="sldNum" sz="quarter" idx="7"/>
          </p:nvPr>
        </p:nvSpPr>
        <p:spPr>
          <a:prstGeom prst="rect">
            <a:avLst/>
          </a:prstGeom>
        </p:spPr>
        <p:txBody>
          <a:bodyPr vert="horz" wrap="square" lIns="0" tIns="6350" rIns="0" bIns="0" rtlCol="0">
            <a:spAutoFit/>
          </a:bodyPr>
          <a:lstStyle/>
          <a:p>
            <a:pPr marL="137160">
              <a:lnSpc>
                <a:spcPct val="100000"/>
              </a:lnSpc>
              <a:spcBef>
                <a:spcPts val="50"/>
              </a:spcBef>
            </a:pPr>
            <a:fld id="{81D60167-4931-47E6-BA6A-407CBD079E47}" type="slidenum">
              <a:rPr spc="-25" dirty="0"/>
              <a:t>109</a:t>
            </a:fld>
            <a:endParaRPr spc="-25"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764639"/>
            <a:ext cx="13004799" cy="6224319"/>
          </a:xfrm>
          <a:prstGeom prst="rect">
            <a:avLst/>
          </a:prstGeom>
        </p:spPr>
      </p:pic>
      <p:sp>
        <p:nvSpPr>
          <p:cNvPr id="3" name="object 3"/>
          <p:cNvSpPr txBox="1">
            <a:spLocks noGrp="1"/>
          </p:cNvSpPr>
          <p:nvPr>
            <p:ph type="sldNum" sz="quarter" idx="7"/>
          </p:nvPr>
        </p:nvSpPr>
        <p:spPr>
          <a:prstGeom prst="rect">
            <a:avLst/>
          </a:prstGeom>
        </p:spPr>
        <p:txBody>
          <a:bodyPr vert="horz" wrap="square" lIns="0" tIns="6350" rIns="0" bIns="0" rtlCol="0">
            <a:spAutoFit/>
          </a:bodyPr>
          <a:lstStyle/>
          <a:p>
            <a:pPr marL="137160">
              <a:lnSpc>
                <a:spcPct val="100000"/>
              </a:lnSpc>
              <a:spcBef>
                <a:spcPts val="50"/>
              </a:spcBef>
            </a:pPr>
            <a:fld id="{81D60167-4931-47E6-BA6A-407CBD079E47}" type="slidenum">
              <a:rPr spc="-25" dirty="0"/>
              <a:t>110</a:t>
            </a:fld>
            <a:endParaRPr spc="-25"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137160">
              <a:lnSpc>
                <a:spcPct val="100000"/>
              </a:lnSpc>
              <a:spcBef>
                <a:spcPts val="50"/>
              </a:spcBef>
            </a:pPr>
            <a:fld id="{81D60167-4931-47E6-BA6A-407CBD079E47}" type="slidenum">
              <a:rPr spc="-25" dirty="0"/>
              <a:t>111</a:t>
            </a:fld>
            <a:endParaRPr spc="-25" dirty="0"/>
          </a:p>
        </p:txBody>
      </p:sp>
      <p:sp>
        <p:nvSpPr>
          <p:cNvPr id="2" name="object 2"/>
          <p:cNvSpPr txBox="1">
            <a:spLocks noGrp="1"/>
          </p:cNvSpPr>
          <p:nvPr>
            <p:ph type="title"/>
          </p:nvPr>
        </p:nvSpPr>
        <p:spPr>
          <a:prstGeom prst="rect">
            <a:avLst/>
          </a:prstGeom>
        </p:spPr>
        <p:txBody>
          <a:bodyPr vert="horz" wrap="square" lIns="0" tIns="64639" rIns="0" bIns="0" rtlCol="0">
            <a:spAutoFit/>
          </a:bodyPr>
          <a:lstStyle/>
          <a:p>
            <a:pPr marL="3810635">
              <a:lnSpc>
                <a:spcPct val="100000"/>
              </a:lnSpc>
              <a:spcBef>
                <a:spcPts val="100"/>
              </a:spcBef>
            </a:pPr>
            <a:r>
              <a:rPr spc="70" dirty="0"/>
              <a:t>Reference</a:t>
            </a:r>
          </a:p>
        </p:txBody>
      </p:sp>
      <p:sp>
        <p:nvSpPr>
          <p:cNvPr id="3" name="object 3"/>
          <p:cNvSpPr txBox="1"/>
          <p:nvPr/>
        </p:nvSpPr>
        <p:spPr>
          <a:xfrm>
            <a:off x="977900" y="2610611"/>
            <a:ext cx="10427335" cy="5984240"/>
          </a:xfrm>
          <a:prstGeom prst="rect">
            <a:avLst/>
          </a:prstGeom>
        </p:spPr>
        <p:txBody>
          <a:bodyPr vert="horz" wrap="square" lIns="0" tIns="12700" rIns="0" bIns="0" rtlCol="0">
            <a:spAutoFit/>
          </a:bodyPr>
          <a:lstStyle/>
          <a:p>
            <a:pPr marL="456565" indent="-443865">
              <a:lnSpc>
                <a:spcPct val="100000"/>
              </a:lnSpc>
              <a:spcBef>
                <a:spcPts val="100"/>
              </a:spcBef>
              <a:buSzPct val="75000"/>
              <a:buChar char="•"/>
              <a:tabLst>
                <a:tab pos="456565" algn="l"/>
              </a:tabLst>
            </a:pPr>
            <a:r>
              <a:rPr sz="3600" dirty="0">
                <a:latin typeface="Tahoma"/>
                <a:cs typeface="Tahoma"/>
              </a:rPr>
              <a:t>Learn</a:t>
            </a:r>
            <a:r>
              <a:rPr sz="3600" spc="-55" dirty="0">
                <a:latin typeface="Tahoma"/>
                <a:cs typeface="Tahoma"/>
              </a:rPr>
              <a:t> </a:t>
            </a:r>
            <a:r>
              <a:rPr sz="3600" spc="70" dirty="0">
                <a:latin typeface="Tahoma"/>
                <a:cs typeface="Tahoma"/>
              </a:rPr>
              <a:t>Git</a:t>
            </a:r>
            <a:r>
              <a:rPr sz="3600" spc="-60" dirty="0">
                <a:latin typeface="Tahoma"/>
                <a:cs typeface="Tahoma"/>
              </a:rPr>
              <a:t> </a:t>
            </a:r>
            <a:r>
              <a:rPr sz="3600" dirty="0">
                <a:latin typeface="Tahoma"/>
                <a:cs typeface="Tahoma"/>
              </a:rPr>
              <a:t>branching</a:t>
            </a:r>
            <a:r>
              <a:rPr sz="3600" spc="-55" dirty="0">
                <a:latin typeface="Tahoma"/>
                <a:cs typeface="Tahoma"/>
              </a:rPr>
              <a:t> </a:t>
            </a:r>
            <a:r>
              <a:rPr sz="3600" spc="-10" dirty="0">
                <a:latin typeface="Tahoma"/>
                <a:cs typeface="Tahoma"/>
              </a:rPr>
              <a:t>(interactive)</a:t>
            </a:r>
            <a:endParaRPr sz="3600">
              <a:latin typeface="Tahoma"/>
              <a:cs typeface="Tahoma"/>
            </a:endParaRPr>
          </a:p>
          <a:p>
            <a:pPr marL="901065" lvl="1" indent="-444500">
              <a:lnSpc>
                <a:spcPct val="100000"/>
              </a:lnSpc>
              <a:spcBef>
                <a:spcPts val="4200"/>
              </a:spcBef>
              <a:buSzPct val="75000"/>
              <a:buChar char="•"/>
              <a:tabLst>
                <a:tab pos="901065" algn="l"/>
              </a:tabLst>
            </a:pPr>
            <a:r>
              <a:rPr sz="3600" u="heavy" spc="-10" dirty="0">
                <a:solidFill>
                  <a:srgbClr val="0000FF"/>
                </a:solidFill>
                <a:uFill>
                  <a:solidFill>
                    <a:srgbClr val="0000FF"/>
                  </a:solidFill>
                </a:uFill>
                <a:latin typeface="Tahoma"/>
                <a:cs typeface="Tahoma"/>
                <a:hlinkClick r:id="rId2"/>
              </a:rPr>
              <a:t>http://pcottle.github.io/learnGitBranching/</a:t>
            </a:r>
            <a:endParaRPr sz="3600">
              <a:latin typeface="Tahoma"/>
              <a:cs typeface="Tahoma"/>
            </a:endParaRPr>
          </a:p>
          <a:p>
            <a:pPr marL="456565" indent="-443865">
              <a:lnSpc>
                <a:spcPct val="100000"/>
              </a:lnSpc>
              <a:spcBef>
                <a:spcPts val="4200"/>
              </a:spcBef>
              <a:buSzPct val="75000"/>
              <a:buChar char="•"/>
              <a:tabLst>
                <a:tab pos="456565" algn="l"/>
              </a:tabLst>
            </a:pPr>
            <a:r>
              <a:rPr sz="3600" spc="65" dirty="0">
                <a:latin typeface="Tahoma"/>
                <a:cs typeface="Tahoma"/>
              </a:rPr>
              <a:t>Pro</a:t>
            </a:r>
            <a:r>
              <a:rPr sz="3600" spc="-120" dirty="0">
                <a:latin typeface="Tahoma"/>
                <a:cs typeface="Tahoma"/>
              </a:rPr>
              <a:t> </a:t>
            </a:r>
            <a:r>
              <a:rPr sz="3600" spc="40" dirty="0">
                <a:latin typeface="Tahoma"/>
                <a:cs typeface="Tahoma"/>
              </a:rPr>
              <a:t>Git</a:t>
            </a:r>
            <a:endParaRPr sz="3600">
              <a:latin typeface="Tahoma"/>
              <a:cs typeface="Tahoma"/>
            </a:endParaRPr>
          </a:p>
          <a:p>
            <a:pPr marL="901065" lvl="1" indent="-444500">
              <a:lnSpc>
                <a:spcPct val="100000"/>
              </a:lnSpc>
              <a:spcBef>
                <a:spcPts val="4200"/>
              </a:spcBef>
              <a:buSzPct val="75000"/>
              <a:buChar char="•"/>
              <a:tabLst>
                <a:tab pos="901065" algn="l"/>
              </a:tabLst>
            </a:pPr>
            <a:r>
              <a:rPr sz="3600" u="heavy" dirty="0">
                <a:solidFill>
                  <a:srgbClr val="0000FF"/>
                </a:solidFill>
                <a:uFill>
                  <a:solidFill>
                    <a:srgbClr val="0000FF"/>
                  </a:solidFill>
                </a:uFill>
                <a:latin typeface="Tahoma"/>
                <a:cs typeface="Tahoma"/>
                <a:hlinkClick r:id="rId3"/>
              </a:rPr>
              <a:t>http://git-</a:t>
            </a:r>
            <a:r>
              <a:rPr sz="3600" u="heavy" spc="-10" dirty="0">
                <a:solidFill>
                  <a:srgbClr val="0000FF"/>
                </a:solidFill>
                <a:uFill>
                  <a:solidFill>
                    <a:srgbClr val="0000FF"/>
                  </a:solidFill>
                </a:uFill>
                <a:latin typeface="Tahoma"/>
                <a:cs typeface="Tahoma"/>
                <a:hlinkClick r:id="rId3"/>
              </a:rPr>
              <a:t>scm.com/book/</a:t>
            </a:r>
            <a:endParaRPr sz="3600">
              <a:latin typeface="Tahoma"/>
              <a:cs typeface="Tahoma"/>
            </a:endParaRPr>
          </a:p>
          <a:p>
            <a:pPr marL="456565" indent="-443865">
              <a:lnSpc>
                <a:spcPct val="100000"/>
              </a:lnSpc>
              <a:spcBef>
                <a:spcPts val="4200"/>
              </a:spcBef>
              <a:buSzPct val="75000"/>
              <a:buFont typeface="Tahoma"/>
              <a:buChar char="•"/>
              <a:tabLst>
                <a:tab pos="456565" algn="l"/>
              </a:tabLst>
            </a:pPr>
            <a:r>
              <a:rPr sz="3600" spc="-20" dirty="0">
                <a:latin typeface="MS PGothic"/>
                <a:cs typeface="MS PGothic"/>
              </a:rPr>
              <a:t>寫給大家的 </a:t>
            </a:r>
            <a:r>
              <a:rPr sz="3600" spc="70" dirty="0">
                <a:latin typeface="Tahoma"/>
                <a:cs typeface="Tahoma"/>
              </a:rPr>
              <a:t>Git</a:t>
            </a:r>
            <a:r>
              <a:rPr sz="3600" spc="-114" dirty="0">
                <a:latin typeface="Tahoma"/>
                <a:cs typeface="Tahoma"/>
              </a:rPr>
              <a:t> </a:t>
            </a:r>
            <a:r>
              <a:rPr sz="3600" spc="-25" dirty="0">
                <a:latin typeface="MS PGothic"/>
                <a:cs typeface="MS PGothic"/>
              </a:rPr>
              <a:t>教學</a:t>
            </a:r>
            <a:endParaRPr sz="3600">
              <a:latin typeface="MS PGothic"/>
              <a:cs typeface="MS PGothic"/>
            </a:endParaRPr>
          </a:p>
          <a:p>
            <a:pPr marL="901065" lvl="1" indent="-444500">
              <a:lnSpc>
                <a:spcPct val="100000"/>
              </a:lnSpc>
              <a:spcBef>
                <a:spcPts val="4200"/>
              </a:spcBef>
              <a:buSzPct val="75000"/>
              <a:buChar char="•"/>
              <a:tabLst>
                <a:tab pos="901065" algn="l"/>
              </a:tabLst>
            </a:pPr>
            <a:r>
              <a:rPr sz="3600" u="heavy" spc="-20" dirty="0">
                <a:solidFill>
                  <a:srgbClr val="0000FF"/>
                </a:solidFill>
                <a:uFill>
                  <a:solidFill>
                    <a:srgbClr val="0000FF"/>
                  </a:solidFill>
                </a:uFill>
                <a:latin typeface="Tahoma"/>
                <a:cs typeface="Tahoma"/>
                <a:hlinkClick r:id="rId4"/>
              </a:rPr>
              <a:t>http://www.slideshare.net/littlebtc/git-</a:t>
            </a:r>
            <a:r>
              <a:rPr sz="3600" u="heavy" spc="-10" dirty="0">
                <a:solidFill>
                  <a:srgbClr val="0000FF"/>
                </a:solidFill>
                <a:uFill>
                  <a:solidFill>
                    <a:srgbClr val="0000FF"/>
                  </a:solidFill>
                </a:uFill>
                <a:latin typeface="Tahoma"/>
                <a:cs typeface="Tahoma"/>
                <a:hlinkClick r:id="rId4"/>
              </a:rPr>
              <a:t>5528339</a:t>
            </a:r>
            <a:endParaRPr sz="3600">
              <a:latin typeface="Tahoma"/>
              <a:cs typeface="Tahoma"/>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137160">
              <a:lnSpc>
                <a:spcPct val="100000"/>
              </a:lnSpc>
              <a:spcBef>
                <a:spcPts val="50"/>
              </a:spcBef>
            </a:pPr>
            <a:fld id="{81D60167-4931-47E6-BA6A-407CBD079E47}" type="slidenum">
              <a:rPr spc="-25" dirty="0"/>
              <a:t>112</a:t>
            </a:fld>
            <a:endParaRPr spc="-25" dirty="0"/>
          </a:p>
        </p:txBody>
      </p:sp>
      <p:sp>
        <p:nvSpPr>
          <p:cNvPr id="2" name="object 2"/>
          <p:cNvSpPr txBox="1">
            <a:spLocks noGrp="1"/>
          </p:cNvSpPr>
          <p:nvPr>
            <p:ph type="title"/>
          </p:nvPr>
        </p:nvSpPr>
        <p:spPr>
          <a:prstGeom prst="rect">
            <a:avLst/>
          </a:prstGeom>
        </p:spPr>
        <p:txBody>
          <a:bodyPr vert="horz" wrap="square" lIns="0" tIns="64639" rIns="0" bIns="0" rtlCol="0">
            <a:spAutoFit/>
          </a:bodyPr>
          <a:lstStyle/>
          <a:p>
            <a:pPr marL="2378075">
              <a:lnSpc>
                <a:spcPct val="100000"/>
              </a:lnSpc>
              <a:spcBef>
                <a:spcPts val="100"/>
              </a:spcBef>
            </a:pPr>
            <a:r>
              <a:rPr spc="-630" dirty="0"/>
              <a:t>T</a:t>
            </a:r>
            <a:r>
              <a:rPr spc="150" dirty="0"/>
              <a:t>oday</a:t>
            </a:r>
            <a:r>
              <a:rPr spc="-135" dirty="0"/>
              <a:t>’</a:t>
            </a:r>
            <a:r>
              <a:rPr spc="160" dirty="0"/>
              <a:t>s</a:t>
            </a:r>
            <a:r>
              <a:rPr spc="-65" dirty="0"/>
              <a:t> </a:t>
            </a:r>
            <a:r>
              <a:rPr spc="65" dirty="0"/>
              <a:t>exercise</a:t>
            </a:r>
          </a:p>
        </p:txBody>
      </p:sp>
      <p:sp>
        <p:nvSpPr>
          <p:cNvPr id="3" name="object 3"/>
          <p:cNvSpPr txBox="1"/>
          <p:nvPr/>
        </p:nvSpPr>
        <p:spPr>
          <a:xfrm>
            <a:off x="977900" y="2610611"/>
            <a:ext cx="9993630" cy="3286760"/>
          </a:xfrm>
          <a:prstGeom prst="rect">
            <a:avLst/>
          </a:prstGeom>
        </p:spPr>
        <p:txBody>
          <a:bodyPr vert="horz" wrap="square" lIns="0" tIns="12700" rIns="0" bIns="0" rtlCol="0">
            <a:spAutoFit/>
          </a:bodyPr>
          <a:lstStyle/>
          <a:p>
            <a:pPr marL="469265" indent="-399415">
              <a:lnSpc>
                <a:spcPct val="100000"/>
              </a:lnSpc>
              <a:spcBef>
                <a:spcPts val="100"/>
              </a:spcBef>
              <a:buSzPct val="75000"/>
              <a:buChar char="•"/>
              <a:tabLst>
                <a:tab pos="469265" algn="l"/>
              </a:tabLst>
            </a:pPr>
            <a:r>
              <a:rPr sz="3600" spc="-45" dirty="0">
                <a:latin typeface="Tahoma"/>
                <a:cs typeface="Tahoma"/>
              </a:rPr>
              <a:t>Install</a:t>
            </a:r>
            <a:r>
              <a:rPr sz="3600" spc="-155" dirty="0">
                <a:latin typeface="Tahoma"/>
                <a:cs typeface="Tahoma"/>
              </a:rPr>
              <a:t> </a:t>
            </a:r>
            <a:r>
              <a:rPr sz="3600" spc="70" dirty="0">
                <a:latin typeface="Tahoma"/>
                <a:cs typeface="Tahoma"/>
              </a:rPr>
              <a:t>Git</a:t>
            </a:r>
            <a:r>
              <a:rPr sz="3600" spc="-155" dirty="0">
                <a:latin typeface="Tahoma"/>
                <a:cs typeface="Tahoma"/>
              </a:rPr>
              <a:t> </a:t>
            </a:r>
            <a:r>
              <a:rPr sz="3600" spc="80" dirty="0">
                <a:latin typeface="Tahoma"/>
                <a:cs typeface="Tahoma"/>
              </a:rPr>
              <a:t>command</a:t>
            </a:r>
            <a:r>
              <a:rPr sz="3600" spc="-155" dirty="0">
                <a:latin typeface="Tahoma"/>
                <a:cs typeface="Tahoma"/>
              </a:rPr>
              <a:t> </a:t>
            </a:r>
            <a:r>
              <a:rPr sz="3600" dirty="0">
                <a:latin typeface="Tahoma"/>
                <a:cs typeface="Tahoma"/>
              </a:rPr>
              <a:t>line</a:t>
            </a:r>
            <a:r>
              <a:rPr sz="3600" spc="-150" dirty="0">
                <a:latin typeface="Tahoma"/>
                <a:cs typeface="Tahoma"/>
              </a:rPr>
              <a:t> </a:t>
            </a:r>
            <a:r>
              <a:rPr sz="3600" dirty="0">
                <a:latin typeface="Tahoma"/>
                <a:cs typeface="Tahoma"/>
              </a:rPr>
              <a:t>tool</a:t>
            </a:r>
            <a:r>
              <a:rPr sz="3600" spc="-150" dirty="0">
                <a:latin typeface="Tahoma"/>
                <a:cs typeface="Tahoma"/>
              </a:rPr>
              <a:t> </a:t>
            </a:r>
            <a:r>
              <a:rPr sz="3600" dirty="0">
                <a:latin typeface="Tahoma"/>
                <a:cs typeface="Tahoma"/>
              </a:rPr>
              <a:t>in</a:t>
            </a:r>
            <a:r>
              <a:rPr sz="3600" spc="-150" dirty="0">
                <a:latin typeface="Tahoma"/>
                <a:cs typeface="Tahoma"/>
              </a:rPr>
              <a:t> </a:t>
            </a:r>
            <a:r>
              <a:rPr sz="3600" dirty="0">
                <a:latin typeface="Tahoma"/>
                <a:cs typeface="Tahoma"/>
              </a:rPr>
              <a:t>your</a:t>
            </a:r>
            <a:r>
              <a:rPr sz="3600" spc="-155" dirty="0">
                <a:latin typeface="Tahoma"/>
                <a:cs typeface="Tahoma"/>
              </a:rPr>
              <a:t> </a:t>
            </a:r>
            <a:r>
              <a:rPr sz="3600" spc="-10" dirty="0">
                <a:latin typeface="Tahoma"/>
                <a:cs typeface="Tahoma"/>
              </a:rPr>
              <a:t>computer.</a:t>
            </a:r>
            <a:endParaRPr sz="3600">
              <a:latin typeface="Tahoma"/>
              <a:cs typeface="Tahoma"/>
            </a:endParaRPr>
          </a:p>
          <a:p>
            <a:pPr marL="927100" marR="687070" lvl="1" indent="-400050">
              <a:lnSpc>
                <a:spcPct val="100000"/>
              </a:lnSpc>
              <a:spcBef>
                <a:spcPts val="4200"/>
              </a:spcBef>
              <a:buSzPct val="75000"/>
              <a:buChar char="•"/>
              <a:tabLst>
                <a:tab pos="927100" algn="l"/>
              </a:tabLst>
            </a:pPr>
            <a:r>
              <a:rPr sz="3600" dirty="0">
                <a:latin typeface="Tahoma"/>
                <a:cs typeface="Tahoma"/>
              </a:rPr>
              <a:t>Follow</a:t>
            </a:r>
            <a:r>
              <a:rPr sz="3600" spc="50" dirty="0">
                <a:latin typeface="Tahoma"/>
                <a:cs typeface="Tahoma"/>
              </a:rPr>
              <a:t> </a:t>
            </a:r>
            <a:r>
              <a:rPr sz="3600" dirty="0">
                <a:latin typeface="Tahoma"/>
                <a:cs typeface="Tahoma"/>
              </a:rPr>
              <a:t>appendix</a:t>
            </a:r>
            <a:r>
              <a:rPr sz="3600" spc="55" dirty="0">
                <a:latin typeface="Tahoma"/>
                <a:cs typeface="Tahoma"/>
              </a:rPr>
              <a:t> </a:t>
            </a:r>
            <a:r>
              <a:rPr sz="3600" spc="65" dirty="0">
                <a:latin typeface="Tahoma"/>
                <a:cs typeface="Tahoma"/>
              </a:rPr>
              <a:t>“Git</a:t>
            </a:r>
            <a:r>
              <a:rPr sz="3600" spc="50" dirty="0">
                <a:latin typeface="Tahoma"/>
                <a:cs typeface="Tahoma"/>
              </a:rPr>
              <a:t> </a:t>
            </a:r>
            <a:r>
              <a:rPr sz="3600" spc="60" dirty="0">
                <a:latin typeface="Tahoma"/>
                <a:cs typeface="Tahoma"/>
              </a:rPr>
              <a:t>Command-</a:t>
            </a:r>
            <a:r>
              <a:rPr sz="3600" dirty="0">
                <a:latin typeface="Tahoma"/>
                <a:cs typeface="Tahoma"/>
              </a:rPr>
              <a:t>line</a:t>
            </a:r>
            <a:r>
              <a:rPr sz="3600" spc="60" dirty="0">
                <a:latin typeface="Tahoma"/>
                <a:cs typeface="Tahoma"/>
              </a:rPr>
              <a:t> </a:t>
            </a:r>
            <a:r>
              <a:rPr sz="3600" spc="-20" dirty="0">
                <a:latin typeface="Tahoma"/>
                <a:cs typeface="Tahoma"/>
              </a:rPr>
              <a:t>Tool </a:t>
            </a:r>
            <a:r>
              <a:rPr sz="3600" spc="-10" dirty="0">
                <a:latin typeface="Tahoma"/>
                <a:cs typeface="Tahoma"/>
              </a:rPr>
              <a:t>Installation”.</a:t>
            </a:r>
            <a:endParaRPr sz="3600">
              <a:latin typeface="Tahoma"/>
              <a:cs typeface="Tahoma"/>
            </a:endParaRPr>
          </a:p>
          <a:p>
            <a:pPr marL="456565" indent="-443865">
              <a:lnSpc>
                <a:spcPct val="100000"/>
              </a:lnSpc>
              <a:spcBef>
                <a:spcPts val="4200"/>
              </a:spcBef>
              <a:buSzPct val="75000"/>
              <a:buChar char="•"/>
              <a:tabLst>
                <a:tab pos="456565" algn="l"/>
              </a:tabLst>
            </a:pPr>
            <a:r>
              <a:rPr sz="3600" spc="-165" dirty="0">
                <a:latin typeface="Tahoma"/>
                <a:cs typeface="Tahoma"/>
              </a:rPr>
              <a:t>Try</a:t>
            </a:r>
            <a:r>
              <a:rPr sz="3600" spc="-100" dirty="0">
                <a:latin typeface="Tahoma"/>
                <a:cs typeface="Tahoma"/>
              </a:rPr>
              <a:t> </a:t>
            </a:r>
            <a:r>
              <a:rPr sz="3600" dirty="0">
                <a:latin typeface="Tahoma"/>
                <a:cs typeface="Tahoma"/>
              </a:rPr>
              <a:t>to</a:t>
            </a:r>
            <a:r>
              <a:rPr sz="3600" spc="-95" dirty="0">
                <a:latin typeface="Tahoma"/>
                <a:cs typeface="Tahoma"/>
              </a:rPr>
              <a:t> </a:t>
            </a:r>
            <a:r>
              <a:rPr sz="3600" dirty="0">
                <a:latin typeface="Tahoma"/>
                <a:cs typeface="Tahoma"/>
              </a:rPr>
              <a:t>submit</a:t>
            </a:r>
            <a:r>
              <a:rPr sz="3600" spc="-100" dirty="0">
                <a:latin typeface="Tahoma"/>
                <a:cs typeface="Tahoma"/>
              </a:rPr>
              <a:t> </a:t>
            </a:r>
            <a:r>
              <a:rPr sz="3600" dirty="0">
                <a:latin typeface="Tahoma"/>
                <a:cs typeface="Tahoma"/>
              </a:rPr>
              <a:t>in</a:t>
            </a:r>
            <a:r>
              <a:rPr sz="3600" spc="-95" dirty="0">
                <a:latin typeface="Tahoma"/>
                <a:cs typeface="Tahoma"/>
              </a:rPr>
              <a:t> </a:t>
            </a:r>
            <a:r>
              <a:rPr sz="3600" spc="60" dirty="0">
                <a:latin typeface="Tahoma"/>
                <a:cs typeface="Tahoma"/>
              </a:rPr>
              <a:t>GitLab.</a:t>
            </a:r>
            <a:endParaRPr sz="3600">
              <a:latin typeface="Tahoma"/>
              <a:cs typeface="Tahoma"/>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TotalTime>
  <Words>2745</Words>
  <Application>Microsoft Office PowerPoint</Application>
  <PresentationFormat>自訂</PresentationFormat>
  <Paragraphs>583</Paragraphs>
  <Slides>112</Slides>
  <Notes>0</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112</vt:i4>
      </vt:variant>
    </vt:vector>
  </HeadingPairs>
  <TitlesOfParts>
    <vt:vector size="120" baseType="lpstr">
      <vt:lpstr>Arial MT</vt:lpstr>
      <vt:lpstr>MS PGothic</vt:lpstr>
      <vt:lpstr>Arial</vt:lpstr>
      <vt:lpstr>Courier New</vt:lpstr>
      <vt:lpstr>Gadugi</vt:lpstr>
      <vt:lpstr>Tahoma</vt:lpstr>
      <vt:lpstr>Verdana</vt:lpstr>
      <vt:lpstr>Office Theme</vt:lpstr>
      <vt:lpstr>PowerPoint 簡報</vt:lpstr>
      <vt:lpstr>Teaching Assistants</vt:lpstr>
      <vt:lpstr>How to Find Us?</vt:lpstr>
      <vt:lpstr>If I have Question?</vt:lpstr>
      <vt:lpstr>If I have Question?</vt:lpstr>
      <vt:lpstr>Today’s exercise</vt:lpstr>
      <vt:lpstr>Outline</vt:lpstr>
      <vt:lpstr>Outline</vt:lpstr>
      <vt:lpstr>The Policy of Labs</vt:lpstr>
      <vt:lpstr>The Policy of Labs</vt:lpstr>
      <vt:lpstr>Grading Example</vt:lpstr>
      <vt:lpstr>Outline</vt:lpstr>
      <vt:lpstr>Why should we use version control?</vt:lpstr>
      <vt:lpstr>We want to track what we did and when we did it.</vt:lpstr>
      <vt:lpstr>Why use version control system?</vt:lpstr>
      <vt:lpstr>Students’ VCS</vt:lpstr>
      <vt:lpstr>PowerPoint 簡報</vt:lpstr>
      <vt:lpstr>Git</vt:lpstr>
      <vt:lpstr>Be Professional</vt:lpstr>
      <vt:lpstr>Outline</vt:lpstr>
      <vt:lpstr>Git VCS (1/2)</vt:lpstr>
      <vt:lpstr>Git VCS (2/2)</vt:lpstr>
      <vt:lpstr>Basic Git Commands</vt:lpstr>
      <vt:lpstr>scenario</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LIFE IS</vt:lpstr>
      <vt:lpstr>PowerPoint 簡報</vt:lpstr>
      <vt:lpstr>Outline</vt:lpstr>
      <vt:lpstr>Git Branch</vt:lpstr>
      <vt:lpstr>Git commands (1/2)</vt:lpstr>
      <vt:lpstr>Git commands (2/2)</vt:lpstr>
      <vt:lpstr>scenario</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Outline</vt:lpstr>
      <vt:lpstr>Collaboration</vt:lpstr>
      <vt:lpstr>Collaboration Workflows (1/2)</vt:lpstr>
      <vt:lpstr>Collaboration Workflows (2/2)</vt:lpstr>
      <vt:lpstr>Collaboration Workflows (2/2)</vt:lpstr>
      <vt:lpstr>Collaboration Workflows (2/2)</vt:lpstr>
      <vt:lpstr>Collaboration Workflows (2/2)</vt:lpstr>
      <vt:lpstr>Collaboration Workflows (2/2)</vt:lpstr>
      <vt:lpstr>Something went wrong.</vt:lpstr>
      <vt:lpstr>Authentication Failed</vt:lpstr>
      <vt:lpstr>Why Authentication Failed?</vt:lpstr>
      <vt:lpstr>Collaboration Workflow</vt:lpstr>
      <vt:lpstr>Introducing Fork</vt:lpstr>
      <vt:lpstr>Author</vt:lpstr>
      <vt:lpstr>Author</vt:lpstr>
      <vt:lpstr>Author</vt:lpstr>
      <vt:lpstr>PowerPoint 簡報</vt:lpstr>
      <vt:lpstr>Git Collaboration Workflow</vt:lpstr>
      <vt:lpstr>Basic Git Commands (2/2)</vt:lpstr>
      <vt:lpstr>Outline</vt:lpstr>
      <vt:lpstr>PowerPoint 簡報</vt:lpstr>
      <vt:lpstr>Gitlab</vt:lpstr>
      <vt:lpstr>Gitlab</vt:lpstr>
      <vt:lpstr>Gitlab</vt:lpstr>
      <vt:lpstr>Gitlab</vt:lpstr>
      <vt:lpstr>Workflow</vt:lpstr>
      <vt:lpstr>Workflow</vt:lpstr>
      <vt:lpstr>You can access course projects in this group</vt:lpstr>
      <vt:lpstr>PowerPoint 簡報</vt:lpstr>
      <vt:lpstr>PowerPoint 簡報</vt:lpstr>
      <vt:lpstr>PowerPoint 簡報</vt:lpstr>
      <vt:lpstr>PowerPoint 簡報</vt:lpstr>
      <vt:lpstr>PowerPoint 簡報</vt:lpstr>
      <vt:lpstr>Workflow</vt:lpstr>
      <vt:lpstr>PowerPoint 簡報</vt:lpstr>
      <vt:lpstr>If You use Windows</vt:lpstr>
      <vt:lpstr>PowerPoint 簡報</vt:lpstr>
      <vt:lpstr>Workflow</vt:lpstr>
      <vt:lpstr>PowerPoint 簡報</vt:lpstr>
      <vt:lpstr>PowerPoint 簡報</vt:lpstr>
      <vt:lpstr>Workflow</vt:lpstr>
      <vt:lpstr>PowerPoint 簡報</vt:lpstr>
      <vt:lpstr>Workflow</vt:lpstr>
      <vt:lpstr>PowerPoint 簡報</vt:lpstr>
      <vt:lpstr>PowerPoint 簡報</vt:lpstr>
      <vt:lpstr>PowerPoint 簡報</vt:lpstr>
      <vt:lpstr>PowerPoint 簡報</vt:lpstr>
      <vt:lpstr>PowerPoint 簡報</vt:lpstr>
      <vt:lpstr>You can also confirm or change whether the selected branch is correct in this section. For instance, in the picture, the course branch selected is master, which is incorrect. The correct one should be courses/software-studio/2026-spring/submission-exercise:  {your  student  ID}.</vt:lpstr>
      <vt:lpstr>PowerPoint 簡報</vt:lpstr>
      <vt:lpstr>Notice - Don’t do this</vt:lpstr>
      <vt:lpstr>Notice - Don’t do this</vt:lpstr>
      <vt:lpstr>Notice - Don’t do this</vt:lpstr>
      <vt:lpstr>The GitLab setup in our laboratory is accessible through the link.</vt:lpstr>
      <vt:lpstr>Outline</vt:lpstr>
      <vt:lpstr>Tools</vt:lpstr>
      <vt:lpstr>PowerPoint 簡報</vt:lpstr>
      <vt:lpstr>PowerPoint 簡報</vt:lpstr>
      <vt:lpstr>PowerPoint 簡報</vt:lpstr>
      <vt:lpstr>PowerPoint 簡報</vt:lpstr>
      <vt:lpstr>PowerPoint 簡報</vt:lpstr>
      <vt:lpstr>Reference</vt:lpstr>
      <vt:lpstr>Today’s exercise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Lab_00_Git.pptx</dc:title>
  <cp:lastModifiedBy>蕭伃君</cp:lastModifiedBy>
  <cp:revision>2</cp:revision>
  <dcterms:created xsi:type="dcterms:W3CDTF">2026-02-26T02:56:13Z</dcterms:created>
  <dcterms:modified xsi:type="dcterms:W3CDTF">2026-02-26T03:15:23Z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2026-02-26T00:00:00Z</vt:filetime>
  </property>
  <property fmtid="{D5CDD505-2E9C-101B-9397-08002B2CF9AE}" pid="3" name="Creator">
    <vt:lpwstr>Google</vt:lpwstr>
  </property>
  <property fmtid="{D5CDD505-2E9C-101B-9397-08002B2CF9AE}" pid="4" name="LastSaved">
    <vt:filetime>2026-02-26T00:00:00Z</vt:filetime>
  </property>
</Properties>
</file>